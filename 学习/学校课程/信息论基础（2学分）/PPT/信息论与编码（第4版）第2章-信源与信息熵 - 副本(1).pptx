
<file path=[Content_Types].xml><?xml version="1.0" encoding="utf-8"?>
<Types xmlns="http://schemas.openxmlformats.org/package/2006/content-types">
  <Default Extension="jpeg" ContentType="image/jpeg"/>
  <Default Extension="JPG" ContentType="image/.jpg"/>
  <Default Extension="vml" ContentType="application/vnd.openxmlformats-officedocument.vmlDrawing"/>
  <Default Extension="bin" ContentType="application/vnd.openxmlformats-officedocument.oleObject"/>
  <Default Extension="png" ContentType="image/png"/>
  <Default Extension="wmf" ContentType="image/x-wmf"/>
  <Default Extension="emf" ContentType="image/x-e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handoutMasterIdLst>
    <p:handoutMasterId r:id="rId92"/>
  </p:handoutMasterIdLst>
  <p:sldIdLst>
    <p:sldId id="256" r:id="rId3"/>
    <p:sldId id="1147" r:id="rId5"/>
    <p:sldId id="1138" r:id="rId6"/>
    <p:sldId id="1139" r:id="rId7"/>
    <p:sldId id="933" r:id="rId8"/>
    <p:sldId id="509" r:id="rId9"/>
    <p:sldId id="512" r:id="rId10"/>
    <p:sldId id="962" r:id="rId11"/>
    <p:sldId id="935" r:id="rId12"/>
    <p:sldId id="513" r:id="rId13"/>
    <p:sldId id="517" r:id="rId14"/>
    <p:sldId id="518" r:id="rId15"/>
    <p:sldId id="538" r:id="rId16"/>
    <p:sldId id="514" r:id="rId17"/>
    <p:sldId id="937" r:id="rId18"/>
    <p:sldId id="938" r:id="rId19"/>
    <p:sldId id="939" r:id="rId20"/>
    <p:sldId id="1140" r:id="rId21"/>
    <p:sldId id="521" r:id="rId22"/>
    <p:sldId id="516" r:id="rId23"/>
    <p:sldId id="515" r:id="rId24"/>
    <p:sldId id="520" r:id="rId25"/>
    <p:sldId id="943" r:id="rId26"/>
    <p:sldId id="942" r:id="rId27"/>
    <p:sldId id="941" r:id="rId28"/>
    <p:sldId id="526" r:id="rId29"/>
    <p:sldId id="527" r:id="rId30"/>
    <p:sldId id="528" r:id="rId31"/>
    <p:sldId id="529" r:id="rId32"/>
    <p:sldId id="934" r:id="rId33"/>
    <p:sldId id="1141" r:id="rId34"/>
    <p:sldId id="531" r:id="rId35"/>
    <p:sldId id="1142" r:id="rId36"/>
    <p:sldId id="533" r:id="rId37"/>
    <p:sldId id="540" r:id="rId38"/>
    <p:sldId id="543" r:id="rId39"/>
    <p:sldId id="545" r:id="rId40"/>
    <p:sldId id="546" r:id="rId41"/>
    <p:sldId id="594" r:id="rId42"/>
    <p:sldId id="701" r:id="rId43"/>
    <p:sldId id="1145" r:id="rId44"/>
    <p:sldId id="944" r:id="rId45"/>
    <p:sldId id="553" r:id="rId46"/>
    <p:sldId id="945" r:id="rId47"/>
    <p:sldId id="569" r:id="rId48"/>
    <p:sldId id="570" r:id="rId49"/>
    <p:sldId id="571" r:id="rId50"/>
    <p:sldId id="1235" r:id="rId51"/>
    <p:sldId id="1144" r:id="rId52"/>
    <p:sldId id="964" r:id="rId53"/>
    <p:sldId id="965" r:id="rId54"/>
    <p:sldId id="596" r:id="rId55"/>
    <p:sldId id="949" r:id="rId56"/>
    <p:sldId id="1228" r:id="rId57"/>
    <p:sldId id="1229" r:id="rId58"/>
    <p:sldId id="1146" r:id="rId59"/>
    <p:sldId id="556" r:id="rId60"/>
    <p:sldId id="577" r:id="rId61"/>
    <p:sldId id="953" r:id="rId62"/>
    <p:sldId id="954" r:id="rId63"/>
    <p:sldId id="955" r:id="rId64"/>
    <p:sldId id="957" r:id="rId65"/>
    <p:sldId id="958" r:id="rId66"/>
    <p:sldId id="960" r:id="rId67"/>
    <p:sldId id="600" r:id="rId68"/>
    <p:sldId id="597" r:id="rId69"/>
    <p:sldId id="1149" r:id="rId70"/>
    <p:sldId id="1150" r:id="rId71"/>
    <p:sldId id="1151" r:id="rId72"/>
    <p:sldId id="1152" r:id="rId73"/>
    <p:sldId id="1153" r:id="rId74"/>
    <p:sldId id="1154" r:id="rId75"/>
    <p:sldId id="1155" r:id="rId76"/>
    <p:sldId id="1156" r:id="rId77"/>
    <p:sldId id="1157" r:id="rId78"/>
    <p:sldId id="1158" r:id="rId79"/>
    <p:sldId id="1159" r:id="rId80"/>
    <p:sldId id="1160" r:id="rId81"/>
    <p:sldId id="1161" r:id="rId82"/>
    <p:sldId id="1162" r:id="rId83"/>
    <p:sldId id="1163" r:id="rId84"/>
    <p:sldId id="1164" r:id="rId85"/>
    <p:sldId id="1231" r:id="rId86"/>
    <p:sldId id="1230" r:id="rId87"/>
    <p:sldId id="1165" r:id="rId88"/>
    <p:sldId id="1233" r:id="rId89"/>
    <p:sldId id="1234" r:id="rId90"/>
    <p:sldId id="1232" r:id="rId91"/>
  </p:sldIdLst>
  <p:sldSz cx="12192000" cy="6858000"/>
  <p:notesSz cx="7099300" cy="10234295"/>
  <p:custDataLst>
    <p:tags r:id="rId97"/>
  </p:custDataLst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sz="1600" b="1" kern="1200">
        <a:solidFill>
          <a:schemeClr val="tx1"/>
        </a:solidFill>
        <a:latin typeface="Times New Roman" panose="02020603050405020304" pitchFamily="18" charset="0"/>
        <a:ea typeface="楷体_GB2312" pitchFamily="49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1600" b="1" kern="1200">
        <a:solidFill>
          <a:schemeClr val="tx1"/>
        </a:solidFill>
        <a:latin typeface="Times New Roman" panose="02020603050405020304" pitchFamily="18" charset="0"/>
        <a:ea typeface="楷体_GB2312" pitchFamily="49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1600" b="1" kern="1200">
        <a:solidFill>
          <a:schemeClr val="tx1"/>
        </a:solidFill>
        <a:latin typeface="Times New Roman" panose="02020603050405020304" pitchFamily="18" charset="0"/>
        <a:ea typeface="楷体_GB2312" pitchFamily="49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1600" b="1" kern="1200">
        <a:solidFill>
          <a:schemeClr val="tx1"/>
        </a:solidFill>
        <a:latin typeface="Times New Roman" panose="02020603050405020304" pitchFamily="18" charset="0"/>
        <a:ea typeface="楷体_GB2312" pitchFamily="49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1600" b="1" kern="1200">
        <a:solidFill>
          <a:schemeClr val="tx1"/>
        </a:solidFill>
        <a:latin typeface="Times New Roman" panose="02020603050405020304" pitchFamily="18" charset="0"/>
        <a:ea typeface="楷体_GB2312" pitchFamily="49" charset="-122"/>
        <a:cs typeface="+mn-cs"/>
      </a:defRPr>
    </a:lvl5pPr>
    <a:lvl6pPr marL="2286000" algn="l" defTabSz="914400" rtl="0" eaLnBrk="1" latinLnBrk="0" hangingPunct="1">
      <a:defRPr sz="1600" b="1" kern="1200">
        <a:solidFill>
          <a:schemeClr val="tx1"/>
        </a:solidFill>
        <a:latin typeface="Times New Roman" panose="02020603050405020304" pitchFamily="18" charset="0"/>
        <a:ea typeface="楷体_GB2312" pitchFamily="49" charset="-122"/>
        <a:cs typeface="+mn-cs"/>
      </a:defRPr>
    </a:lvl6pPr>
    <a:lvl7pPr marL="2743200" algn="l" defTabSz="914400" rtl="0" eaLnBrk="1" latinLnBrk="0" hangingPunct="1">
      <a:defRPr sz="1600" b="1" kern="1200">
        <a:solidFill>
          <a:schemeClr val="tx1"/>
        </a:solidFill>
        <a:latin typeface="Times New Roman" panose="02020603050405020304" pitchFamily="18" charset="0"/>
        <a:ea typeface="楷体_GB2312" pitchFamily="49" charset="-122"/>
        <a:cs typeface="+mn-cs"/>
      </a:defRPr>
    </a:lvl7pPr>
    <a:lvl8pPr marL="3200400" algn="l" defTabSz="914400" rtl="0" eaLnBrk="1" latinLnBrk="0" hangingPunct="1">
      <a:defRPr sz="1600" b="1" kern="1200">
        <a:solidFill>
          <a:schemeClr val="tx1"/>
        </a:solidFill>
        <a:latin typeface="Times New Roman" panose="02020603050405020304" pitchFamily="18" charset="0"/>
        <a:ea typeface="楷体_GB2312" pitchFamily="49" charset="-122"/>
        <a:cs typeface="+mn-cs"/>
      </a:defRPr>
    </a:lvl8pPr>
    <a:lvl9pPr marL="3657600" algn="l" defTabSz="914400" rtl="0" eaLnBrk="1" latinLnBrk="0" hangingPunct="1">
      <a:defRPr sz="1600" b="1" kern="1200">
        <a:solidFill>
          <a:schemeClr val="tx1"/>
        </a:solidFill>
        <a:latin typeface="Times New Roman" panose="02020603050405020304" pitchFamily="18" charset="0"/>
        <a:ea typeface="楷体_GB2312" pitchFamily="49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05" userDrawn="1">
          <p15:clr>
            <a:srgbClr val="A4A3A4"/>
          </p15:clr>
        </p15:guide>
        <p15:guide id="2" pos="3766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hnlyj" initials="h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3D3"/>
    <a:srgbClr val="B4E8FB"/>
    <a:srgbClr val="E7B1D6"/>
    <a:srgbClr val="C4EDFC"/>
    <a:srgbClr val="DADFB9"/>
    <a:srgbClr val="0000FF"/>
    <a:srgbClr val="BFDABE"/>
    <a:srgbClr val="FFFFB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2231" autoAdjust="0"/>
  </p:normalViewPr>
  <p:slideViewPr>
    <p:cSldViewPr showGuides="1">
      <p:cViewPr varScale="1">
        <p:scale>
          <a:sx n="85" d="100"/>
          <a:sy n="85" d="100"/>
        </p:scale>
        <p:origin x="64" y="69"/>
      </p:cViewPr>
      <p:guideLst>
        <p:guide orient="horz" pos="2205"/>
        <p:guide pos="3766"/>
      </p:guideLst>
    </p:cSldViewPr>
  </p:slideViewPr>
  <p:outlineViewPr>
    <p:cViewPr>
      <p:scale>
        <a:sx n="33" d="100"/>
        <a:sy n="33" d="100"/>
      </p:scale>
      <p:origin x="0" y="3402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200" d="100"/>
        <a:sy n="200" d="100"/>
      </p:scale>
      <p:origin x="0" y="-3033"/>
    </p:cViewPr>
  </p:sorterViewPr>
  <p:notesViewPr>
    <p:cSldViewPr>
      <p:cViewPr varScale="1">
        <p:scale>
          <a:sx n="69" d="100"/>
          <a:sy n="69" d="100"/>
        </p:scale>
        <p:origin x="2913" y="33"/>
      </p:cViewPr>
      <p:guideLst>
        <p:guide orient="horz" pos="3290"/>
        <p:guide pos="2192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7" Type="http://schemas.openxmlformats.org/officeDocument/2006/relationships/tags" Target="tags/tag136.xml"/><Relationship Id="rId96" Type="http://schemas.openxmlformats.org/officeDocument/2006/relationships/commentAuthors" Target="commentAuthors.xml"/><Relationship Id="rId95" Type="http://schemas.openxmlformats.org/officeDocument/2006/relationships/tableStyles" Target="tableStyles.xml"/><Relationship Id="rId94" Type="http://schemas.openxmlformats.org/officeDocument/2006/relationships/viewProps" Target="viewProps.xml"/><Relationship Id="rId93" Type="http://schemas.openxmlformats.org/officeDocument/2006/relationships/presProps" Target="presProps.xml"/><Relationship Id="rId92" Type="http://schemas.openxmlformats.org/officeDocument/2006/relationships/handoutMaster" Target="handoutMasters/handoutMaster1.xml"/><Relationship Id="rId91" Type="http://schemas.openxmlformats.org/officeDocument/2006/relationships/slide" Target="slides/slide88.xml"/><Relationship Id="rId90" Type="http://schemas.openxmlformats.org/officeDocument/2006/relationships/slide" Target="slides/slide87.xml"/><Relationship Id="rId9" Type="http://schemas.openxmlformats.org/officeDocument/2006/relationships/slide" Target="slides/slide6.xml"/><Relationship Id="rId89" Type="http://schemas.openxmlformats.org/officeDocument/2006/relationships/slide" Target="slides/slide86.xml"/><Relationship Id="rId88" Type="http://schemas.openxmlformats.org/officeDocument/2006/relationships/slide" Target="slides/slide85.xml"/><Relationship Id="rId87" Type="http://schemas.openxmlformats.org/officeDocument/2006/relationships/slide" Target="slides/slide84.xml"/><Relationship Id="rId86" Type="http://schemas.openxmlformats.org/officeDocument/2006/relationships/slide" Target="slides/slide83.xml"/><Relationship Id="rId85" Type="http://schemas.openxmlformats.org/officeDocument/2006/relationships/slide" Target="slides/slide82.xml"/><Relationship Id="rId84" Type="http://schemas.openxmlformats.org/officeDocument/2006/relationships/slide" Target="slides/slide81.xml"/><Relationship Id="rId83" Type="http://schemas.openxmlformats.org/officeDocument/2006/relationships/slide" Target="slides/slide80.xml"/><Relationship Id="rId82" Type="http://schemas.openxmlformats.org/officeDocument/2006/relationships/slide" Target="slides/slide79.xml"/><Relationship Id="rId81" Type="http://schemas.openxmlformats.org/officeDocument/2006/relationships/slide" Target="slides/slide78.xml"/><Relationship Id="rId80" Type="http://schemas.openxmlformats.org/officeDocument/2006/relationships/slide" Target="slides/slide77.xml"/><Relationship Id="rId8" Type="http://schemas.openxmlformats.org/officeDocument/2006/relationships/slide" Target="slides/slide5.xml"/><Relationship Id="rId79" Type="http://schemas.openxmlformats.org/officeDocument/2006/relationships/slide" Target="slides/slide76.xml"/><Relationship Id="rId78" Type="http://schemas.openxmlformats.org/officeDocument/2006/relationships/slide" Target="slides/slide75.xml"/><Relationship Id="rId77" Type="http://schemas.openxmlformats.org/officeDocument/2006/relationships/slide" Target="slides/slide74.xml"/><Relationship Id="rId76" Type="http://schemas.openxmlformats.org/officeDocument/2006/relationships/slide" Target="slides/slide73.xml"/><Relationship Id="rId75" Type="http://schemas.openxmlformats.org/officeDocument/2006/relationships/slide" Target="slides/slide72.xml"/><Relationship Id="rId74" Type="http://schemas.openxmlformats.org/officeDocument/2006/relationships/slide" Target="slides/slide71.xml"/><Relationship Id="rId73" Type="http://schemas.openxmlformats.org/officeDocument/2006/relationships/slide" Target="slides/slide70.xml"/><Relationship Id="rId72" Type="http://schemas.openxmlformats.org/officeDocument/2006/relationships/slide" Target="slides/slide69.xml"/><Relationship Id="rId71" Type="http://schemas.openxmlformats.org/officeDocument/2006/relationships/slide" Target="slides/slide68.xml"/><Relationship Id="rId70" Type="http://schemas.openxmlformats.org/officeDocument/2006/relationships/slide" Target="slides/slide67.xml"/><Relationship Id="rId7" Type="http://schemas.openxmlformats.org/officeDocument/2006/relationships/slide" Target="slides/slide4.xml"/><Relationship Id="rId69" Type="http://schemas.openxmlformats.org/officeDocument/2006/relationships/slide" Target="slides/slide66.xml"/><Relationship Id="rId68" Type="http://schemas.openxmlformats.org/officeDocument/2006/relationships/slide" Target="slides/slide65.xml"/><Relationship Id="rId67" Type="http://schemas.openxmlformats.org/officeDocument/2006/relationships/slide" Target="slides/slide64.xml"/><Relationship Id="rId66" Type="http://schemas.openxmlformats.org/officeDocument/2006/relationships/slide" Target="slides/slide63.xml"/><Relationship Id="rId65" Type="http://schemas.openxmlformats.org/officeDocument/2006/relationships/slide" Target="slides/slide62.xml"/><Relationship Id="rId64" Type="http://schemas.openxmlformats.org/officeDocument/2006/relationships/slide" Target="slides/slide61.xml"/><Relationship Id="rId63" Type="http://schemas.openxmlformats.org/officeDocument/2006/relationships/slide" Target="slides/slide60.xml"/><Relationship Id="rId62" Type="http://schemas.openxmlformats.org/officeDocument/2006/relationships/slide" Target="slides/slide59.xml"/><Relationship Id="rId61" Type="http://schemas.openxmlformats.org/officeDocument/2006/relationships/slide" Target="slides/slide58.xml"/><Relationship Id="rId60" Type="http://schemas.openxmlformats.org/officeDocument/2006/relationships/slide" Target="slides/slide57.xml"/><Relationship Id="rId6" Type="http://schemas.openxmlformats.org/officeDocument/2006/relationships/slide" Target="slides/slide3.xml"/><Relationship Id="rId59" Type="http://schemas.openxmlformats.org/officeDocument/2006/relationships/slide" Target="slides/slide56.xml"/><Relationship Id="rId58" Type="http://schemas.openxmlformats.org/officeDocument/2006/relationships/slide" Target="slides/slide55.xml"/><Relationship Id="rId57" Type="http://schemas.openxmlformats.org/officeDocument/2006/relationships/slide" Target="slides/slide54.xml"/><Relationship Id="rId56" Type="http://schemas.openxmlformats.org/officeDocument/2006/relationships/slide" Target="slides/slide53.xml"/><Relationship Id="rId55" Type="http://schemas.openxmlformats.org/officeDocument/2006/relationships/slide" Target="slides/slide52.xml"/><Relationship Id="rId54" Type="http://schemas.openxmlformats.org/officeDocument/2006/relationships/slide" Target="slides/slide51.xml"/><Relationship Id="rId53" Type="http://schemas.openxmlformats.org/officeDocument/2006/relationships/slide" Target="slides/slide50.xml"/><Relationship Id="rId52" Type="http://schemas.openxmlformats.org/officeDocument/2006/relationships/slide" Target="slides/slide49.xml"/><Relationship Id="rId51" Type="http://schemas.openxmlformats.org/officeDocument/2006/relationships/slide" Target="slides/slide48.xml"/><Relationship Id="rId50" Type="http://schemas.openxmlformats.org/officeDocument/2006/relationships/slide" Target="slides/slide47.xml"/><Relationship Id="rId5" Type="http://schemas.openxmlformats.org/officeDocument/2006/relationships/slide" Target="slides/slide2.xml"/><Relationship Id="rId49" Type="http://schemas.openxmlformats.org/officeDocument/2006/relationships/slide" Target="slides/slide46.xml"/><Relationship Id="rId48" Type="http://schemas.openxmlformats.org/officeDocument/2006/relationships/slide" Target="slides/slide45.xml"/><Relationship Id="rId47" Type="http://schemas.openxmlformats.org/officeDocument/2006/relationships/slide" Target="slides/slide44.xml"/><Relationship Id="rId46" Type="http://schemas.openxmlformats.org/officeDocument/2006/relationships/slide" Target="slides/slide43.xml"/><Relationship Id="rId45" Type="http://schemas.openxmlformats.org/officeDocument/2006/relationships/slide" Target="slides/slide42.xml"/><Relationship Id="rId44" Type="http://schemas.openxmlformats.org/officeDocument/2006/relationships/slide" Target="slides/slide41.xml"/><Relationship Id="rId43" Type="http://schemas.openxmlformats.org/officeDocument/2006/relationships/slide" Target="slides/slide40.xml"/><Relationship Id="rId42" Type="http://schemas.openxmlformats.org/officeDocument/2006/relationships/slide" Target="slides/slide39.xml"/><Relationship Id="rId41" Type="http://schemas.openxmlformats.org/officeDocument/2006/relationships/slide" Target="slides/slide38.xml"/><Relationship Id="rId40" Type="http://schemas.openxmlformats.org/officeDocument/2006/relationships/slide" Target="slides/slide37.xml"/><Relationship Id="rId4" Type="http://schemas.openxmlformats.org/officeDocument/2006/relationships/notesMaster" Target="notesMasters/notesMaster1.xml"/><Relationship Id="rId39" Type="http://schemas.openxmlformats.org/officeDocument/2006/relationships/slide" Target="slides/slide36.xml"/><Relationship Id="rId38" Type="http://schemas.openxmlformats.org/officeDocument/2006/relationships/slide" Target="slides/slide35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4" Type="http://schemas.openxmlformats.org/officeDocument/2006/relationships/image" Target="../media/image8.wmf"/><Relationship Id="rId3" Type="http://schemas.openxmlformats.org/officeDocument/2006/relationships/image" Target="../media/image7.wmf"/><Relationship Id="rId2" Type="http://schemas.openxmlformats.org/officeDocument/2006/relationships/image" Target="../media/image6.wmf"/><Relationship Id="rId1" Type="http://schemas.openxmlformats.org/officeDocument/2006/relationships/image" Target="../media/image5.wmf"/></Relationships>
</file>

<file path=ppt/drawings/_rels/vmlDrawing2.vml.rels><?xml version="1.0" encoding="UTF-8" standalone="yes"?>
<Relationships xmlns="http://schemas.openxmlformats.org/package/2006/relationships"><Relationship Id="rId2" Type="http://schemas.openxmlformats.org/officeDocument/2006/relationships/image" Target="../media/image10.wmf"/><Relationship Id="rId1" Type="http://schemas.openxmlformats.org/officeDocument/2006/relationships/image" Target="../media/image9.wmf"/></Relationships>
</file>

<file path=ppt/drawings/_rels/vmlDrawing3.vml.rels><?xml version="1.0" encoding="UTF-8" standalone="yes"?>
<Relationships xmlns="http://schemas.openxmlformats.org/package/2006/relationships"><Relationship Id="rId4" Type="http://schemas.openxmlformats.org/officeDocument/2006/relationships/image" Target="../media/image14.wmf"/><Relationship Id="rId3" Type="http://schemas.openxmlformats.org/officeDocument/2006/relationships/image" Target="../media/image13.wmf"/><Relationship Id="rId2" Type="http://schemas.openxmlformats.org/officeDocument/2006/relationships/image" Target="../media/image12.wmf"/><Relationship Id="rId1" Type="http://schemas.openxmlformats.org/officeDocument/2006/relationships/image" Target="../media/image11.wmf"/></Relationships>
</file>

<file path=ppt/drawings/_rels/vmlDrawing4.vml.rels><?xml version="1.0" encoding="UTF-8" standalone="yes"?>
<Relationships xmlns="http://schemas.openxmlformats.org/package/2006/relationships"><Relationship Id="rId4" Type="http://schemas.openxmlformats.org/officeDocument/2006/relationships/image" Target="../media/image24.wmf"/><Relationship Id="rId3" Type="http://schemas.openxmlformats.org/officeDocument/2006/relationships/image" Target="../media/image23.wmf"/><Relationship Id="rId2" Type="http://schemas.openxmlformats.org/officeDocument/2006/relationships/image" Target="../media/image22.wmf"/><Relationship Id="rId1" Type="http://schemas.openxmlformats.org/officeDocument/2006/relationships/image" Target="../media/image21.wmf"/></Relationships>
</file>

<file path=ppt/drawings/_rels/vmlDrawing5.vml.rels><?xml version="1.0" encoding="UTF-8" standalone="yes"?>
<Relationships xmlns="http://schemas.openxmlformats.org/package/2006/relationships"><Relationship Id="rId2" Type="http://schemas.openxmlformats.org/officeDocument/2006/relationships/image" Target="../media/image26.wmf"/><Relationship Id="rId1" Type="http://schemas.openxmlformats.org/officeDocument/2006/relationships/image" Target="../media/image25.wmf"/></Relationships>
</file>

<file path=ppt/drawings/_rels/vmlDrawing6.vml.rels><?xml version="1.0" encoding="UTF-8" standalone="yes"?>
<Relationships xmlns="http://schemas.openxmlformats.org/package/2006/relationships"><Relationship Id="rId3" Type="http://schemas.openxmlformats.org/officeDocument/2006/relationships/image" Target="../media/image29.wmf"/><Relationship Id="rId2" Type="http://schemas.openxmlformats.org/officeDocument/2006/relationships/image" Target="../media/image28.wmf"/><Relationship Id="rId1" Type="http://schemas.openxmlformats.org/officeDocument/2006/relationships/image" Target="../media/image27.wmf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30.wmf"/></Relationships>
</file>

<file path=ppt/drawings/_rels/vmlDrawing8.vml.rels><?xml version="1.0" encoding="UTF-8" standalone="yes"?>
<Relationships xmlns="http://schemas.openxmlformats.org/package/2006/relationships"><Relationship Id="rId2" Type="http://schemas.openxmlformats.org/officeDocument/2006/relationships/image" Target="../media/image35.wmf"/><Relationship Id="rId1" Type="http://schemas.openxmlformats.org/officeDocument/2006/relationships/image" Target="../media/image34.wmf"/></Relationships>
</file>

<file path=ppt/drawings/_rels/vmlDrawing9.vml.rels><?xml version="1.0" encoding="UTF-8" standalone="yes"?>
<Relationships xmlns="http://schemas.openxmlformats.org/package/2006/relationships"><Relationship Id="rId1" Type="http://schemas.openxmlformats.org/officeDocument/2006/relationships/image" Target="../media/image37.emf"/></Relationships>
</file>

<file path=ppt/drawings/_rels/vmlDrawing10.vml.rels><?xml version="1.0" encoding="UTF-8" standalone="yes"?>
<Relationships xmlns="http://schemas.openxmlformats.org/package/2006/relationships"><Relationship Id="rId1" Type="http://schemas.openxmlformats.org/officeDocument/2006/relationships/image" Target="../media/image38.wmf"/></Relationships>
</file>

<file path=ppt/drawings/_rels/vmlDrawing11.vml.rels><?xml version="1.0" encoding="UTF-8" standalone="yes"?>
<Relationships xmlns="http://schemas.openxmlformats.org/package/2006/relationships"><Relationship Id="rId2" Type="http://schemas.openxmlformats.org/officeDocument/2006/relationships/image" Target="../media/image40.wmf"/><Relationship Id="rId1" Type="http://schemas.openxmlformats.org/officeDocument/2006/relationships/image" Target="../media/image39.wmf"/></Relationships>
</file>

<file path=ppt/drawings/_rels/vmlDrawing12.vml.rels><?xml version="1.0" encoding="UTF-8" standalone="yes"?>
<Relationships xmlns="http://schemas.openxmlformats.org/package/2006/relationships"><Relationship Id="rId2" Type="http://schemas.openxmlformats.org/officeDocument/2006/relationships/image" Target="../media/image42.wmf"/><Relationship Id="rId1" Type="http://schemas.openxmlformats.org/officeDocument/2006/relationships/image" Target="../media/image41.wmf"/></Relationships>
</file>

<file path=ppt/drawings/_rels/vmlDrawing13.vml.rels><?xml version="1.0" encoding="UTF-8" standalone="yes"?>
<Relationships xmlns="http://schemas.openxmlformats.org/package/2006/relationships"><Relationship Id="rId1" Type="http://schemas.openxmlformats.org/officeDocument/2006/relationships/image" Target="../media/image44.wmf"/></Relationships>
</file>

<file path=ppt/drawings/_rels/vmlDrawing14.vml.rels><?xml version="1.0" encoding="UTF-8" standalone="yes"?>
<Relationships xmlns="http://schemas.openxmlformats.org/package/2006/relationships"><Relationship Id="rId1" Type="http://schemas.openxmlformats.org/officeDocument/2006/relationships/image" Target="../media/image44.wmf"/></Relationships>
</file>

<file path=ppt/drawings/_rels/vmlDrawing15.vml.rels><?xml version="1.0" encoding="UTF-8" standalone="yes"?>
<Relationships xmlns="http://schemas.openxmlformats.org/package/2006/relationships"><Relationship Id="rId1" Type="http://schemas.openxmlformats.org/officeDocument/2006/relationships/image" Target="../media/image49.wmf"/></Relationships>
</file>

<file path=ppt/drawings/_rels/vmlDrawing16.vml.rels><?xml version="1.0" encoding="UTF-8" standalone="yes"?>
<Relationships xmlns="http://schemas.openxmlformats.org/package/2006/relationships"><Relationship Id="rId1" Type="http://schemas.openxmlformats.org/officeDocument/2006/relationships/image" Target="../media/image51.wmf"/></Relationships>
</file>

<file path=ppt/drawings/_rels/vmlDrawing17.vml.rels><?xml version="1.0" encoding="UTF-8" standalone="yes"?>
<Relationships xmlns="http://schemas.openxmlformats.org/package/2006/relationships"><Relationship Id="rId6" Type="http://schemas.openxmlformats.org/officeDocument/2006/relationships/image" Target="../media/image57.wmf"/><Relationship Id="rId5" Type="http://schemas.openxmlformats.org/officeDocument/2006/relationships/image" Target="../media/image56.wmf"/><Relationship Id="rId4" Type="http://schemas.openxmlformats.org/officeDocument/2006/relationships/image" Target="../media/image55.wmf"/><Relationship Id="rId3" Type="http://schemas.openxmlformats.org/officeDocument/2006/relationships/image" Target="../media/image54.wmf"/><Relationship Id="rId2" Type="http://schemas.openxmlformats.org/officeDocument/2006/relationships/image" Target="../media/image53.wmf"/><Relationship Id="rId1" Type="http://schemas.openxmlformats.org/officeDocument/2006/relationships/image" Target="../media/image52.wmf"/></Relationships>
</file>

<file path=ppt/drawings/_rels/vmlDrawing18.vml.rels><?xml version="1.0" encoding="UTF-8" standalone="yes"?>
<Relationships xmlns="http://schemas.openxmlformats.org/package/2006/relationships"><Relationship Id="rId1" Type="http://schemas.openxmlformats.org/officeDocument/2006/relationships/image" Target="../media/image61.wmf"/></Relationships>
</file>

<file path=ppt/drawings/_rels/vmlDrawing19.vml.rels><?xml version="1.0" encoding="UTF-8" standalone="yes"?>
<Relationships xmlns="http://schemas.openxmlformats.org/package/2006/relationships"><Relationship Id="rId5" Type="http://schemas.openxmlformats.org/officeDocument/2006/relationships/image" Target="../media/image66.wmf"/><Relationship Id="rId4" Type="http://schemas.openxmlformats.org/officeDocument/2006/relationships/image" Target="../media/image65.wmf"/><Relationship Id="rId3" Type="http://schemas.openxmlformats.org/officeDocument/2006/relationships/image" Target="../media/image64.wmf"/><Relationship Id="rId2" Type="http://schemas.openxmlformats.org/officeDocument/2006/relationships/image" Target="../media/image63.wmf"/><Relationship Id="rId1" Type="http://schemas.openxmlformats.org/officeDocument/2006/relationships/image" Target="../media/image62.wmf"/></Relationships>
</file>

<file path=ppt/drawings/_rels/vmlDrawing20.vml.rels><?xml version="1.0" encoding="UTF-8" standalone="yes"?>
<Relationships xmlns="http://schemas.openxmlformats.org/package/2006/relationships"><Relationship Id="rId4" Type="http://schemas.openxmlformats.org/officeDocument/2006/relationships/image" Target="../media/image70.wmf"/><Relationship Id="rId3" Type="http://schemas.openxmlformats.org/officeDocument/2006/relationships/image" Target="../media/image69.wmf"/><Relationship Id="rId2" Type="http://schemas.openxmlformats.org/officeDocument/2006/relationships/image" Target="../media/image68.wmf"/><Relationship Id="rId1" Type="http://schemas.openxmlformats.org/officeDocument/2006/relationships/image" Target="../media/image67.wmf"/></Relationships>
</file>

<file path=ppt/drawings/_rels/vmlDrawing21.vml.rels><?xml version="1.0" encoding="UTF-8" standalone="yes"?>
<Relationships xmlns="http://schemas.openxmlformats.org/package/2006/relationships"><Relationship Id="rId4" Type="http://schemas.openxmlformats.org/officeDocument/2006/relationships/image" Target="../media/image72.wmf"/><Relationship Id="rId3" Type="http://schemas.openxmlformats.org/officeDocument/2006/relationships/image" Target="../media/image71.wmf"/><Relationship Id="rId2" Type="http://schemas.openxmlformats.org/officeDocument/2006/relationships/image" Target="../media/image68.wmf"/><Relationship Id="rId1" Type="http://schemas.openxmlformats.org/officeDocument/2006/relationships/image" Target="../media/image67.wmf"/></Relationships>
</file>

<file path=ppt/drawings/_rels/vmlDrawing22.vml.rels><?xml version="1.0" encoding="UTF-8" standalone="yes"?>
<Relationships xmlns="http://schemas.openxmlformats.org/package/2006/relationships"><Relationship Id="rId3" Type="http://schemas.openxmlformats.org/officeDocument/2006/relationships/image" Target="../media/image75.wmf"/><Relationship Id="rId2" Type="http://schemas.openxmlformats.org/officeDocument/2006/relationships/image" Target="../media/image74.wmf"/><Relationship Id="rId1" Type="http://schemas.openxmlformats.org/officeDocument/2006/relationships/image" Target="../media/image73.wmf"/></Relationships>
</file>

<file path=ppt/drawings/_rels/vmlDrawing23.vml.rels><?xml version="1.0" encoding="UTF-8" standalone="yes"?>
<Relationships xmlns="http://schemas.openxmlformats.org/package/2006/relationships"><Relationship Id="rId3" Type="http://schemas.openxmlformats.org/officeDocument/2006/relationships/image" Target="../media/image78.wmf"/><Relationship Id="rId2" Type="http://schemas.openxmlformats.org/officeDocument/2006/relationships/image" Target="../media/image77.wmf"/><Relationship Id="rId1" Type="http://schemas.openxmlformats.org/officeDocument/2006/relationships/image" Target="../media/image76.wmf"/></Relationships>
</file>

<file path=ppt/drawings/_rels/vmlDrawing24.vml.rels><?xml version="1.0" encoding="UTF-8" standalone="yes"?>
<Relationships xmlns="http://schemas.openxmlformats.org/package/2006/relationships"><Relationship Id="rId4" Type="http://schemas.openxmlformats.org/officeDocument/2006/relationships/image" Target="../media/image82.wmf"/><Relationship Id="rId3" Type="http://schemas.openxmlformats.org/officeDocument/2006/relationships/image" Target="../media/image81.wmf"/><Relationship Id="rId2" Type="http://schemas.openxmlformats.org/officeDocument/2006/relationships/image" Target="../media/image80.wmf"/><Relationship Id="rId1" Type="http://schemas.openxmlformats.org/officeDocument/2006/relationships/image" Target="../media/image79.wmf"/></Relationships>
</file>

<file path=ppt/drawings/_rels/vmlDrawing25.vml.rels><?xml version="1.0" encoding="UTF-8" standalone="yes"?>
<Relationships xmlns="http://schemas.openxmlformats.org/package/2006/relationships"><Relationship Id="rId3" Type="http://schemas.openxmlformats.org/officeDocument/2006/relationships/image" Target="../media/image85.wmf"/><Relationship Id="rId2" Type="http://schemas.openxmlformats.org/officeDocument/2006/relationships/image" Target="../media/image84.wmf"/><Relationship Id="rId1" Type="http://schemas.openxmlformats.org/officeDocument/2006/relationships/image" Target="../media/image83.wmf"/></Relationships>
</file>

<file path=ppt/drawings/_rels/vmlDrawing26.vml.rels><?xml version="1.0" encoding="UTF-8" standalone="yes"?>
<Relationships xmlns="http://schemas.openxmlformats.org/package/2006/relationships"><Relationship Id="rId4" Type="http://schemas.openxmlformats.org/officeDocument/2006/relationships/image" Target="../media/image89.wmf"/><Relationship Id="rId3" Type="http://schemas.openxmlformats.org/officeDocument/2006/relationships/image" Target="../media/image88.wmf"/><Relationship Id="rId2" Type="http://schemas.openxmlformats.org/officeDocument/2006/relationships/image" Target="../media/image87.wmf"/><Relationship Id="rId1" Type="http://schemas.openxmlformats.org/officeDocument/2006/relationships/image" Target="../media/image86.wmf"/></Relationships>
</file>

<file path=ppt/drawings/_rels/vmlDrawing27.vml.rels><?xml version="1.0" encoding="UTF-8" standalone="yes"?>
<Relationships xmlns="http://schemas.openxmlformats.org/package/2006/relationships"><Relationship Id="rId4" Type="http://schemas.openxmlformats.org/officeDocument/2006/relationships/image" Target="../media/image93.wmf"/><Relationship Id="rId3" Type="http://schemas.openxmlformats.org/officeDocument/2006/relationships/image" Target="../media/image92.wmf"/><Relationship Id="rId2" Type="http://schemas.openxmlformats.org/officeDocument/2006/relationships/image" Target="../media/image91.wmf"/><Relationship Id="rId1" Type="http://schemas.openxmlformats.org/officeDocument/2006/relationships/image" Target="../media/image90.emf"/></Relationships>
</file>

<file path=ppt/drawings/_rels/vmlDrawing28.vml.rels><?xml version="1.0" encoding="UTF-8" standalone="yes"?>
<Relationships xmlns="http://schemas.openxmlformats.org/package/2006/relationships"><Relationship Id="rId4" Type="http://schemas.openxmlformats.org/officeDocument/2006/relationships/image" Target="../media/image100.wmf"/><Relationship Id="rId3" Type="http://schemas.openxmlformats.org/officeDocument/2006/relationships/image" Target="../media/image99.wmf"/><Relationship Id="rId2" Type="http://schemas.openxmlformats.org/officeDocument/2006/relationships/image" Target="../media/image98.wmf"/><Relationship Id="rId1" Type="http://schemas.openxmlformats.org/officeDocument/2006/relationships/image" Target="../media/image97.wmf"/></Relationships>
</file>

<file path=ppt/drawings/_rels/vmlDrawing29.vml.rels><?xml version="1.0" encoding="UTF-8" standalone="yes"?>
<Relationships xmlns="http://schemas.openxmlformats.org/package/2006/relationships"><Relationship Id="rId5" Type="http://schemas.openxmlformats.org/officeDocument/2006/relationships/image" Target="../media/image111.wmf"/><Relationship Id="rId4" Type="http://schemas.openxmlformats.org/officeDocument/2006/relationships/image" Target="../media/image110.wmf"/><Relationship Id="rId3" Type="http://schemas.openxmlformats.org/officeDocument/2006/relationships/image" Target="../media/image109.wmf"/><Relationship Id="rId2" Type="http://schemas.openxmlformats.org/officeDocument/2006/relationships/image" Target="../media/image108.wmf"/><Relationship Id="rId1" Type="http://schemas.openxmlformats.org/officeDocument/2006/relationships/image" Target="../media/image107.wmf"/></Relationships>
</file>

<file path=ppt/drawings/_rels/vmlDrawing30.vml.rels><?xml version="1.0" encoding="UTF-8" standalone="yes"?>
<Relationships xmlns="http://schemas.openxmlformats.org/package/2006/relationships"><Relationship Id="rId5" Type="http://schemas.openxmlformats.org/officeDocument/2006/relationships/image" Target="../media/image116.wmf"/><Relationship Id="rId4" Type="http://schemas.openxmlformats.org/officeDocument/2006/relationships/image" Target="../media/image115.wmf"/><Relationship Id="rId3" Type="http://schemas.openxmlformats.org/officeDocument/2006/relationships/image" Target="../media/image114.wmf"/><Relationship Id="rId2" Type="http://schemas.openxmlformats.org/officeDocument/2006/relationships/image" Target="../media/image113.wmf"/><Relationship Id="rId1" Type="http://schemas.openxmlformats.org/officeDocument/2006/relationships/image" Target="../media/image112.wmf"/></Relationships>
</file>

<file path=ppt/drawings/_rels/vmlDrawing31.vml.rels><?xml version="1.0" encoding="UTF-8" standalone="yes"?>
<Relationships xmlns="http://schemas.openxmlformats.org/package/2006/relationships"><Relationship Id="rId2" Type="http://schemas.openxmlformats.org/officeDocument/2006/relationships/image" Target="../media/image118.wmf"/><Relationship Id="rId1" Type="http://schemas.openxmlformats.org/officeDocument/2006/relationships/image" Target="../media/image117.wmf"/></Relationships>
</file>

<file path=ppt/drawings/_rels/vmlDrawing32.vml.rels><?xml version="1.0" encoding="UTF-8" standalone="yes"?>
<Relationships xmlns="http://schemas.openxmlformats.org/package/2006/relationships"><Relationship Id="rId3" Type="http://schemas.openxmlformats.org/officeDocument/2006/relationships/image" Target="../media/image121.wmf"/><Relationship Id="rId2" Type="http://schemas.openxmlformats.org/officeDocument/2006/relationships/image" Target="../media/image120.wmf"/><Relationship Id="rId1" Type="http://schemas.openxmlformats.org/officeDocument/2006/relationships/image" Target="../media/image119.wmf"/></Relationships>
</file>

<file path=ppt/drawings/_rels/vmlDrawing33.vml.rels><?xml version="1.0" encoding="UTF-8" standalone="yes"?>
<Relationships xmlns="http://schemas.openxmlformats.org/package/2006/relationships"><Relationship Id="rId2" Type="http://schemas.openxmlformats.org/officeDocument/2006/relationships/image" Target="../media/image123.wmf"/><Relationship Id="rId1" Type="http://schemas.openxmlformats.org/officeDocument/2006/relationships/image" Target="../media/image122.wmf"/></Relationships>
</file>

<file path=ppt/drawings/_rels/vmlDrawing34.vml.rels><?xml version="1.0" encoding="UTF-8" standalone="yes"?>
<Relationships xmlns="http://schemas.openxmlformats.org/package/2006/relationships"><Relationship Id="rId2" Type="http://schemas.openxmlformats.org/officeDocument/2006/relationships/image" Target="../media/image125.wmf"/><Relationship Id="rId1" Type="http://schemas.openxmlformats.org/officeDocument/2006/relationships/image" Target="../media/image124.wmf"/></Relationships>
</file>

<file path=ppt/drawings/_rels/vmlDrawing35.vml.rels><?xml version="1.0" encoding="UTF-8" standalone="yes"?>
<Relationships xmlns="http://schemas.openxmlformats.org/package/2006/relationships"><Relationship Id="rId4" Type="http://schemas.openxmlformats.org/officeDocument/2006/relationships/image" Target="../media/image129.wmf"/><Relationship Id="rId3" Type="http://schemas.openxmlformats.org/officeDocument/2006/relationships/image" Target="../media/image128.wmf"/><Relationship Id="rId2" Type="http://schemas.openxmlformats.org/officeDocument/2006/relationships/image" Target="../media/image127.wmf"/><Relationship Id="rId1" Type="http://schemas.openxmlformats.org/officeDocument/2006/relationships/image" Target="../media/image126.wmf"/></Relationships>
</file>

<file path=ppt/drawings/_rels/vmlDrawing36.vml.rels><?xml version="1.0" encoding="UTF-8" standalone="yes"?>
<Relationships xmlns="http://schemas.openxmlformats.org/package/2006/relationships"><Relationship Id="rId4" Type="http://schemas.openxmlformats.org/officeDocument/2006/relationships/image" Target="../media/image134.wmf"/><Relationship Id="rId3" Type="http://schemas.openxmlformats.org/officeDocument/2006/relationships/image" Target="../media/image133.wmf"/><Relationship Id="rId2" Type="http://schemas.openxmlformats.org/officeDocument/2006/relationships/image" Target="../media/image132.wmf"/><Relationship Id="rId1" Type="http://schemas.openxmlformats.org/officeDocument/2006/relationships/image" Target="../media/image131.wmf"/></Relationships>
</file>

<file path=ppt/drawings/_rels/vmlDrawing37.vml.rels><?xml version="1.0" encoding="UTF-8" standalone="yes"?>
<Relationships xmlns="http://schemas.openxmlformats.org/package/2006/relationships"><Relationship Id="rId2" Type="http://schemas.openxmlformats.org/officeDocument/2006/relationships/image" Target="../media/image125.wmf"/><Relationship Id="rId1" Type="http://schemas.openxmlformats.org/officeDocument/2006/relationships/image" Target="../media/image124.wmf"/></Relationships>
</file>

<file path=ppt/drawings/_rels/vmlDrawing38.vml.rels><?xml version="1.0" encoding="UTF-8" standalone="yes"?>
<Relationships xmlns="http://schemas.openxmlformats.org/package/2006/relationships"><Relationship Id="rId3" Type="http://schemas.openxmlformats.org/officeDocument/2006/relationships/image" Target="../media/image137.wmf"/><Relationship Id="rId2" Type="http://schemas.openxmlformats.org/officeDocument/2006/relationships/image" Target="../media/image136.wmf"/><Relationship Id="rId1" Type="http://schemas.openxmlformats.org/officeDocument/2006/relationships/image" Target="../media/image135.wmf"/></Relationships>
</file>

<file path=ppt/drawings/_rels/vmlDrawing39.vml.rels><?xml version="1.0" encoding="UTF-8" standalone="yes"?>
<Relationships xmlns="http://schemas.openxmlformats.org/package/2006/relationships"><Relationship Id="rId2" Type="http://schemas.openxmlformats.org/officeDocument/2006/relationships/image" Target="../media/image140.wmf"/><Relationship Id="rId1" Type="http://schemas.openxmlformats.org/officeDocument/2006/relationships/image" Target="../media/image139.wmf"/></Relationships>
</file>

<file path=ppt/drawings/_rels/vmlDrawing40.vml.rels><?xml version="1.0" encoding="UTF-8" standalone="yes"?>
<Relationships xmlns="http://schemas.openxmlformats.org/package/2006/relationships"><Relationship Id="rId1" Type="http://schemas.openxmlformats.org/officeDocument/2006/relationships/image" Target="../media/image141.wmf"/></Relationships>
</file>

<file path=ppt/drawings/_rels/vmlDrawing41.vml.rels><?xml version="1.0" encoding="UTF-8" standalone="yes"?>
<Relationships xmlns="http://schemas.openxmlformats.org/package/2006/relationships"><Relationship Id="rId3" Type="http://schemas.openxmlformats.org/officeDocument/2006/relationships/image" Target="../media/image143.wmf"/><Relationship Id="rId2" Type="http://schemas.openxmlformats.org/officeDocument/2006/relationships/image" Target="../media/image142.wmf"/><Relationship Id="rId1" Type="http://schemas.openxmlformats.org/officeDocument/2006/relationships/image" Target="../media/image141.wmf"/></Relationships>
</file>

<file path=ppt/drawings/_rels/vmlDrawing42.vml.rels><?xml version="1.0" encoding="UTF-8" standalone="yes"?>
<Relationships xmlns="http://schemas.openxmlformats.org/package/2006/relationships"><Relationship Id="rId3" Type="http://schemas.openxmlformats.org/officeDocument/2006/relationships/image" Target="../media/image146.wmf"/><Relationship Id="rId2" Type="http://schemas.openxmlformats.org/officeDocument/2006/relationships/image" Target="../media/image145.wmf"/><Relationship Id="rId1" Type="http://schemas.openxmlformats.org/officeDocument/2006/relationships/image" Target="../media/image144.wmf"/></Relationships>
</file>

<file path=ppt/drawings/_rels/vmlDrawing43.vml.rels><?xml version="1.0" encoding="UTF-8" standalone="yes"?>
<Relationships xmlns="http://schemas.openxmlformats.org/package/2006/relationships"><Relationship Id="rId4" Type="http://schemas.openxmlformats.org/officeDocument/2006/relationships/image" Target="../media/image151.wmf"/><Relationship Id="rId3" Type="http://schemas.openxmlformats.org/officeDocument/2006/relationships/image" Target="../media/image150.wmf"/><Relationship Id="rId2" Type="http://schemas.openxmlformats.org/officeDocument/2006/relationships/image" Target="../media/image149.wmf"/><Relationship Id="rId1" Type="http://schemas.openxmlformats.org/officeDocument/2006/relationships/image" Target="../media/image148.wmf"/></Relationships>
</file>

<file path=ppt/drawings/_rels/vmlDrawing44.vml.rels><?xml version="1.0" encoding="UTF-8" standalone="yes"?>
<Relationships xmlns="http://schemas.openxmlformats.org/package/2006/relationships"><Relationship Id="rId5" Type="http://schemas.openxmlformats.org/officeDocument/2006/relationships/image" Target="../media/image151.wmf"/><Relationship Id="rId4" Type="http://schemas.openxmlformats.org/officeDocument/2006/relationships/image" Target="../media/image150.wmf"/><Relationship Id="rId3" Type="http://schemas.openxmlformats.org/officeDocument/2006/relationships/image" Target="../media/image152.wmf"/><Relationship Id="rId2" Type="http://schemas.openxmlformats.org/officeDocument/2006/relationships/image" Target="../media/image149.wmf"/><Relationship Id="rId1" Type="http://schemas.openxmlformats.org/officeDocument/2006/relationships/image" Target="../media/image148.wmf"/></Relationships>
</file>

<file path=ppt/drawings/_rels/vmlDrawing45.vml.rels><?xml version="1.0" encoding="UTF-8" standalone="yes"?>
<Relationships xmlns="http://schemas.openxmlformats.org/package/2006/relationships"><Relationship Id="rId9" Type="http://schemas.openxmlformats.org/officeDocument/2006/relationships/image" Target="../media/image158.wmf"/><Relationship Id="rId8" Type="http://schemas.openxmlformats.org/officeDocument/2006/relationships/image" Target="../media/image157.wmf"/><Relationship Id="rId7" Type="http://schemas.openxmlformats.org/officeDocument/2006/relationships/image" Target="../media/image156.wmf"/><Relationship Id="rId6" Type="http://schemas.openxmlformats.org/officeDocument/2006/relationships/image" Target="../media/image152.wmf"/><Relationship Id="rId5" Type="http://schemas.openxmlformats.org/officeDocument/2006/relationships/image" Target="../media/image155.wmf"/><Relationship Id="rId4" Type="http://schemas.openxmlformats.org/officeDocument/2006/relationships/image" Target="../media/image154.wmf"/><Relationship Id="rId3" Type="http://schemas.openxmlformats.org/officeDocument/2006/relationships/image" Target="../media/image153.wmf"/><Relationship Id="rId2" Type="http://schemas.openxmlformats.org/officeDocument/2006/relationships/image" Target="../media/image149.wmf"/><Relationship Id="rId11" Type="http://schemas.openxmlformats.org/officeDocument/2006/relationships/image" Target="../media/image151.wmf"/><Relationship Id="rId10" Type="http://schemas.openxmlformats.org/officeDocument/2006/relationships/image" Target="../media/image150.wmf"/><Relationship Id="rId1" Type="http://schemas.openxmlformats.org/officeDocument/2006/relationships/image" Target="../media/image148.wmf"/></Relationships>
</file>

<file path=ppt/drawings/_rels/vmlDrawing46.vml.rels><?xml version="1.0" encoding="UTF-8" standalone="yes"?>
<Relationships xmlns="http://schemas.openxmlformats.org/package/2006/relationships"><Relationship Id="rId9" Type="http://schemas.openxmlformats.org/officeDocument/2006/relationships/image" Target="../media/image158.wmf"/><Relationship Id="rId8" Type="http://schemas.openxmlformats.org/officeDocument/2006/relationships/image" Target="../media/image157.wmf"/><Relationship Id="rId7" Type="http://schemas.openxmlformats.org/officeDocument/2006/relationships/image" Target="../media/image156.wmf"/><Relationship Id="rId6" Type="http://schemas.openxmlformats.org/officeDocument/2006/relationships/image" Target="../media/image152.wmf"/><Relationship Id="rId5" Type="http://schemas.openxmlformats.org/officeDocument/2006/relationships/image" Target="../media/image155.wmf"/><Relationship Id="rId4" Type="http://schemas.openxmlformats.org/officeDocument/2006/relationships/image" Target="../media/image154.wmf"/><Relationship Id="rId3" Type="http://schemas.openxmlformats.org/officeDocument/2006/relationships/image" Target="../media/image153.wmf"/><Relationship Id="rId2" Type="http://schemas.openxmlformats.org/officeDocument/2006/relationships/image" Target="../media/image149.wmf"/><Relationship Id="rId12" Type="http://schemas.openxmlformats.org/officeDocument/2006/relationships/image" Target="../media/image151.wmf"/><Relationship Id="rId11" Type="http://schemas.openxmlformats.org/officeDocument/2006/relationships/image" Target="../media/image159.wmf"/><Relationship Id="rId10" Type="http://schemas.openxmlformats.org/officeDocument/2006/relationships/image" Target="../media/image150.wmf"/><Relationship Id="rId1" Type="http://schemas.openxmlformats.org/officeDocument/2006/relationships/image" Target="../media/image148.wmf"/></Relationships>
</file>

<file path=ppt/drawings/_rels/vmlDrawing47.vml.rels><?xml version="1.0" encoding="UTF-8" standalone="yes"?>
<Relationships xmlns="http://schemas.openxmlformats.org/package/2006/relationships"><Relationship Id="rId9" Type="http://schemas.openxmlformats.org/officeDocument/2006/relationships/image" Target="../media/image158.wmf"/><Relationship Id="rId8" Type="http://schemas.openxmlformats.org/officeDocument/2006/relationships/image" Target="../media/image157.wmf"/><Relationship Id="rId7" Type="http://schemas.openxmlformats.org/officeDocument/2006/relationships/image" Target="../media/image156.wmf"/><Relationship Id="rId6" Type="http://schemas.openxmlformats.org/officeDocument/2006/relationships/image" Target="../media/image152.wmf"/><Relationship Id="rId5" Type="http://schemas.openxmlformats.org/officeDocument/2006/relationships/image" Target="../media/image155.wmf"/><Relationship Id="rId4" Type="http://schemas.openxmlformats.org/officeDocument/2006/relationships/image" Target="../media/image154.wmf"/><Relationship Id="rId3" Type="http://schemas.openxmlformats.org/officeDocument/2006/relationships/image" Target="../media/image153.wmf"/><Relationship Id="rId2" Type="http://schemas.openxmlformats.org/officeDocument/2006/relationships/image" Target="../media/image149.wmf"/><Relationship Id="rId13" Type="http://schemas.openxmlformats.org/officeDocument/2006/relationships/image" Target="../media/image160.wmf"/><Relationship Id="rId12" Type="http://schemas.openxmlformats.org/officeDocument/2006/relationships/image" Target="../media/image151.wmf"/><Relationship Id="rId11" Type="http://schemas.openxmlformats.org/officeDocument/2006/relationships/image" Target="../media/image159.wmf"/><Relationship Id="rId10" Type="http://schemas.openxmlformats.org/officeDocument/2006/relationships/image" Target="../media/image150.wmf"/><Relationship Id="rId1" Type="http://schemas.openxmlformats.org/officeDocument/2006/relationships/image" Target="../media/image148.wmf"/></Relationships>
</file>

<file path=ppt/drawings/_rels/vmlDrawing48.vml.rels><?xml version="1.0" encoding="UTF-8" standalone="yes"?>
<Relationships xmlns="http://schemas.openxmlformats.org/package/2006/relationships"><Relationship Id="rId9" Type="http://schemas.openxmlformats.org/officeDocument/2006/relationships/image" Target="../media/image158.wmf"/><Relationship Id="rId8" Type="http://schemas.openxmlformats.org/officeDocument/2006/relationships/image" Target="../media/image157.wmf"/><Relationship Id="rId7" Type="http://schemas.openxmlformats.org/officeDocument/2006/relationships/image" Target="../media/image156.wmf"/><Relationship Id="rId6" Type="http://schemas.openxmlformats.org/officeDocument/2006/relationships/image" Target="../media/image152.wmf"/><Relationship Id="rId5" Type="http://schemas.openxmlformats.org/officeDocument/2006/relationships/image" Target="../media/image155.wmf"/><Relationship Id="rId4" Type="http://schemas.openxmlformats.org/officeDocument/2006/relationships/image" Target="../media/image154.wmf"/><Relationship Id="rId3" Type="http://schemas.openxmlformats.org/officeDocument/2006/relationships/image" Target="../media/image153.wmf"/><Relationship Id="rId2" Type="http://schemas.openxmlformats.org/officeDocument/2006/relationships/image" Target="../media/image149.wmf"/><Relationship Id="rId13" Type="http://schemas.openxmlformats.org/officeDocument/2006/relationships/image" Target="../media/image160.wmf"/><Relationship Id="rId12" Type="http://schemas.openxmlformats.org/officeDocument/2006/relationships/image" Target="../media/image151.wmf"/><Relationship Id="rId11" Type="http://schemas.openxmlformats.org/officeDocument/2006/relationships/image" Target="../media/image159.wmf"/><Relationship Id="rId10" Type="http://schemas.openxmlformats.org/officeDocument/2006/relationships/image" Target="../media/image150.wmf"/><Relationship Id="rId1" Type="http://schemas.openxmlformats.org/officeDocument/2006/relationships/image" Target="../media/image148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6575" cy="51117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9048" tIns="49524" rIns="99048" bIns="49524" numCol="1" anchor="t" anchorCtr="0" compatLnSpc="1"/>
          <a:lstStyle>
            <a:lvl1pPr algn="l" defTabSz="990600" eaLnBrk="1" hangingPunct="1">
              <a:defRPr kumimoji="1" sz="1300" b="0">
                <a:latin typeface="Tahoma" panose="020B060403050404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4022725" y="0"/>
            <a:ext cx="3076575" cy="51117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9048" tIns="49524" rIns="99048" bIns="49524" numCol="1" anchor="t" anchorCtr="0" compatLnSpc="1"/>
          <a:lstStyle>
            <a:lvl1pPr algn="r" defTabSz="990600" eaLnBrk="1" hangingPunct="1">
              <a:defRPr kumimoji="1" sz="1300" b="0">
                <a:latin typeface="Tahoma" panose="020B060403050404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148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723438"/>
            <a:ext cx="3076575" cy="51117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9048" tIns="49524" rIns="99048" bIns="49524" numCol="1" anchor="b" anchorCtr="0" compatLnSpc="1"/>
          <a:lstStyle>
            <a:lvl1pPr algn="l" defTabSz="990600" eaLnBrk="1" hangingPunct="1">
              <a:defRPr kumimoji="1" sz="1300" b="0">
                <a:latin typeface="Tahoma" panose="020B060403050404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149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022725" y="9723438"/>
            <a:ext cx="3076575" cy="51117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9048" tIns="49524" rIns="99048" bIns="49524" numCol="1" anchor="b" anchorCtr="0" compatLnSpc="1"/>
          <a:lstStyle>
            <a:lvl1pPr algn="r" defTabSz="990600" eaLnBrk="1" hangingPunct="1">
              <a:defRPr kumimoji="1" sz="1300" b="0">
                <a:latin typeface="Tahoma" panose="020B060403050404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fld id="{0D711B14-E4DE-4EB4-94A6-30F06BB7B050}" type="slidenum">
              <a:rPr lang="en-US" altLang="zh-CN"/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6575" cy="51117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9048" tIns="49524" rIns="99048" bIns="49524" numCol="1" anchor="t" anchorCtr="0" compatLnSpc="1"/>
          <a:lstStyle>
            <a:lvl1pPr algn="l" defTabSz="990600" eaLnBrk="1" hangingPunct="1">
              <a:defRPr kumimoji="1" sz="1300" b="0">
                <a:latin typeface="Tahoma" panose="020B060403050404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022725" y="0"/>
            <a:ext cx="3076575" cy="51117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9048" tIns="49524" rIns="99048" bIns="49524" numCol="1" anchor="t" anchorCtr="0" compatLnSpc="1"/>
          <a:lstStyle>
            <a:lvl1pPr algn="r" defTabSz="990600" eaLnBrk="1" hangingPunct="1">
              <a:defRPr kumimoji="1" sz="1300" b="0">
                <a:latin typeface="Tahoma" panose="020B060403050404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10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39700" y="768350"/>
            <a:ext cx="6819900" cy="3836988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02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46150" y="4860925"/>
            <a:ext cx="5207000" cy="460533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9048" tIns="49524" rIns="99048" bIns="49524" numCol="1" anchor="t" anchorCtr="0" compatLnSpc="1"/>
          <a:lstStyle/>
          <a:p>
            <a:pPr lvl="0"/>
            <a:r>
              <a:rPr lang="zh-CN" altLang="en-US" noProof="0"/>
              <a:t>单击此处编辑母版文本样式</a:t>
            </a:r>
            <a:endParaRPr lang="zh-CN" altLang="en-US" noProof="0"/>
          </a:p>
          <a:p>
            <a:pPr lvl="1"/>
            <a:r>
              <a:rPr lang="zh-CN" altLang="en-US" noProof="0"/>
              <a:t>第二级</a:t>
            </a:r>
            <a:endParaRPr lang="zh-CN" altLang="en-US" noProof="0"/>
          </a:p>
          <a:p>
            <a:pPr lvl="2"/>
            <a:r>
              <a:rPr lang="zh-CN" altLang="en-US" noProof="0"/>
              <a:t>第三级</a:t>
            </a:r>
            <a:endParaRPr lang="zh-CN" altLang="en-US" noProof="0"/>
          </a:p>
          <a:p>
            <a:pPr lvl="3"/>
            <a:r>
              <a:rPr lang="zh-CN" altLang="en-US" noProof="0"/>
              <a:t>第四级</a:t>
            </a:r>
            <a:endParaRPr lang="zh-CN" altLang="en-US" noProof="0"/>
          </a:p>
          <a:p>
            <a:pPr lvl="4"/>
            <a:r>
              <a:rPr lang="zh-CN" altLang="en-US" noProof="0"/>
              <a:t>第五级</a:t>
            </a:r>
            <a:endParaRPr lang="zh-CN" altLang="en-US" noProof="0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723438"/>
            <a:ext cx="3076575" cy="51117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9048" tIns="49524" rIns="99048" bIns="49524" numCol="1" anchor="b" anchorCtr="0" compatLnSpc="1"/>
          <a:lstStyle>
            <a:lvl1pPr algn="l" defTabSz="990600" eaLnBrk="1" hangingPunct="1">
              <a:defRPr kumimoji="1" sz="1300" b="0">
                <a:latin typeface="Tahoma" panose="020B060403050404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03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22725" y="9723438"/>
            <a:ext cx="3076575" cy="51117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9048" tIns="49524" rIns="99048" bIns="49524" numCol="1" anchor="b" anchorCtr="0" compatLnSpc="1"/>
          <a:lstStyle>
            <a:lvl1pPr algn="r" defTabSz="990600" eaLnBrk="1" hangingPunct="1">
              <a:defRPr kumimoji="1" sz="1300" b="0">
                <a:latin typeface="Tahoma" panose="020B060403050404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fld id="{21AD62CA-2BA6-4EB9-9B51-E6C04FFD0240}" type="slidenum">
              <a:rPr lang="en-US" altLang="zh-CN"/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6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9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0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39700" y="768350"/>
            <a:ext cx="6819900" cy="3836988"/>
          </a:xfrm>
        </p:spPr>
      </p:sp>
      <p:sp>
        <p:nvSpPr>
          <p:cNvPr id="7171" name="备注占位符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7172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9060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 defTabSz="99060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 defTabSz="99060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 defTabSz="99060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 defTabSz="99060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fld id="{E86C49AA-B994-4262-AD8D-C62DDA6D8CFC}" type="slidenum">
              <a:rPr lang="en-US" altLang="zh-CN" sz="1300" b="0" smtClean="0">
                <a:latin typeface="Tahoma" panose="020B0604030504040204" pitchFamily="34" charset="0"/>
                <a:ea typeface="宋体" panose="02010600030101010101" pitchFamily="2" charset="-122"/>
              </a:rPr>
            </a:fld>
            <a:endParaRPr lang="en-US" altLang="zh-CN" sz="13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C82A977-B0A6-481D-ADA5-169B853DFD28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C82A977-B0A6-481D-ADA5-169B853DFD28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幻灯片图像占位符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39700" y="768350"/>
            <a:ext cx="6819900" cy="3836988"/>
          </a:xfrm>
        </p:spPr>
      </p:sp>
      <p:sp>
        <p:nvSpPr>
          <p:cNvPr id="37891" name="备注占位符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7892" name="灯片编号占位符 3"/>
          <p:cNvSpPr txBox="1">
            <a:spLocks noGrp="1"/>
          </p:cNvSpPr>
          <p:nvPr/>
        </p:nvSpPr>
        <p:spPr bwMode="auto">
          <a:xfrm>
            <a:off x="4022725" y="9723438"/>
            <a:ext cx="3076575" cy="511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9048" tIns="49524" rIns="99048" bIns="49524" anchor="b"/>
          <a:lstStyle>
            <a:lvl1pPr algn="just" defTabSz="99060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 algn="just" defTabSz="99060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 algn="just" defTabSz="99060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 algn="just" defTabSz="99060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 algn="just" defTabSz="99060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algn="just" defTabSz="990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algn="just" defTabSz="990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algn="just" defTabSz="990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algn="just" defTabSz="990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algn="r" eaLnBrk="1" hangingPunct="1"/>
            <a:fld id="{4BA474BD-CBCA-421D-A6F3-2D7E1433D462}" type="slidenum">
              <a:rPr kumimoji="1" lang="en-US" altLang="zh-CN" sz="1300" b="0">
                <a:latin typeface="Tahoma" panose="020B0604030504040204" pitchFamily="34" charset="0"/>
                <a:ea typeface="宋体" panose="02010600030101010101" pitchFamily="2" charset="-122"/>
              </a:rPr>
            </a:fld>
            <a:endParaRPr kumimoji="1" lang="en-US" altLang="zh-CN" sz="13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幻灯片图像占位符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39700" y="768350"/>
            <a:ext cx="6819900" cy="3836988"/>
          </a:xfrm>
        </p:spPr>
      </p:sp>
      <p:sp>
        <p:nvSpPr>
          <p:cNvPr id="68611" name="备注占位符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68612" name="灯片编号占位符 3"/>
          <p:cNvSpPr txBox="1">
            <a:spLocks noGrp="1"/>
          </p:cNvSpPr>
          <p:nvPr/>
        </p:nvSpPr>
        <p:spPr bwMode="auto">
          <a:xfrm>
            <a:off x="4022725" y="9723438"/>
            <a:ext cx="3076575" cy="511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9048" tIns="49524" rIns="99048" bIns="49524" anchor="b"/>
          <a:lstStyle>
            <a:lvl1pPr algn="just" defTabSz="99060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 algn="just" defTabSz="99060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 algn="just" defTabSz="99060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 algn="just" defTabSz="99060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 algn="just" defTabSz="99060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algn="just" defTabSz="990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algn="just" defTabSz="990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algn="just" defTabSz="990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algn="just" defTabSz="990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algn="r" eaLnBrk="1" hangingPunct="1"/>
            <a:fld id="{4C545ECC-2C0B-4B8F-9DE2-93B6ABC0116B}" type="slidenum">
              <a:rPr kumimoji="1" lang="en-US" altLang="zh-CN" sz="1300" b="0">
                <a:latin typeface="Tahoma" panose="020B0604030504040204" pitchFamily="34" charset="0"/>
                <a:ea typeface="宋体" panose="02010600030101010101" pitchFamily="2" charset="-122"/>
              </a:rPr>
            </a:fld>
            <a:endParaRPr kumimoji="1" lang="en-US" altLang="zh-CN" sz="13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幻灯片图像占位符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39700" y="768350"/>
            <a:ext cx="6819900" cy="3836988"/>
          </a:xfrm>
        </p:spPr>
      </p:sp>
      <p:sp>
        <p:nvSpPr>
          <p:cNvPr id="68611" name="备注占位符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68612" name="灯片编号占位符 3"/>
          <p:cNvSpPr txBox="1">
            <a:spLocks noGrp="1"/>
          </p:cNvSpPr>
          <p:nvPr/>
        </p:nvSpPr>
        <p:spPr bwMode="auto">
          <a:xfrm>
            <a:off x="4022725" y="9723438"/>
            <a:ext cx="3076575" cy="511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9048" tIns="49524" rIns="99048" bIns="49524" anchor="b"/>
          <a:lstStyle>
            <a:lvl1pPr algn="just" defTabSz="99060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 algn="just" defTabSz="99060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 algn="just" defTabSz="99060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 algn="just" defTabSz="99060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 algn="just" defTabSz="99060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algn="just" defTabSz="990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algn="just" defTabSz="990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algn="just" defTabSz="990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algn="just" defTabSz="990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algn="r" eaLnBrk="1" hangingPunct="1"/>
            <a:fld id="{4C545ECC-2C0B-4B8F-9DE2-93B6ABC0116B}" type="slidenum">
              <a:rPr kumimoji="1" lang="en-US" altLang="zh-CN" sz="1300" b="0">
                <a:latin typeface="Tahoma" panose="020B0604030504040204" pitchFamily="34" charset="0"/>
                <a:ea typeface="宋体" panose="02010600030101010101" pitchFamily="2" charset="-122"/>
              </a:rPr>
            </a:fld>
            <a:endParaRPr kumimoji="1" lang="en-US" altLang="zh-CN" sz="13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幻灯片图像占位符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39700" y="768350"/>
            <a:ext cx="6819900" cy="3836988"/>
          </a:xfrm>
        </p:spPr>
      </p:sp>
      <p:sp>
        <p:nvSpPr>
          <p:cNvPr id="44035" name="备注占位符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zh-CN" altLang="en-US" sz="1200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这个平均自信息量的表达式和统计物理学中热熵的表达式很相似。在统计物理学中，热熵是一个物理系统杂乱性（无序性）的度量。这在概念上也有相似之处。因而就借用</a:t>
            </a:r>
            <a:r>
              <a:rPr lang="zh-CN" altLang="en-US" sz="1200" dirty="0">
                <a:solidFill>
                  <a:schemeClr val="tx1"/>
                </a:solidFill>
                <a:ea typeface="楷体_GB2312" pitchFamily="49" charset="-122"/>
              </a:rPr>
              <a:t>“</a:t>
            </a:r>
            <a:r>
              <a:rPr lang="zh-CN" altLang="en-US" sz="1200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熵</a:t>
            </a:r>
            <a:r>
              <a:rPr lang="zh-CN" altLang="en-US" sz="1200" dirty="0">
                <a:solidFill>
                  <a:schemeClr val="tx1"/>
                </a:solidFill>
                <a:ea typeface="楷体_GB2312" pitchFamily="49" charset="-122"/>
              </a:rPr>
              <a:t>”</a:t>
            </a:r>
            <a:r>
              <a:rPr lang="zh-CN" altLang="en-US" sz="1200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这个词把平均自信息量</a:t>
            </a:r>
            <a:r>
              <a:rPr lang="en-US" altLang="zh-CN" sz="1200" i="1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H</a:t>
            </a:r>
            <a:r>
              <a:rPr lang="zh-CN" altLang="en-US" sz="1200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（</a:t>
            </a:r>
            <a:r>
              <a:rPr lang="en-US" altLang="zh-CN" sz="1200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X</a:t>
            </a:r>
            <a:r>
              <a:rPr lang="zh-CN" altLang="en-US" sz="1200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）称为</a:t>
            </a:r>
            <a:r>
              <a:rPr lang="zh-CN" altLang="en-US" sz="1200" dirty="0">
                <a:solidFill>
                  <a:schemeClr val="tx1"/>
                </a:solidFill>
                <a:ea typeface="楷体_GB2312" pitchFamily="49" charset="-122"/>
              </a:rPr>
              <a:t>“</a:t>
            </a:r>
            <a:r>
              <a:rPr lang="zh-CN" altLang="en-US" sz="1200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信源熵</a:t>
            </a:r>
            <a:r>
              <a:rPr lang="zh-CN" altLang="en-US" sz="1200" dirty="0">
                <a:solidFill>
                  <a:schemeClr val="tx1"/>
                </a:solidFill>
                <a:ea typeface="楷体_GB2312" pitchFamily="49" charset="-122"/>
              </a:rPr>
              <a:t>”</a:t>
            </a:r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44036" name="灯片编号占位符 3"/>
          <p:cNvSpPr txBox="1">
            <a:spLocks noGrp="1"/>
          </p:cNvSpPr>
          <p:nvPr/>
        </p:nvSpPr>
        <p:spPr bwMode="auto">
          <a:xfrm>
            <a:off x="4022725" y="9723438"/>
            <a:ext cx="3076575" cy="511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9048" tIns="49524" rIns="99048" bIns="49524" anchor="b"/>
          <a:lstStyle>
            <a:lvl1pPr algn="just" defTabSz="99060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 algn="just" defTabSz="99060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 algn="just" defTabSz="99060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 algn="just" defTabSz="99060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 algn="just" defTabSz="99060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algn="just" defTabSz="990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algn="just" defTabSz="990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algn="just" defTabSz="990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algn="just" defTabSz="990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algn="r" eaLnBrk="1" hangingPunct="1"/>
            <a:fld id="{16587B65-09F5-4443-92DC-640C90A7B3C0}" type="slidenum">
              <a:rPr kumimoji="1" lang="en-US" altLang="zh-CN" sz="1300" b="0">
                <a:latin typeface="Tahoma" panose="020B0604030504040204" pitchFamily="34" charset="0"/>
                <a:ea typeface="宋体" panose="02010600030101010101" pitchFamily="2" charset="-122"/>
              </a:rPr>
            </a:fld>
            <a:endParaRPr kumimoji="1" lang="en-US" altLang="zh-CN" sz="13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ChangeArrowheads="1"/>
          </p:cNvSpPr>
          <p:nvPr userDrawn="1"/>
        </p:nvSpPr>
        <p:spPr bwMode="ltGray">
          <a:xfrm>
            <a:off x="2190751" y="2266951"/>
            <a:ext cx="1024467" cy="657225"/>
          </a:xfrm>
          <a:prstGeom prst="rect">
            <a:avLst/>
          </a:prstGeom>
          <a:gradFill>
            <a:gsLst>
              <a:gs pos="0">
                <a:srgbClr val="00B0F0"/>
              </a:gs>
              <a:gs pos="100000">
                <a:schemeClr val="bg1"/>
              </a:gs>
            </a:gsLst>
            <a:lin ang="18900000" scaled="1"/>
          </a:gradFill>
          <a:ln>
            <a:noFill/>
          </a:ln>
          <a:effectLst/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lang="zh-CN" altLang="en-US" sz="2400">
              <a:latin typeface="Times New Roman" panose="02020603050405020304" pitchFamily="18" charset="0"/>
            </a:endParaRPr>
          </a:p>
        </p:txBody>
      </p:sp>
      <p:sp>
        <p:nvSpPr>
          <p:cNvPr id="5" name="Rectangle 4"/>
          <p:cNvSpPr>
            <a:spLocks noChangeArrowheads="1"/>
          </p:cNvSpPr>
          <p:nvPr userDrawn="1"/>
        </p:nvSpPr>
        <p:spPr bwMode="ltGray">
          <a:xfrm>
            <a:off x="2419351" y="2852738"/>
            <a:ext cx="988483" cy="658812"/>
          </a:xfrm>
          <a:prstGeom prst="rect">
            <a:avLst/>
          </a:prstGeom>
          <a:gradFill flip="none" rotWithShape="1">
            <a:gsLst>
              <a:gs pos="0">
                <a:srgbClr val="FFFF00"/>
              </a:gs>
              <a:gs pos="100000">
                <a:schemeClr val="bg1"/>
              </a:gs>
            </a:gsLst>
            <a:lin ang="2700000" scaled="1"/>
            <a:tileRect/>
          </a:gradFill>
          <a:ln>
            <a:noFill/>
          </a:ln>
          <a:effectLst/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lang="zh-CN" altLang="en-US" sz="2400">
              <a:latin typeface="Times New Roman" panose="02020603050405020304" pitchFamily="18" charset="0"/>
            </a:endParaRPr>
          </a:p>
        </p:txBody>
      </p:sp>
      <p:sp>
        <p:nvSpPr>
          <p:cNvPr id="6" name="Rectangle 6"/>
          <p:cNvSpPr>
            <a:spLocks noChangeArrowheads="1"/>
          </p:cNvSpPr>
          <p:nvPr userDrawn="1"/>
        </p:nvSpPr>
        <p:spPr bwMode="ltGray">
          <a:xfrm>
            <a:off x="1488017" y="2790825"/>
            <a:ext cx="1310216" cy="585788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rgbClr val="FF0000"/>
              </a:gs>
            </a:gsLst>
            <a:lin ang="18900000" scaled="1"/>
          </a:gradFill>
          <a:ln>
            <a:noFill/>
          </a:ln>
          <a:effectLst/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lang="zh-CN" altLang="en-US" sz="2400">
              <a:latin typeface="Times New Roman" panose="02020603050405020304" pitchFamily="18" charset="0"/>
            </a:endParaRPr>
          </a:p>
        </p:txBody>
      </p:sp>
      <p:sp>
        <p:nvSpPr>
          <p:cNvPr id="7" name="Rectangle 8"/>
          <p:cNvSpPr>
            <a:spLocks noChangeArrowheads="1"/>
          </p:cNvSpPr>
          <p:nvPr userDrawn="1"/>
        </p:nvSpPr>
        <p:spPr bwMode="gray">
          <a:xfrm>
            <a:off x="2190751" y="3163889"/>
            <a:ext cx="8417983" cy="73025"/>
          </a:xfrm>
          <a:prstGeom prst="rect">
            <a:avLst/>
          </a:prstGeom>
          <a:solidFill>
            <a:schemeClr val="tx2">
              <a:lumMod val="75000"/>
            </a:schemeClr>
          </a:solidFill>
          <a:ln w="9525">
            <a:noFill/>
            <a:miter lim="800000"/>
          </a:ln>
          <a:effectLst/>
        </p:spPr>
        <p:txBody>
          <a:bodyPr rot="10800000" wrap="none" anchor="ctr"/>
          <a:lstStyle/>
          <a:p>
            <a:pPr algn="ctr" eaLnBrk="1" hangingPunct="1">
              <a:defRPr/>
            </a:pPr>
            <a:endParaRPr kumimoji="1" lang="zh-CN" altLang="zh-CN" sz="18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8" name="矩形 7"/>
          <p:cNvSpPr/>
          <p:nvPr userDrawn="1"/>
        </p:nvSpPr>
        <p:spPr bwMode="auto">
          <a:xfrm>
            <a:off x="2548095" y="2579132"/>
            <a:ext cx="101864" cy="911854"/>
          </a:xfrm>
          <a:prstGeom prst="rect">
            <a:avLst/>
          </a:prstGeom>
          <a:solidFill>
            <a:schemeClr val="tx2">
              <a:lumMod val="7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glow rad="139700">
              <a:schemeClr val="accent3">
                <a:satMod val="175000"/>
                <a:alpha val="40000"/>
              </a:schemeClr>
            </a:glow>
          </a:effectLst>
        </p:spPr>
        <p:txBody>
          <a:bodyPr/>
          <a:lstStyle/>
          <a:p>
            <a:pPr algn="just">
              <a:defRPr/>
            </a:pPr>
            <a:endParaRPr lang="zh-CN" altLang="en-US" sz="1600">
              <a:latin typeface="Times New Roman" panose="02020603050405020304" pitchFamily="18" charset="0"/>
            </a:endParaRPr>
          </a:p>
        </p:txBody>
      </p:sp>
      <p:sp>
        <p:nvSpPr>
          <p:cNvPr id="4108" name="Rectangle 12"/>
          <p:cNvSpPr>
            <a:spLocks noGrp="1" noChangeArrowheads="1"/>
          </p:cNvSpPr>
          <p:nvPr>
            <p:ph type="ctrTitle"/>
          </p:nvPr>
        </p:nvSpPr>
        <p:spPr>
          <a:xfrm>
            <a:off x="3407701" y="1988518"/>
            <a:ext cx="9245600" cy="1143000"/>
          </a:xfrm>
        </p:spPr>
        <p:txBody>
          <a:bodyPr/>
          <a:lstStyle>
            <a:lvl1pPr>
              <a:defRPr sz="44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4109" name="Rectangle 13"/>
          <p:cNvSpPr>
            <a:spLocks noGrp="1" noChangeArrowheads="1"/>
          </p:cNvSpPr>
          <p:nvPr>
            <p:ph type="subTitle" idx="1"/>
          </p:nvPr>
        </p:nvSpPr>
        <p:spPr>
          <a:xfrm>
            <a:off x="3042841" y="3417453"/>
            <a:ext cx="8534400" cy="1752600"/>
          </a:xfrm>
        </p:spPr>
        <p:txBody>
          <a:bodyPr/>
          <a:lstStyle>
            <a:lvl1pPr marL="0" indent="0" algn="ctr">
              <a:buFont typeface="Wingdings" panose="05000000000000000000" pitchFamily="2" charset="2"/>
              <a:buNone/>
              <a:defRPr/>
            </a:lvl1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9" name="Rectangle 14"/>
          <p:cNvSpPr>
            <a:spLocks noGrp="1" noChangeArrowheads="1"/>
          </p:cNvSpPr>
          <p:nvPr>
            <p:ph type="dt" sz="half" idx="10"/>
          </p:nvPr>
        </p:nvSpPr>
        <p:spPr bwMode="auto">
          <a:xfrm>
            <a:off x="1320800" y="6248400"/>
            <a:ext cx="25400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 algn="l" eaLnBrk="1" hangingPunct="1">
              <a:defRPr sz="1050" b="0">
                <a:solidFill>
                  <a:schemeClr val="bg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0" name="Rectangle 15"/>
          <p:cNvSpPr>
            <a:spLocks noGrp="1" noChangeArrowheads="1"/>
          </p:cNvSpPr>
          <p:nvPr>
            <p:ph type="ftr" sz="quarter" idx="11"/>
          </p:nvPr>
        </p:nvSpPr>
        <p:spPr>
          <a:xfrm>
            <a:off x="4572000" y="6248400"/>
            <a:ext cx="3860800" cy="457200"/>
          </a:xfrm>
        </p:spPr>
        <p:txBody>
          <a:bodyPr/>
          <a:lstStyle>
            <a:lvl1pPr algn="ctr">
              <a:defRPr>
                <a:solidFill>
                  <a:schemeClr val="bg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r>
              <a:rPr lang="en-US" altLang="zh-CN"/>
              <a:t>‹#›</a:t>
            </a:r>
            <a:endParaRPr lang="en-US" altLang="zh-CN"/>
          </a:p>
        </p:txBody>
      </p:sp>
      <p:sp>
        <p:nvSpPr>
          <p:cNvPr id="11" name="Rectangle 16"/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9144000" y="6248400"/>
            <a:ext cx="25400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defRPr sz="1050" b="0">
                <a:solidFill>
                  <a:schemeClr val="bg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fld id="{B3877736-2078-4F78-8C08-7934BB058B9F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156990" y="188641"/>
            <a:ext cx="9643533" cy="617537"/>
          </a:xfrm>
        </p:spPr>
        <p:txBody>
          <a:bodyPr/>
          <a:lstStyle>
            <a:lvl1pPr>
              <a:defRPr b="1">
                <a:solidFill>
                  <a:schemeClr val="tx2">
                    <a:lumMod val="7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>
            <a:lvl1pPr algn="l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defRPr sz="2800" b="0">
                <a:solidFill>
                  <a:schemeClr val="tx1"/>
                </a:solidFill>
              </a:defRPr>
            </a:lvl1pPr>
            <a:lvl2pPr algn="l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defRPr sz="2400">
                <a:solidFill>
                  <a:schemeClr val="tx1"/>
                </a:solidFill>
              </a:defRPr>
            </a:lvl2pPr>
            <a:lvl3pPr algn="l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defRPr sz="2000">
                <a:solidFill>
                  <a:schemeClr val="tx1"/>
                </a:solidFill>
              </a:defRPr>
            </a:lvl3pPr>
            <a:lvl4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defRPr>
                <a:solidFill>
                  <a:schemeClr val="tx1"/>
                </a:solidFill>
              </a:defRPr>
            </a:lvl4pPr>
            <a:lvl5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Rectangle 12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BFA0D81-AB82-41F1-96FB-2256EA0B269D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Rectangle 12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9408152-93A6-4E2E-936F-747BDEB4F043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304800" y="990600"/>
            <a:ext cx="5689600" cy="5257800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990600"/>
            <a:ext cx="5689600" cy="5257800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E8856E0-6844-408D-A2A3-80F723A84795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Rectangle 12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59FF086-3640-4049-8F58-49F161D822C3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5" name="内容占位符 2"/>
          <p:cNvSpPr>
            <a:spLocks noGrp="1"/>
          </p:cNvSpPr>
          <p:nvPr>
            <p:ph idx="1"/>
          </p:nvPr>
        </p:nvSpPr>
        <p:spPr>
          <a:xfrm>
            <a:off x="719667" y="908050"/>
            <a:ext cx="10847917" cy="5302250"/>
          </a:xfrm>
        </p:spPr>
        <p:txBody>
          <a:bodyPr/>
          <a:lstStyle>
            <a:lvl1pPr algn="l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defRPr sz="2800" b="0">
                <a:solidFill>
                  <a:schemeClr val="tx1"/>
                </a:solidFill>
              </a:defRPr>
            </a:lvl1pPr>
            <a:lvl2pPr algn="l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defRPr sz="2400">
                <a:solidFill>
                  <a:schemeClr val="tx1"/>
                </a:solidFill>
              </a:defRPr>
            </a:lvl2pPr>
            <a:lvl3pPr algn="l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defRPr sz="2000">
                <a:solidFill>
                  <a:schemeClr val="tx1"/>
                </a:solidFill>
              </a:defRPr>
            </a:lvl3pPr>
            <a:lvl4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defRPr>
                <a:solidFill>
                  <a:schemeClr val="tx1"/>
                </a:solidFill>
              </a:defRPr>
            </a:lvl4pPr>
            <a:lvl5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Rectangle 12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E167D15-1DB6-4DF2-A54A-B21353247EDE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1"/>
          <p:cNvSpPr>
            <a:spLocks noGrp="1"/>
          </p:cNvSpPr>
          <p:nvPr>
            <p:ph type="title"/>
          </p:nvPr>
        </p:nvSpPr>
        <p:spPr>
          <a:xfrm>
            <a:off x="1320800" y="195264"/>
            <a:ext cx="9643533" cy="617537"/>
          </a:xfrm>
        </p:spPr>
        <p:txBody>
          <a:bodyPr/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5" name="内容占位符 2"/>
          <p:cNvSpPr>
            <a:spLocks noGrp="1"/>
          </p:cNvSpPr>
          <p:nvPr>
            <p:ph idx="1"/>
          </p:nvPr>
        </p:nvSpPr>
        <p:spPr>
          <a:xfrm>
            <a:off x="719667" y="908050"/>
            <a:ext cx="10847917" cy="5302250"/>
          </a:xfrm>
        </p:spPr>
        <p:txBody>
          <a:bodyPr/>
          <a:lstStyle>
            <a:lvl1pPr algn="l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defRPr sz="2800" b="0">
                <a:solidFill>
                  <a:schemeClr val="tx1"/>
                </a:solidFill>
              </a:defRPr>
            </a:lvl1pPr>
            <a:lvl2pPr algn="l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defRPr sz="2400">
                <a:solidFill>
                  <a:schemeClr val="tx1"/>
                </a:solidFill>
              </a:defRPr>
            </a:lvl2pPr>
            <a:lvl3pPr algn="l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defRPr sz="2000">
                <a:solidFill>
                  <a:schemeClr val="tx1"/>
                </a:solidFill>
              </a:defRPr>
            </a:lvl3pPr>
            <a:lvl4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defRPr>
                <a:solidFill>
                  <a:schemeClr val="tx1"/>
                </a:solidFill>
              </a:defRPr>
            </a:lvl4pPr>
            <a:lvl5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Rectangle 12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FD20F8E-4721-449C-BEC3-2A8DA90C7FAC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/>
          <a:lstStyle>
            <a:lvl1pPr algn="l">
              <a:defRPr sz="15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DF372BC-FAE8-436C-922A-922092FC5F27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/>
          <a:lstStyle>
            <a:lvl1pPr algn="l">
              <a:defRPr sz="15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32ED41E-012A-484C-B10F-DC3D7D521505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Rectangle 12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F252E0C-BC25-4456-8CEC-0586051C3E7F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991600" y="373066"/>
            <a:ext cx="2895600" cy="5875337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304800" y="373066"/>
            <a:ext cx="8483600" cy="5875337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Rectangle 12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19AA98-0DBD-4C33-9F74-74B65AAEF5CF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828800" y="373066"/>
            <a:ext cx="9956800" cy="617537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304800" y="990600"/>
            <a:ext cx="5689600" cy="52578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990600"/>
            <a:ext cx="5689600" cy="52578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A06135C-8C71-4A3C-AB4C-3410EA27D1ED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2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08734" y="46039"/>
            <a:ext cx="1352551" cy="903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6" name="内容占位符 2"/>
          <p:cNvSpPr>
            <a:spLocks noGrp="1"/>
          </p:cNvSpPr>
          <p:nvPr>
            <p:ph idx="1"/>
          </p:nvPr>
        </p:nvSpPr>
        <p:spPr>
          <a:xfrm>
            <a:off x="719667" y="908050"/>
            <a:ext cx="10847917" cy="5302250"/>
          </a:xfrm>
        </p:spPr>
        <p:txBody>
          <a:bodyPr/>
          <a:lstStyle>
            <a:lvl1pPr algn="l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defRPr sz="2800" b="0">
                <a:solidFill>
                  <a:schemeClr val="tx1"/>
                </a:solidFill>
              </a:defRPr>
            </a:lvl1pPr>
            <a:lvl2pPr algn="l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defRPr sz="2400">
                <a:solidFill>
                  <a:schemeClr val="tx1"/>
                </a:solidFill>
              </a:defRPr>
            </a:lvl2pPr>
            <a:lvl3pPr algn="l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defRPr sz="2000">
                <a:solidFill>
                  <a:schemeClr val="tx1"/>
                </a:solidFill>
              </a:defRPr>
            </a:lvl3pPr>
            <a:lvl4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defRPr>
                <a:solidFill>
                  <a:schemeClr val="tx1"/>
                </a:solidFill>
              </a:defRPr>
            </a:lvl4pPr>
            <a:lvl5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页脚占位符 2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E8B4E7E-4E22-47F9-8BE0-0B45999E74BC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1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7"/>
          <p:cNvSpPr>
            <a:spLocks noGrp="1"/>
          </p:cNvSpPr>
          <p:nvPr>
            <p:ph type="sldNum" sz="quarter" idx="12"/>
          </p:nvPr>
        </p:nvSpPr>
        <p:spPr>
          <a:xfrm>
            <a:off x="9604672" y="6500192"/>
            <a:ext cx="2540000" cy="457200"/>
          </a:xfrm>
        </p:spPr>
        <p:txBody>
          <a:bodyPr/>
          <a:lstStyle>
            <a:lvl1pPr>
              <a:defRPr lang="en-US" altLang="zh-CN" sz="1050" b="0" smtClean="0">
                <a:solidFill>
                  <a:schemeClr val="bg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</a:lstStyle>
          <a:p>
            <a:fld id="{EDDA1B54-798F-4E86-B51C-9389C6B86C77}" type="slidenum">
              <a:rPr lang="en-US" altLang="zh-CN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914400" y="609600"/>
            <a:ext cx="10363200" cy="54864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灯片编号占位符 7"/>
          <p:cNvSpPr>
            <a:spLocks noGrp="1"/>
          </p:cNvSpPr>
          <p:nvPr>
            <p:ph type="sldNum" sz="quarter" idx="12"/>
          </p:nvPr>
        </p:nvSpPr>
        <p:spPr>
          <a:xfrm>
            <a:off x="9604672" y="6500192"/>
            <a:ext cx="2540000" cy="457200"/>
          </a:xfrm>
        </p:spPr>
        <p:txBody>
          <a:bodyPr/>
          <a:lstStyle>
            <a:lvl1pPr>
              <a:defRPr lang="en-US" altLang="zh-CN" sz="1050" b="0" smtClean="0">
                <a:solidFill>
                  <a:schemeClr val="bg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</a:lstStyle>
          <a:p>
            <a:fld id="{EDDA1B54-798F-4E86-B51C-9389C6B86C77}" type="slidenum">
              <a:rPr lang="en-US" altLang="zh-CN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>
  <p:cSld name="标题，一项大型内容和两项小型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14400" y="609600"/>
            <a:ext cx="10363200" cy="11430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914400" y="1981200"/>
            <a:ext cx="5080000" cy="4114800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quarter" idx="2" hasCustomPrompt="1"/>
          </p:nvPr>
        </p:nvSpPr>
        <p:spPr>
          <a:xfrm>
            <a:off x="6197600" y="1981200"/>
            <a:ext cx="5080000" cy="1981200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内容占位符 4"/>
          <p:cNvSpPr>
            <a:spLocks noGrp="1"/>
          </p:cNvSpPr>
          <p:nvPr>
            <p:ph sz="quarter" idx="3" hasCustomPrompt="1"/>
          </p:nvPr>
        </p:nvSpPr>
        <p:spPr>
          <a:xfrm>
            <a:off x="6197600" y="4114800"/>
            <a:ext cx="5080000" cy="1981200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0"/>
          </p:nvPr>
        </p:nvSpPr>
        <p:spPr>
          <a:xfrm>
            <a:off x="914400" y="6248400"/>
            <a:ext cx="25400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页脚占位符 6"/>
          <p:cNvSpPr>
            <a:spLocks noGrp="1"/>
          </p:cNvSpPr>
          <p:nvPr>
            <p:ph type="ftr" sz="quarter" idx="11"/>
          </p:nvPr>
        </p:nvSpPr>
        <p:spPr>
          <a:xfrm>
            <a:off x="4165600" y="6248400"/>
            <a:ext cx="38608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‹#›</a:t>
            </a:r>
            <a:endParaRPr lang="en-US" altLang="zh-CN"/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>
          <a:xfrm>
            <a:off x="9604672" y="6500192"/>
            <a:ext cx="2540000" cy="457200"/>
          </a:xfrm>
        </p:spPr>
        <p:txBody>
          <a:bodyPr/>
          <a:lstStyle>
            <a:lvl1pPr>
              <a:defRPr lang="en-US" altLang="zh-CN" sz="1050" b="0" smtClean="0">
                <a:solidFill>
                  <a:schemeClr val="bg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</a:lstStyle>
          <a:p>
            <a:fld id="{EDDA1B54-798F-4E86-B51C-9389C6B86C77}" type="slidenum">
              <a:rPr lang="en-US" altLang="zh-CN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 lang="en-US" altLang="zh-CN" sz="1050" b="0" smtClean="0">
                <a:solidFill>
                  <a:schemeClr val="bg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</a:lstStyle>
          <a:p>
            <a:fld id="{EDDA1B54-798F-4E86-B51C-9389C6B86C77}" type="slidenum">
              <a:rPr lang="en-US" altLang="zh-CN" smtClean="0"/>
            </a:fld>
            <a:endParaRPr lang="zh-CN" altLang="en-US" dirty="0"/>
          </a:p>
        </p:txBody>
      </p:sp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 lang="en-US" altLang="zh-CN" sz="1050" b="0" smtClean="0">
                <a:solidFill>
                  <a:schemeClr val="bg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</a:lstStyle>
          <a:p>
            <a:fld id="{EDDA1B54-798F-4E86-B51C-9389C6B86C77}" type="slidenum">
              <a:rPr lang="en-US" altLang="zh-CN" smtClean="0"/>
            </a:fld>
            <a:endParaRPr lang="zh-CN" altLang="en-US" dirty="0"/>
          </a:p>
        </p:txBody>
      </p:sp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 lang="en-US" altLang="zh-CN" sz="1050" b="0" smtClean="0">
                <a:solidFill>
                  <a:schemeClr val="bg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</a:lstStyle>
          <a:p>
            <a:fld id="{EDDA1B54-798F-4E86-B51C-9389C6B86C77}" type="slidenum">
              <a:rPr lang="en-US" altLang="zh-CN" smtClean="0"/>
            </a:fld>
            <a:endParaRPr lang="zh-CN" altLang="en-US" dirty="0"/>
          </a:p>
        </p:txBody>
      </p:sp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 lang="en-US" altLang="zh-CN" sz="1050" b="0" smtClean="0">
                <a:solidFill>
                  <a:schemeClr val="bg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</a:lstStyle>
          <a:p>
            <a:fld id="{EDDA1B54-798F-4E86-B51C-9389C6B86C77}" type="slidenum">
              <a:rPr lang="en-US" altLang="zh-CN" smtClean="0"/>
            </a:fld>
            <a:endParaRPr lang="zh-CN" altLang="en-US" dirty="0"/>
          </a:p>
        </p:txBody>
      </p:sp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>
  <p:cSld name="标题，文本与两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828800" y="373064"/>
            <a:ext cx="9956800" cy="617537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304800" y="990600"/>
            <a:ext cx="5689600" cy="52578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6197600" y="990600"/>
            <a:ext cx="5689600" cy="25527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6197600" y="3695700"/>
            <a:ext cx="5689600" cy="25527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 lang="en-US" altLang="zh-CN" sz="1050" b="0" smtClean="0">
                <a:solidFill>
                  <a:schemeClr val="bg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</a:lstStyle>
          <a:p>
            <a:fld id="{EDDA1B54-798F-4E86-B51C-9389C6B86C77}" type="slidenum">
              <a:rPr lang="en-US" altLang="zh-CN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2" Type="http://schemas.openxmlformats.org/officeDocument/2006/relationships/theme" Target="../theme/theme1.xml"/><Relationship Id="rId21" Type="http://schemas.openxmlformats.org/officeDocument/2006/relationships/slideLayout" Target="../slideLayouts/slideLayout21.xml"/><Relationship Id="rId20" Type="http://schemas.openxmlformats.org/officeDocument/2006/relationships/slideLayout" Target="../slideLayouts/slideLayout20.xml"/><Relationship Id="rId2" Type="http://schemas.openxmlformats.org/officeDocument/2006/relationships/slideLayout" Target="../slideLayouts/slideLayout2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9"/>
          <p:cNvSpPr>
            <a:spLocks noGrp="1" noChangeArrowheads="1"/>
          </p:cNvSpPr>
          <p:nvPr>
            <p:ph type="title"/>
          </p:nvPr>
        </p:nvSpPr>
        <p:spPr bwMode="auto">
          <a:xfrm>
            <a:off x="1320800" y="195264"/>
            <a:ext cx="9643533" cy="6175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/>
          <a:lstStyle/>
          <a:p>
            <a:pPr lvl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27" name="Rectangle 10"/>
          <p:cNvSpPr>
            <a:spLocks noGrp="1" noChangeArrowheads="1"/>
          </p:cNvSpPr>
          <p:nvPr>
            <p:ph type="body" idx="1"/>
          </p:nvPr>
        </p:nvSpPr>
        <p:spPr bwMode="auto">
          <a:xfrm>
            <a:off x="719667" y="908050"/>
            <a:ext cx="10847917" cy="5302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endParaRPr lang="zh-CN" altLang="en-US"/>
          </a:p>
          <a:p>
            <a:pPr lvl="3"/>
            <a:endParaRPr lang="zh-CN" altLang="en-US"/>
          </a:p>
        </p:txBody>
      </p:sp>
      <p:sp>
        <p:nvSpPr>
          <p:cNvPr id="3084" name="Rectangle 12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10416117" y="6324600"/>
            <a:ext cx="16256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defRPr sz="1050" b="0">
                <a:ea typeface="宋体" panose="02010600030101010101" pitchFamily="2" charset="-122"/>
              </a:defRPr>
            </a:lvl1pPr>
          </a:lstStyle>
          <a:p>
            <a:pPr>
              <a:defRPr/>
            </a:pPr>
            <a:fld id="{66BFBE74-15F4-4EF0-A09C-93CB4429A232}" type="slidenum">
              <a:rPr lang="en-US" altLang="zh-CN" smtClean="0"/>
            </a:fld>
            <a:endParaRPr lang="en-US" altLang="zh-CN"/>
          </a:p>
        </p:txBody>
      </p:sp>
      <p:sp>
        <p:nvSpPr>
          <p:cNvPr id="1029" name="Text Box 17"/>
          <p:cNvSpPr txBox="1">
            <a:spLocks noChangeArrowheads="1"/>
          </p:cNvSpPr>
          <p:nvPr userDrawn="1"/>
        </p:nvSpPr>
        <p:spPr bwMode="auto">
          <a:xfrm>
            <a:off x="609600" y="6400800"/>
            <a:ext cx="88392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just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 algn="just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 algn="just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 algn="just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 algn="just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algn="just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algn="just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algn="just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algn="just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algn="l" eaLnBrk="1" hangingPunct="1">
              <a:spcBef>
                <a:spcPct val="50000"/>
              </a:spcBef>
              <a:defRPr/>
            </a:pPr>
            <a:endParaRPr kumimoji="1" lang="zh-CN" altLang="zh-CN" sz="18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3092" name="Text Box 20"/>
          <p:cNvSpPr txBox="1">
            <a:spLocks noChangeArrowheads="1"/>
          </p:cNvSpPr>
          <p:nvPr userDrawn="1"/>
        </p:nvSpPr>
        <p:spPr bwMode="auto">
          <a:xfrm>
            <a:off x="3454400" y="6415089"/>
            <a:ext cx="7620000" cy="300037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algn="r">
              <a:spcBef>
                <a:spcPct val="50000"/>
              </a:spcBef>
              <a:defRPr/>
            </a:pPr>
            <a:endParaRPr lang="zh-CN" altLang="zh-CN" sz="1350">
              <a:latin typeface="Times New Roman" panose="02020603050405020304" pitchFamily="18" charset="0"/>
            </a:endParaRPr>
          </a:p>
        </p:txBody>
      </p:sp>
      <p:sp>
        <p:nvSpPr>
          <p:cNvPr id="15" name="Rectangle 2"/>
          <p:cNvSpPr>
            <a:spLocks noChangeArrowheads="1"/>
          </p:cNvSpPr>
          <p:nvPr userDrawn="1"/>
        </p:nvSpPr>
        <p:spPr bwMode="ltGray">
          <a:xfrm>
            <a:off x="395818" y="234951"/>
            <a:ext cx="613833" cy="468313"/>
          </a:xfrm>
          <a:prstGeom prst="rect">
            <a:avLst/>
          </a:prstGeom>
          <a:gradFill>
            <a:gsLst>
              <a:gs pos="0">
                <a:srgbClr val="00B0F0"/>
              </a:gs>
              <a:gs pos="100000">
                <a:schemeClr val="bg1"/>
              </a:gs>
            </a:gsLst>
            <a:lin ang="18900000" scaled="1"/>
          </a:gradFill>
          <a:ln>
            <a:noFill/>
          </a:ln>
          <a:effectLst/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lang="zh-CN" altLang="en-US" sz="2400">
              <a:latin typeface="Times New Roman" panose="02020603050405020304" pitchFamily="18" charset="0"/>
            </a:endParaRPr>
          </a:p>
        </p:txBody>
      </p:sp>
      <p:sp>
        <p:nvSpPr>
          <p:cNvPr id="16" name="Rectangle 4"/>
          <p:cNvSpPr>
            <a:spLocks noChangeArrowheads="1"/>
          </p:cNvSpPr>
          <p:nvPr userDrawn="1"/>
        </p:nvSpPr>
        <p:spPr bwMode="ltGray">
          <a:xfrm>
            <a:off x="563034" y="657226"/>
            <a:ext cx="590551" cy="468313"/>
          </a:xfrm>
          <a:prstGeom prst="rect">
            <a:avLst/>
          </a:prstGeom>
          <a:gradFill flip="none" rotWithShape="1">
            <a:gsLst>
              <a:gs pos="0">
                <a:srgbClr val="FFFF00"/>
              </a:gs>
              <a:gs pos="100000">
                <a:schemeClr val="bg1"/>
              </a:gs>
            </a:gsLst>
            <a:lin ang="2700000" scaled="1"/>
            <a:tileRect/>
          </a:gradFill>
          <a:ln>
            <a:noFill/>
          </a:ln>
          <a:effectLst/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lang="zh-CN" altLang="en-US" sz="2400">
              <a:latin typeface="Times New Roman" panose="02020603050405020304" pitchFamily="18" charset="0"/>
            </a:endParaRPr>
          </a:p>
        </p:txBody>
      </p:sp>
      <p:sp>
        <p:nvSpPr>
          <p:cNvPr id="17" name="Rectangle 6"/>
          <p:cNvSpPr>
            <a:spLocks noChangeArrowheads="1"/>
          </p:cNvSpPr>
          <p:nvPr userDrawn="1"/>
        </p:nvSpPr>
        <p:spPr bwMode="ltGray">
          <a:xfrm>
            <a:off x="2118" y="584201"/>
            <a:ext cx="783167" cy="41592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rgbClr val="FF0000"/>
              </a:gs>
            </a:gsLst>
            <a:lin ang="18900000" scaled="1"/>
          </a:gradFill>
          <a:ln>
            <a:noFill/>
          </a:ln>
          <a:effectLst/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lang="zh-CN" altLang="en-US" sz="2400">
              <a:latin typeface="Times New Roman" panose="02020603050405020304" pitchFamily="18" charset="0"/>
            </a:endParaRPr>
          </a:p>
        </p:txBody>
      </p:sp>
      <p:sp>
        <p:nvSpPr>
          <p:cNvPr id="3080" name="Rectangle 8"/>
          <p:cNvSpPr>
            <a:spLocks noChangeArrowheads="1"/>
          </p:cNvSpPr>
          <p:nvPr/>
        </p:nvSpPr>
        <p:spPr bwMode="gray">
          <a:xfrm>
            <a:off x="395818" y="811214"/>
            <a:ext cx="11491383" cy="53975"/>
          </a:xfrm>
          <a:prstGeom prst="rect">
            <a:avLst/>
          </a:prstGeom>
          <a:solidFill>
            <a:schemeClr val="tx2">
              <a:lumMod val="75000"/>
            </a:schemeClr>
          </a:solidFill>
          <a:ln w="9525">
            <a:noFill/>
            <a:miter lim="800000"/>
          </a:ln>
          <a:effectLst/>
        </p:spPr>
        <p:txBody>
          <a:bodyPr rot="10800000" wrap="none" anchor="ctr"/>
          <a:lstStyle/>
          <a:p>
            <a:pPr algn="ctr" eaLnBrk="1" hangingPunct="1">
              <a:defRPr/>
            </a:pPr>
            <a:endParaRPr kumimoji="1" lang="zh-CN" altLang="zh-CN" sz="18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3" name="矩形 2"/>
          <p:cNvSpPr/>
          <p:nvPr userDrawn="1"/>
        </p:nvSpPr>
        <p:spPr bwMode="auto">
          <a:xfrm>
            <a:off x="754454" y="466650"/>
            <a:ext cx="60959" cy="648072"/>
          </a:xfrm>
          <a:prstGeom prst="rect">
            <a:avLst/>
          </a:prstGeom>
          <a:solidFill>
            <a:schemeClr val="tx2">
              <a:lumMod val="7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glow rad="139700">
              <a:schemeClr val="accent3">
                <a:satMod val="175000"/>
                <a:alpha val="40000"/>
              </a:schemeClr>
            </a:glow>
          </a:effectLst>
        </p:spPr>
        <p:txBody>
          <a:bodyPr/>
          <a:lstStyle/>
          <a:p>
            <a:pPr algn="just">
              <a:defRPr/>
            </a:pPr>
            <a:endParaRPr lang="zh-CN" altLang="en-US" sz="1600">
              <a:latin typeface="Times New Roman" panose="02020603050405020304" pitchFamily="18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</p:sldLayoutIdLst>
  <p:hf sldNum="0"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kumimoji="1" sz="4400" b="1">
          <a:solidFill>
            <a:srgbClr val="262673"/>
          </a:solidFill>
          <a:latin typeface="宋体" panose="02010600030101010101" pitchFamily="2" charset="-122"/>
          <a:ea typeface="宋体" panose="02010600030101010101" pitchFamily="2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kumimoji="1" sz="4400" b="1">
          <a:solidFill>
            <a:srgbClr val="262673"/>
          </a:solidFill>
          <a:latin typeface="宋体" panose="02010600030101010101" pitchFamily="2" charset="-122"/>
          <a:ea typeface="宋体" panose="02010600030101010101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kumimoji="1" sz="4400" b="1">
          <a:solidFill>
            <a:srgbClr val="262673"/>
          </a:solidFill>
          <a:latin typeface="宋体" panose="02010600030101010101" pitchFamily="2" charset="-122"/>
          <a:ea typeface="宋体" panose="02010600030101010101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kumimoji="1" sz="4400" b="1">
          <a:solidFill>
            <a:srgbClr val="262673"/>
          </a:solidFill>
          <a:latin typeface="宋体" panose="02010600030101010101" pitchFamily="2" charset="-122"/>
          <a:ea typeface="宋体" panose="02010600030101010101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kumimoji="1" sz="4400" b="1">
          <a:solidFill>
            <a:srgbClr val="262673"/>
          </a:solidFill>
          <a:latin typeface="宋体" panose="02010600030101010101" pitchFamily="2" charset="-122"/>
          <a:ea typeface="宋体" panose="02010600030101010101" pitchFamily="2" charset="-122"/>
        </a:defRPr>
      </a:lvl5pPr>
      <a:lvl6pPr marL="342900" algn="l" rtl="0" fontAlgn="base">
        <a:spcBef>
          <a:spcPct val="0"/>
        </a:spcBef>
        <a:spcAft>
          <a:spcPct val="0"/>
        </a:spcAft>
        <a:defRPr kumimoji="1" sz="3300">
          <a:solidFill>
            <a:schemeClr val="tx2"/>
          </a:solidFill>
          <a:latin typeface="Times New Roman" panose="02020603050405020304" pitchFamily="18" charset="0"/>
          <a:ea typeface="隶书" panose="02010509060101010101" pitchFamily="49" charset="-122"/>
        </a:defRPr>
      </a:lvl6pPr>
      <a:lvl7pPr marL="685800" algn="l" rtl="0" fontAlgn="base">
        <a:spcBef>
          <a:spcPct val="0"/>
        </a:spcBef>
        <a:spcAft>
          <a:spcPct val="0"/>
        </a:spcAft>
        <a:defRPr kumimoji="1" sz="3300">
          <a:solidFill>
            <a:schemeClr val="tx2"/>
          </a:solidFill>
          <a:latin typeface="Times New Roman" panose="02020603050405020304" pitchFamily="18" charset="0"/>
          <a:ea typeface="隶书" panose="02010509060101010101" pitchFamily="49" charset="-122"/>
        </a:defRPr>
      </a:lvl7pPr>
      <a:lvl8pPr marL="1028700" algn="l" rtl="0" fontAlgn="base">
        <a:spcBef>
          <a:spcPct val="0"/>
        </a:spcBef>
        <a:spcAft>
          <a:spcPct val="0"/>
        </a:spcAft>
        <a:defRPr kumimoji="1" sz="3300">
          <a:solidFill>
            <a:schemeClr val="tx2"/>
          </a:solidFill>
          <a:latin typeface="Times New Roman" panose="02020603050405020304" pitchFamily="18" charset="0"/>
          <a:ea typeface="隶书" panose="02010509060101010101" pitchFamily="49" charset="-122"/>
        </a:defRPr>
      </a:lvl8pPr>
      <a:lvl9pPr marL="1371600" algn="l" rtl="0" fontAlgn="base">
        <a:spcBef>
          <a:spcPct val="0"/>
        </a:spcBef>
        <a:spcAft>
          <a:spcPct val="0"/>
        </a:spcAft>
        <a:defRPr kumimoji="1" sz="3300">
          <a:solidFill>
            <a:schemeClr val="tx2"/>
          </a:solidFill>
          <a:latin typeface="Times New Roman" panose="02020603050405020304" pitchFamily="18" charset="0"/>
          <a:ea typeface="隶书" panose="02010509060101010101" pitchFamily="49" charset="-122"/>
        </a:defRPr>
      </a:lvl9pPr>
    </p:titleStyle>
    <p:bodyStyle>
      <a:lvl1pPr marL="257175" indent="-257175" algn="just" rtl="0" eaLnBrk="0" fontAlgn="base" hangingPunct="0">
        <a:lnSpc>
          <a:spcPct val="125000"/>
        </a:lnSpc>
        <a:spcBef>
          <a:spcPts val="600"/>
        </a:spcBef>
        <a:spcAft>
          <a:spcPts val="600"/>
        </a:spcAft>
        <a:buClr>
          <a:schemeClr val="folHlink"/>
        </a:buClr>
        <a:buSzPct val="60000"/>
        <a:buFont typeface="Wingdings" panose="05000000000000000000" pitchFamily="2" charset="2"/>
        <a:buChar char="n"/>
        <a:defRPr kumimoji="1" sz="2800" b="1">
          <a:solidFill>
            <a:schemeClr val="tx1"/>
          </a:solidFill>
          <a:latin typeface="Times New Roman" panose="02020603050405020304" pitchFamily="18" charset="0"/>
          <a:ea typeface="宋体" panose="02010600030101010101" pitchFamily="2" charset="-122"/>
          <a:cs typeface="+mn-cs"/>
        </a:defRPr>
      </a:lvl1pPr>
      <a:lvl2pPr marL="557530" indent="-214630" algn="just" rtl="0" eaLnBrk="0" fontAlgn="base" hangingPunct="0">
        <a:lnSpc>
          <a:spcPct val="113000"/>
        </a:lnSpc>
        <a:spcBef>
          <a:spcPct val="0"/>
        </a:spcBef>
        <a:spcAft>
          <a:spcPts val="600"/>
        </a:spcAft>
        <a:buClr>
          <a:schemeClr val="hlink"/>
        </a:buClr>
        <a:buSzPct val="85000"/>
        <a:buFont typeface="Wingdings" panose="05000000000000000000" pitchFamily="2" charset="2"/>
        <a:buChar char="Ø"/>
        <a:defRPr kumimoji="1" sz="2400">
          <a:solidFill>
            <a:schemeClr val="tx1"/>
          </a:solidFill>
          <a:latin typeface="Times New Roman" panose="02020603050405020304" pitchFamily="18" charset="0"/>
          <a:ea typeface="宋体" panose="02010600030101010101" pitchFamily="2" charset="-122"/>
        </a:defRPr>
      </a:lvl2pPr>
      <a:lvl3pPr marL="857250" indent="-171450" algn="just" rtl="0" eaLnBrk="0" fontAlgn="base" hangingPunct="0">
        <a:lnSpc>
          <a:spcPct val="125000"/>
        </a:lnSpc>
        <a:spcBef>
          <a:spcPts val="600"/>
        </a:spcBef>
        <a:spcAft>
          <a:spcPts val="600"/>
        </a:spcAft>
        <a:buClr>
          <a:schemeClr val="folHlink"/>
        </a:buClr>
        <a:buSzPct val="90000"/>
        <a:buFont typeface="Wingdings" panose="05000000000000000000" pitchFamily="2" charset="2"/>
        <a:defRPr kumimoji="1" sz="2400">
          <a:solidFill>
            <a:schemeClr val="tx1"/>
          </a:solidFill>
          <a:latin typeface="Times New Roman" panose="02020603050405020304" pitchFamily="18" charset="0"/>
          <a:ea typeface="宋体" panose="02010600030101010101" pitchFamily="2" charset="-122"/>
        </a:defRPr>
      </a:lvl3pPr>
      <a:lvl4pPr marL="1200150" indent="-171450" algn="just" rtl="0" eaLnBrk="0" fontAlgn="base" hangingPunct="0">
        <a:lnSpc>
          <a:spcPct val="125000"/>
        </a:lnSpc>
        <a:spcBef>
          <a:spcPts val="600"/>
        </a:spcBef>
        <a:spcAft>
          <a:spcPts val="600"/>
        </a:spcAft>
        <a:buClr>
          <a:schemeClr val="accent2"/>
        </a:buClr>
        <a:buSzPct val="85000"/>
        <a:buFont typeface="Wingdings" panose="05000000000000000000" pitchFamily="2" charset="2"/>
        <a:defRPr kumimoji="1">
          <a:solidFill>
            <a:schemeClr val="tx1"/>
          </a:solidFill>
          <a:latin typeface="Times New Roman" panose="02020603050405020304" pitchFamily="18" charset="0"/>
          <a:ea typeface="宋体" panose="02010600030101010101" pitchFamily="2" charset="-122"/>
        </a:defRPr>
      </a:lvl4pPr>
      <a:lvl5pPr marL="1543050" indent="-171450" algn="l" rtl="0" eaLnBrk="0" fontAlgn="base" hangingPunct="0">
        <a:lnSpc>
          <a:spcPct val="90000"/>
        </a:lnSpc>
        <a:spcBef>
          <a:spcPct val="20000"/>
        </a:spcBef>
        <a:spcAft>
          <a:spcPct val="2000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kumimoji="1" sz="1500" b="1">
          <a:solidFill>
            <a:srgbClr val="0000FF"/>
          </a:solidFill>
          <a:latin typeface="+mn-lt"/>
          <a:ea typeface="+mn-ea"/>
        </a:defRPr>
      </a:lvl5pPr>
      <a:lvl6pPr marL="1885950" indent="-171450" algn="l" rtl="0" fontAlgn="base">
        <a:lnSpc>
          <a:spcPct val="90000"/>
        </a:lnSpc>
        <a:spcBef>
          <a:spcPct val="20000"/>
        </a:spcBef>
        <a:spcAft>
          <a:spcPct val="2000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kumimoji="1" sz="1500" b="1">
          <a:solidFill>
            <a:schemeClr val="tx1"/>
          </a:solidFill>
          <a:latin typeface="+mn-lt"/>
          <a:ea typeface="+mn-ea"/>
        </a:defRPr>
      </a:lvl6pPr>
      <a:lvl7pPr marL="2228850" indent="-171450" algn="l" rtl="0" fontAlgn="base">
        <a:lnSpc>
          <a:spcPct val="90000"/>
        </a:lnSpc>
        <a:spcBef>
          <a:spcPct val="20000"/>
        </a:spcBef>
        <a:spcAft>
          <a:spcPct val="2000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kumimoji="1" sz="1500" b="1">
          <a:solidFill>
            <a:schemeClr val="tx1"/>
          </a:solidFill>
          <a:latin typeface="+mn-lt"/>
          <a:ea typeface="+mn-ea"/>
        </a:defRPr>
      </a:lvl7pPr>
      <a:lvl8pPr marL="2571750" indent="-171450" algn="l" rtl="0" fontAlgn="base">
        <a:lnSpc>
          <a:spcPct val="90000"/>
        </a:lnSpc>
        <a:spcBef>
          <a:spcPct val="20000"/>
        </a:spcBef>
        <a:spcAft>
          <a:spcPct val="2000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kumimoji="1" sz="1500" b="1">
          <a:solidFill>
            <a:schemeClr val="tx1"/>
          </a:solidFill>
          <a:latin typeface="+mn-lt"/>
          <a:ea typeface="+mn-ea"/>
        </a:defRPr>
      </a:lvl8pPr>
      <a:lvl9pPr marL="2914650" indent="-171450" algn="l" rtl="0" fontAlgn="base">
        <a:lnSpc>
          <a:spcPct val="90000"/>
        </a:lnSpc>
        <a:spcBef>
          <a:spcPct val="20000"/>
        </a:spcBef>
        <a:spcAft>
          <a:spcPct val="2000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kumimoji="1" sz="1500" b="1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.xml"/><Relationship Id="rId8" Type="http://schemas.openxmlformats.org/officeDocument/2006/relationships/image" Target="../media/image8.wmf"/><Relationship Id="rId7" Type="http://schemas.openxmlformats.org/officeDocument/2006/relationships/oleObject" Target="../embeddings/oleObject4.bin"/><Relationship Id="rId6" Type="http://schemas.openxmlformats.org/officeDocument/2006/relationships/image" Target="../media/image7.wmf"/><Relationship Id="rId5" Type="http://schemas.openxmlformats.org/officeDocument/2006/relationships/oleObject" Target="../embeddings/oleObject3.bin"/><Relationship Id="rId4" Type="http://schemas.openxmlformats.org/officeDocument/2006/relationships/image" Target="../media/image6.wmf"/><Relationship Id="rId3" Type="http://schemas.openxmlformats.org/officeDocument/2006/relationships/oleObject" Target="../embeddings/oleObject2.bin"/><Relationship Id="rId2" Type="http://schemas.openxmlformats.org/officeDocument/2006/relationships/image" Target="../media/image5.wmf"/><Relationship Id="rId10" Type="http://schemas.openxmlformats.org/officeDocument/2006/relationships/vmlDrawing" Target="../drawings/vmlDrawing1.vml"/><Relationship Id="rId1" Type="http://schemas.openxmlformats.org/officeDocument/2006/relationships/oleObject" Target="../embeddings/oleObject1.bin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2.v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10.wmf"/><Relationship Id="rId3" Type="http://schemas.openxmlformats.org/officeDocument/2006/relationships/oleObject" Target="../embeddings/oleObject6.bin"/><Relationship Id="rId2" Type="http://schemas.openxmlformats.org/officeDocument/2006/relationships/image" Target="../media/image9.wmf"/><Relationship Id="rId1" Type="http://schemas.openxmlformats.org/officeDocument/2006/relationships/oleObject" Target="../embeddings/oleObject5.bin"/></Relationships>
</file>

<file path=ppt/slides/_rels/slide14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.xml"/><Relationship Id="rId8" Type="http://schemas.openxmlformats.org/officeDocument/2006/relationships/image" Target="../media/image14.wmf"/><Relationship Id="rId7" Type="http://schemas.openxmlformats.org/officeDocument/2006/relationships/oleObject" Target="../embeddings/oleObject10.bin"/><Relationship Id="rId6" Type="http://schemas.openxmlformats.org/officeDocument/2006/relationships/image" Target="../media/image13.wmf"/><Relationship Id="rId5" Type="http://schemas.openxmlformats.org/officeDocument/2006/relationships/oleObject" Target="../embeddings/oleObject9.bin"/><Relationship Id="rId4" Type="http://schemas.openxmlformats.org/officeDocument/2006/relationships/image" Target="../media/image12.wmf"/><Relationship Id="rId3" Type="http://schemas.openxmlformats.org/officeDocument/2006/relationships/oleObject" Target="../embeddings/oleObject8.bin"/><Relationship Id="rId2" Type="http://schemas.openxmlformats.org/officeDocument/2006/relationships/image" Target="../media/image11.wmf"/><Relationship Id="rId10" Type="http://schemas.openxmlformats.org/officeDocument/2006/relationships/vmlDrawing" Target="../drawings/vmlDrawing3.vml"/><Relationship Id="rId1" Type="http://schemas.openxmlformats.org/officeDocument/2006/relationships/oleObject" Target="../embeddings/oleObject7.bin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5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6.png"/></Relationships>
</file>

<file path=ppt/slides/_rels/slide1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9.png"/><Relationship Id="rId2" Type="http://schemas.openxmlformats.org/officeDocument/2006/relationships/image" Target="../media/image18.jpeg"/><Relationship Id="rId1" Type="http://schemas.openxmlformats.org/officeDocument/2006/relationships/image" Target="../media/image17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8.jpeg"/><Relationship Id="rId1" Type="http://schemas.openxmlformats.org/officeDocument/2006/relationships/image" Target="../media/image20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.xml"/><Relationship Id="rId8" Type="http://schemas.openxmlformats.org/officeDocument/2006/relationships/image" Target="../media/image24.wmf"/><Relationship Id="rId7" Type="http://schemas.openxmlformats.org/officeDocument/2006/relationships/oleObject" Target="../embeddings/oleObject14.bin"/><Relationship Id="rId6" Type="http://schemas.openxmlformats.org/officeDocument/2006/relationships/image" Target="../media/image23.wmf"/><Relationship Id="rId5" Type="http://schemas.openxmlformats.org/officeDocument/2006/relationships/oleObject" Target="../embeddings/oleObject13.bin"/><Relationship Id="rId4" Type="http://schemas.openxmlformats.org/officeDocument/2006/relationships/image" Target="../media/image22.wmf"/><Relationship Id="rId3" Type="http://schemas.openxmlformats.org/officeDocument/2006/relationships/oleObject" Target="../embeddings/oleObject12.bin"/><Relationship Id="rId2" Type="http://schemas.openxmlformats.org/officeDocument/2006/relationships/image" Target="../media/image21.wmf"/><Relationship Id="rId10" Type="http://schemas.openxmlformats.org/officeDocument/2006/relationships/vmlDrawing" Target="../drawings/vmlDrawing4.vml"/><Relationship Id="rId1" Type="http://schemas.openxmlformats.org/officeDocument/2006/relationships/oleObject" Target="../embeddings/oleObject11.bin"/></Relationships>
</file>

<file path=ppt/slides/_rels/slide21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3.xml"/><Relationship Id="rId6" Type="http://schemas.openxmlformats.org/officeDocument/2006/relationships/vmlDrawing" Target="../drawings/vmlDrawing5.v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26.wmf"/><Relationship Id="rId3" Type="http://schemas.openxmlformats.org/officeDocument/2006/relationships/oleObject" Target="../embeddings/oleObject16.bin"/><Relationship Id="rId2" Type="http://schemas.openxmlformats.org/officeDocument/2006/relationships/image" Target="../media/image25.wmf"/><Relationship Id="rId1" Type="http://schemas.openxmlformats.org/officeDocument/2006/relationships/oleObject" Target="../embeddings/oleObject15.bin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vmlDrawing" Target="../drawings/vmlDrawing6.vml"/><Relationship Id="rId7" Type="http://schemas.openxmlformats.org/officeDocument/2006/relationships/slideLayout" Target="../slideLayouts/slideLayout2.xml"/><Relationship Id="rId6" Type="http://schemas.openxmlformats.org/officeDocument/2006/relationships/image" Target="../media/image29.wmf"/><Relationship Id="rId5" Type="http://schemas.openxmlformats.org/officeDocument/2006/relationships/oleObject" Target="../embeddings/oleObject19.bin"/><Relationship Id="rId4" Type="http://schemas.openxmlformats.org/officeDocument/2006/relationships/image" Target="../media/image28.wmf"/><Relationship Id="rId3" Type="http://schemas.openxmlformats.org/officeDocument/2006/relationships/oleObject" Target="../embeddings/oleObject18.bin"/><Relationship Id="rId2" Type="http://schemas.openxmlformats.org/officeDocument/2006/relationships/image" Target="../media/image27.wmf"/><Relationship Id="rId1" Type="http://schemas.openxmlformats.org/officeDocument/2006/relationships/oleObject" Target="../embeddings/oleObject17.bin"/></Relationships>
</file>

<file path=ppt/slides/_rels/slide23.xml.rels><?xml version="1.0" encoding="UTF-8" standalone="yes"?>
<Relationships xmlns="http://schemas.openxmlformats.org/package/2006/relationships"><Relationship Id="rId5" Type="http://schemas.openxmlformats.org/officeDocument/2006/relationships/vmlDrawing" Target="../drawings/vmlDrawing7.v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31.jpeg"/><Relationship Id="rId2" Type="http://schemas.openxmlformats.org/officeDocument/2006/relationships/image" Target="../media/image30.wmf"/><Relationship Id="rId1" Type="http://schemas.openxmlformats.org/officeDocument/2006/relationships/oleObject" Target="../embeddings/oleObject20.bin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2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3.png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8.v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35.wmf"/><Relationship Id="rId3" Type="http://schemas.openxmlformats.org/officeDocument/2006/relationships/oleObject" Target="../embeddings/oleObject22.bin"/><Relationship Id="rId2" Type="http://schemas.openxmlformats.org/officeDocument/2006/relationships/image" Target="../media/image34.wmf"/><Relationship Id="rId1" Type="http://schemas.openxmlformats.org/officeDocument/2006/relationships/oleObject" Target="../embeddings/oleObject21.bin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6.png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9.v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7.emf"/><Relationship Id="rId1" Type="http://schemas.openxmlformats.org/officeDocument/2006/relationships/oleObject" Target="../embeddings/oleObject23.bin"/></Relationships>
</file>

<file path=ppt/slides/_rels/slide35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10.v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8.wmf"/><Relationship Id="rId1" Type="http://schemas.openxmlformats.org/officeDocument/2006/relationships/oleObject" Target="../embeddings/oleObject24.bin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4.xml"/></Relationships>
</file>

<file path=ppt/slides/_rels/slide37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11.vml"/><Relationship Id="rId5" Type="http://schemas.openxmlformats.org/officeDocument/2006/relationships/slideLayout" Target="../slideLayouts/slideLayout4.xml"/><Relationship Id="rId4" Type="http://schemas.openxmlformats.org/officeDocument/2006/relationships/image" Target="../media/image40.wmf"/><Relationship Id="rId3" Type="http://schemas.openxmlformats.org/officeDocument/2006/relationships/oleObject" Target="../embeddings/oleObject26.bin"/><Relationship Id="rId2" Type="http://schemas.openxmlformats.org/officeDocument/2006/relationships/image" Target="../media/image39.wmf"/><Relationship Id="rId1" Type="http://schemas.openxmlformats.org/officeDocument/2006/relationships/oleObject" Target="../embeddings/oleObject25.bin"/></Relationships>
</file>

<file path=ppt/slides/_rels/slide38.xml.rels><?xml version="1.0" encoding="UTF-8" standalone="yes"?>
<Relationships xmlns="http://schemas.openxmlformats.org/package/2006/relationships"><Relationship Id="rId7" Type="http://schemas.openxmlformats.org/officeDocument/2006/relationships/vmlDrawing" Target="../drawings/vmlDrawing12.vml"/><Relationship Id="rId6" Type="http://schemas.openxmlformats.org/officeDocument/2006/relationships/slideLayout" Target="../slideLayouts/slideLayout15.xml"/><Relationship Id="rId5" Type="http://schemas.openxmlformats.org/officeDocument/2006/relationships/image" Target="../media/image43.png"/><Relationship Id="rId4" Type="http://schemas.openxmlformats.org/officeDocument/2006/relationships/image" Target="../media/image42.wmf"/><Relationship Id="rId3" Type="http://schemas.openxmlformats.org/officeDocument/2006/relationships/oleObject" Target="../embeddings/oleObject28.bin"/><Relationship Id="rId2" Type="http://schemas.openxmlformats.org/officeDocument/2006/relationships/image" Target="../media/image41.wmf"/><Relationship Id="rId1" Type="http://schemas.openxmlformats.org/officeDocument/2006/relationships/oleObject" Target="../embeddings/oleObject27.bin"/></Relationships>
</file>

<file path=ppt/slides/_rels/slide39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5.xml"/><Relationship Id="rId6" Type="http://schemas.openxmlformats.org/officeDocument/2006/relationships/vmlDrawing" Target="../drawings/vmlDrawing13.vml"/><Relationship Id="rId5" Type="http://schemas.openxmlformats.org/officeDocument/2006/relationships/slideLayout" Target="../slideLayouts/slideLayout14.xml"/><Relationship Id="rId4" Type="http://schemas.openxmlformats.org/officeDocument/2006/relationships/image" Target="../media/image46.png"/><Relationship Id="rId3" Type="http://schemas.openxmlformats.org/officeDocument/2006/relationships/image" Target="../media/image45.png"/><Relationship Id="rId2" Type="http://schemas.openxmlformats.org/officeDocument/2006/relationships/image" Target="../media/image44.wmf"/><Relationship Id="rId1" Type="http://schemas.openxmlformats.org/officeDocument/2006/relationships/oleObject" Target="../embeddings/oleObject29.bin"/></Relationships>
</file>

<file path=ppt/slides/_rels/slide40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6.xml"/><Relationship Id="rId5" Type="http://schemas.openxmlformats.org/officeDocument/2006/relationships/vmlDrawing" Target="../drawings/vmlDrawing14.vml"/><Relationship Id="rId4" Type="http://schemas.openxmlformats.org/officeDocument/2006/relationships/slideLayout" Target="../slideLayouts/slideLayout14.xml"/><Relationship Id="rId3" Type="http://schemas.openxmlformats.org/officeDocument/2006/relationships/image" Target="../media/image47.png"/><Relationship Id="rId2" Type="http://schemas.openxmlformats.org/officeDocument/2006/relationships/image" Target="../media/image44.wmf"/><Relationship Id="rId1" Type="http://schemas.openxmlformats.org/officeDocument/2006/relationships/oleObject" Target="../embeddings/oleObject30.bin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4.xml"/><Relationship Id="rId1" Type="http://schemas.openxmlformats.org/officeDocument/2006/relationships/image" Target="../media/image48.png"/></Relationships>
</file>

<file path=ppt/slides/_rels/slide43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7.xml"/><Relationship Id="rId4" Type="http://schemas.openxmlformats.org/officeDocument/2006/relationships/vmlDrawing" Target="../drawings/vmlDrawing15.vml"/><Relationship Id="rId3" Type="http://schemas.openxmlformats.org/officeDocument/2006/relationships/slideLayout" Target="../slideLayouts/slideLayout14.xml"/><Relationship Id="rId2" Type="http://schemas.openxmlformats.org/officeDocument/2006/relationships/image" Target="../media/image49.wmf"/><Relationship Id="rId1" Type="http://schemas.openxmlformats.org/officeDocument/2006/relationships/oleObject" Target="../embeddings/oleObject31.bin"/></Relationships>
</file>

<file path=ppt/slides/_rels/slide44.xml.rels><?xml version="1.0" encoding="UTF-8" standalone="yes"?>
<Relationships xmlns="http://schemas.openxmlformats.org/package/2006/relationships"><Relationship Id="rId5" Type="http://schemas.openxmlformats.org/officeDocument/2006/relationships/vmlDrawing" Target="../drawings/vmlDrawing16.vml"/><Relationship Id="rId4" Type="http://schemas.openxmlformats.org/officeDocument/2006/relationships/slideLayout" Target="../slideLayouts/slideLayout14.xml"/><Relationship Id="rId3" Type="http://schemas.openxmlformats.org/officeDocument/2006/relationships/image" Target="../media/image51.wmf"/><Relationship Id="rId2" Type="http://schemas.openxmlformats.org/officeDocument/2006/relationships/oleObject" Target="../embeddings/oleObject32.bin"/><Relationship Id="rId1" Type="http://schemas.openxmlformats.org/officeDocument/2006/relationships/image" Target="../media/image50.png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37.bin"/><Relationship Id="rId8" Type="http://schemas.openxmlformats.org/officeDocument/2006/relationships/image" Target="../media/image55.wmf"/><Relationship Id="rId7" Type="http://schemas.openxmlformats.org/officeDocument/2006/relationships/oleObject" Target="../embeddings/oleObject36.bin"/><Relationship Id="rId6" Type="http://schemas.openxmlformats.org/officeDocument/2006/relationships/image" Target="../media/image54.wmf"/><Relationship Id="rId5" Type="http://schemas.openxmlformats.org/officeDocument/2006/relationships/oleObject" Target="../embeddings/oleObject35.bin"/><Relationship Id="rId4" Type="http://schemas.openxmlformats.org/officeDocument/2006/relationships/image" Target="../media/image53.wmf"/><Relationship Id="rId3" Type="http://schemas.openxmlformats.org/officeDocument/2006/relationships/oleObject" Target="../embeddings/oleObject34.bin"/><Relationship Id="rId2" Type="http://schemas.openxmlformats.org/officeDocument/2006/relationships/image" Target="../media/image52.wmf"/><Relationship Id="rId14" Type="http://schemas.openxmlformats.org/officeDocument/2006/relationships/vmlDrawing" Target="../drawings/vmlDrawing17.vml"/><Relationship Id="rId13" Type="http://schemas.openxmlformats.org/officeDocument/2006/relationships/slideLayout" Target="../slideLayouts/slideLayout2.xml"/><Relationship Id="rId12" Type="http://schemas.openxmlformats.org/officeDocument/2006/relationships/image" Target="../media/image57.wmf"/><Relationship Id="rId11" Type="http://schemas.openxmlformats.org/officeDocument/2006/relationships/oleObject" Target="../embeddings/oleObject38.bin"/><Relationship Id="rId10" Type="http://schemas.openxmlformats.org/officeDocument/2006/relationships/image" Target="../media/image56.wmf"/><Relationship Id="rId1" Type="http://schemas.openxmlformats.org/officeDocument/2006/relationships/oleObject" Target="../embeddings/oleObject33.bin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8.png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9.png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0.png"/></Relationships>
</file>

<file path=ppt/slides/_rels/slide52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18.v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61.wmf"/><Relationship Id="rId1" Type="http://schemas.openxmlformats.org/officeDocument/2006/relationships/oleObject" Target="../embeddings/oleObject39.bin"/></Relationships>
</file>

<file path=ppt/slides/_rels/slide53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44.bin"/><Relationship Id="rId8" Type="http://schemas.openxmlformats.org/officeDocument/2006/relationships/image" Target="../media/image65.wmf"/><Relationship Id="rId7" Type="http://schemas.openxmlformats.org/officeDocument/2006/relationships/oleObject" Target="../embeddings/oleObject43.bin"/><Relationship Id="rId6" Type="http://schemas.openxmlformats.org/officeDocument/2006/relationships/image" Target="../media/image64.wmf"/><Relationship Id="rId5" Type="http://schemas.openxmlformats.org/officeDocument/2006/relationships/oleObject" Target="../embeddings/oleObject42.bin"/><Relationship Id="rId4" Type="http://schemas.openxmlformats.org/officeDocument/2006/relationships/image" Target="../media/image63.wmf"/><Relationship Id="rId3" Type="http://schemas.openxmlformats.org/officeDocument/2006/relationships/oleObject" Target="../embeddings/oleObject41.bin"/><Relationship Id="rId2" Type="http://schemas.openxmlformats.org/officeDocument/2006/relationships/image" Target="../media/image62.wmf"/><Relationship Id="rId12" Type="http://schemas.openxmlformats.org/officeDocument/2006/relationships/vmlDrawing" Target="../drawings/vmlDrawing19.vml"/><Relationship Id="rId11" Type="http://schemas.openxmlformats.org/officeDocument/2006/relationships/slideLayout" Target="../slideLayouts/slideLayout2.xml"/><Relationship Id="rId10" Type="http://schemas.openxmlformats.org/officeDocument/2006/relationships/image" Target="../media/image66.wmf"/><Relationship Id="rId1" Type="http://schemas.openxmlformats.org/officeDocument/2006/relationships/oleObject" Target="../embeddings/oleObject40.bin"/></Relationships>
</file>

<file path=ppt/slides/_rels/slide54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.xml"/><Relationship Id="rId8" Type="http://schemas.openxmlformats.org/officeDocument/2006/relationships/image" Target="../media/image70.wmf"/><Relationship Id="rId7" Type="http://schemas.openxmlformats.org/officeDocument/2006/relationships/oleObject" Target="../embeddings/oleObject48.bin"/><Relationship Id="rId6" Type="http://schemas.openxmlformats.org/officeDocument/2006/relationships/image" Target="../media/image69.wmf"/><Relationship Id="rId5" Type="http://schemas.openxmlformats.org/officeDocument/2006/relationships/oleObject" Target="../embeddings/oleObject47.bin"/><Relationship Id="rId4" Type="http://schemas.openxmlformats.org/officeDocument/2006/relationships/image" Target="../media/image68.wmf"/><Relationship Id="rId3" Type="http://schemas.openxmlformats.org/officeDocument/2006/relationships/oleObject" Target="../embeddings/oleObject46.bin"/><Relationship Id="rId2" Type="http://schemas.openxmlformats.org/officeDocument/2006/relationships/image" Target="../media/image67.wmf"/><Relationship Id="rId10" Type="http://schemas.openxmlformats.org/officeDocument/2006/relationships/vmlDrawing" Target="../drawings/vmlDrawing20.vml"/><Relationship Id="rId1" Type="http://schemas.openxmlformats.org/officeDocument/2006/relationships/oleObject" Target="../embeddings/oleObject45.bin"/></Relationships>
</file>

<file path=ppt/slides/_rels/slide55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.xml"/><Relationship Id="rId8" Type="http://schemas.openxmlformats.org/officeDocument/2006/relationships/image" Target="../media/image72.wmf"/><Relationship Id="rId7" Type="http://schemas.openxmlformats.org/officeDocument/2006/relationships/oleObject" Target="../embeddings/oleObject52.bin"/><Relationship Id="rId6" Type="http://schemas.openxmlformats.org/officeDocument/2006/relationships/image" Target="../media/image71.wmf"/><Relationship Id="rId5" Type="http://schemas.openxmlformats.org/officeDocument/2006/relationships/oleObject" Target="../embeddings/oleObject51.bin"/><Relationship Id="rId4" Type="http://schemas.openxmlformats.org/officeDocument/2006/relationships/image" Target="../media/image68.wmf"/><Relationship Id="rId3" Type="http://schemas.openxmlformats.org/officeDocument/2006/relationships/oleObject" Target="../embeddings/oleObject50.bin"/><Relationship Id="rId2" Type="http://schemas.openxmlformats.org/officeDocument/2006/relationships/image" Target="../media/image67.wmf"/><Relationship Id="rId10" Type="http://schemas.openxmlformats.org/officeDocument/2006/relationships/vmlDrawing" Target="../drawings/vmlDrawing21.vml"/><Relationship Id="rId1" Type="http://schemas.openxmlformats.org/officeDocument/2006/relationships/oleObject" Target="../embeddings/oleObject49.bin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8" Type="http://schemas.openxmlformats.org/officeDocument/2006/relationships/vmlDrawing" Target="../drawings/vmlDrawing22.vml"/><Relationship Id="rId7" Type="http://schemas.openxmlformats.org/officeDocument/2006/relationships/slideLayout" Target="../slideLayouts/slideLayout2.xml"/><Relationship Id="rId6" Type="http://schemas.openxmlformats.org/officeDocument/2006/relationships/image" Target="../media/image75.wmf"/><Relationship Id="rId5" Type="http://schemas.openxmlformats.org/officeDocument/2006/relationships/oleObject" Target="../embeddings/oleObject55.bin"/><Relationship Id="rId4" Type="http://schemas.openxmlformats.org/officeDocument/2006/relationships/image" Target="../media/image74.wmf"/><Relationship Id="rId3" Type="http://schemas.openxmlformats.org/officeDocument/2006/relationships/oleObject" Target="../embeddings/oleObject54.bin"/><Relationship Id="rId2" Type="http://schemas.openxmlformats.org/officeDocument/2006/relationships/image" Target="../media/image73.wmf"/><Relationship Id="rId1" Type="http://schemas.openxmlformats.org/officeDocument/2006/relationships/oleObject" Target="../embeddings/oleObject53.bin"/></Relationships>
</file>

<file path=ppt/slides/_rels/slide58.xml.rels><?xml version="1.0" encoding="UTF-8" standalone="yes"?>
<Relationships xmlns="http://schemas.openxmlformats.org/package/2006/relationships"><Relationship Id="rId8" Type="http://schemas.openxmlformats.org/officeDocument/2006/relationships/vmlDrawing" Target="../drawings/vmlDrawing23.vml"/><Relationship Id="rId7" Type="http://schemas.openxmlformats.org/officeDocument/2006/relationships/slideLayout" Target="../slideLayouts/slideLayout2.xml"/><Relationship Id="rId6" Type="http://schemas.openxmlformats.org/officeDocument/2006/relationships/image" Target="../media/image78.wmf"/><Relationship Id="rId5" Type="http://schemas.openxmlformats.org/officeDocument/2006/relationships/oleObject" Target="../embeddings/oleObject58.bin"/><Relationship Id="rId4" Type="http://schemas.openxmlformats.org/officeDocument/2006/relationships/image" Target="../media/image77.wmf"/><Relationship Id="rId3" Type="http://schemas.openxmlformats.org/officeDocument/2006/relationships/oleObject" Target="../embeddings/oleObject57.bin"/><Relationship Id="rId2" Type="http://schemas.openxmlformats.org/officeDocument/2006/relationships/image" Target="../media/image76.wmf"/><Relationship Id="rId1" Type="http://schemas.openxmlformats.org/officeDocument/2006/relationships/oleObject" Target="../embeddings/oleObject56.bin"/></Relationships>
</file>

<file path=ppt/slides/_rels/slide59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.xml"/><Relationship Id="rId8" Type="http://schemas.openxmlformats.org/officeDocument/2006/relationships/image" Target="../media/image82.wmf"/><Relationship Id="rId7" Type="http://schemas.openxmlformats.org/officeDocument/2006/relationships/oleObject" Target="../embeddings/oleObject62.bin"/><Relationship Id="rId6" Type="http://schemas.openxmlformats.org/officeDocument/2006/relationships/image" Target="../media/image81.wmf"/><Relationship Id="rId5" Type="http://schemas.openxmlformats.org/officeDocument/2006/relationships/oleObject" Target="../embeddings/oleObject61.bin"/><Relationship Id="rId4" Type="http://schemas.openxmlformats.org/officeDocument/2006/relationships/image" Target="../media/image80.wmf"/><Relationship Id="rId3" Type="http://schemas.openxmlformats.org/officeDocument/2006/relationships/oleObject" Target="../embeddings/oleObject60.bin"/><Relationship Id="rId2" Type="http://schemas.openxmlformats.org/officeDocument/2006/relationships/image" Target="../media/image79.wmf"/><Relationship Id="rId10" Type="http://schemas.openxmlformats.org/officeDocument/2006/relationships/vmlDrawing" Target="../drawings/vmlDrawing24.vml"/><Relationship Id="rId1" Type="http://schemas.openxmlformats.org/officeDocument/2006/relationships/oleObject" Target="../embeddings/oleObject59.bin"/></Relationships>
</file>

<file path=ppt/slides/_rels/slide60.xml.rels><?xml version="1.0" encoding="UTF-8" standalone="yes"?>
<Relationships xmlns="http://schemas.openxmlformats.org/package/2006/relationships"><Relationship Id="rId8" Type="http://schemas.openxmlformats.org/officeDocument/2006/relationships/vmlDrawing" Target="../drawings/vmlDrawing25.vml"/><Relationship Id="rId7" Type="http://schemas.openxmlformats.org/officeDocument/2006/relationships/slideLayout" Target="../slideLayouts/slideLayout2.xml"/><Relationship Id="rId6" Type="http://schemas.openxmlformats.org/officeDocument/2006/relationships/image" Target="../media/image85.wmf"/><Relationship Id="rId5" Type="http://schemas.openxmlformats.org/officeDocument/2006/relationships/oleObject" Target="../embeddings/oleObject65.bin"/><Relationship Id="rId4" Type="http://schemas.openxmlformats.org/officeDocument/2006/relationships/image" Target="../media/image84.wmf"/><Relationship Id="rId3" Type="http://schemas.openxmlformats.org/officeDocument/2006/relationships/oleObject" Target="../embeddings/oleObject64.bin"/><Relationship Id="rId2" Type="http://schemas.openxmlformats.org/officeDocument/2006/relationships/image" Target="../media/image83.wmf"/><Relationship Id="rId1" Type="http://schemas.openxmlformats.org/officeDocument/2006/relationships/oleObject" Target="../embeddings/oleObject63.bin"/></Relationships>
</file>

<file path=ppt/slides/_rels/slide6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.xml"/><Relationship Id="rId8" Type="http://schemas.openxmlformats.org/officeDocument/2006/relationships/image" Target="../media/image89.wmf"/><Relationship Id="rId7" Type="http://schemas.openxmlformats.org/officeDocument/2006/relationships/oleObject" Target="../embeddings/oleObject69.bin"/><Relationship Id="rId6" Type="http://schemas.openxmlformats.org/officeDocument/2006/relationships/image" Target="../media/image88.wmf"/><Relationship Id="rId5" Type="http://schemas.openxmlformats.org/officeDocument/2006/relationships/oleObject" Target="../embeddings/oleObject68.bin"/><Relationship Id="rId4" Type="http://schemas.openxmlformats.org/officeDocument/2006/relationships/image" Target="../media/image87.wmf"/><Relationship Id="rId3" Type="http://schemas.openxmlformats.org/officeDocument/2006/relationships/oleObject" Target="../embeddings/oleObject67.bin"/><Relationship Id="rId2" Type="http://schemas.openxmlformats.org/officeDocument/2006/relationships/image" Target="../media/image86.wmf"/><Relationship Id="rId10" Type="http://schemas.openxmlformats.org/officeDocument/2006/relationships/vmlDrawing" Target="../drawings/vmlDrawing26.vml"/><Relationship Id="rId1" Type="http://schemas.openxmlformats.org/officeDocument/2006/relationships/oleObject" Target="../embeddings/oleObject66.bin"/></Relationships>
</file>

<file path=ppt/slides/_rels/slide62.xml.rels><?xml version="1.0" encoding="UTF-8" standalone="yes"?>
<Relationships xmlns="http://schemas.openxmlformats.org/package/2006/relationships"><Relationship Id="rId9" Type="http://schemas.openxmlformats.org/officeDocument/2006/relationships/image" Target="../media/image94.png"/><Relationship Id="rId8" Type="http://schemas.openxmlformats.org/officeDocument/2006/relationships/image" Target="../media/image93.wmf"/><Relationship Id="rId7" Type="http://schemas.openxmlformats.org/officeDocument/2006/relationships/oleObject" Target="../embeddings/oleObject73.bin"/><Relationship Id="rId6" Type="http://schemas.openxmlformats.org/officeDocument/2006/relationships/image" Target="../media/image92.wmf"/><Relationship Id="rId5" Type="http://schemas.openxmlformats.org/officeDocument/2006/relationships/oleObject" Target="../embeddings/oleObject72.bin"/><Relationship Id="rId4" Type="http://schemas.openxmlformats.org/officeDocument/2006/relationships/image" Target="../media/image91.wmf"/><Relationship Id="rId3" Type="http://schemas.openxmlformats.org/officeDocument/2006/relationships/oleObject" Target="../embeddings/oleObject71.bin"/><Relationship Id="rId2" Type="http://schemas.openxmlformats.org/officeDocument/2006/relationships/image" Target="../media/image90.emf"/><Relationship Id="rId12" Type="http://schemas.openxmlformats.org/officeDocument/2006/relationships/vmlDrawing" Target="../drawings/vmlDrawing27.vml"/><Relationship Id="rId11" Type="http://schemas.openxmlformats.org/officeDocument/2006/relationships/slideLayout" Target="../slideLayouts/slideLayout2.xml"/><Relationship Id="rId10" Type="http://schemas.openxmlformats.org/officeDocument/2006/relationships/image" Target="../media/image95.png"/><Relationship Id="rId1" Type="http://schemas.openxmlformats.org/officeDocument/2006/relationships/oleObject" Target="../embeddings/oleObject70.bin"/></Relationships>
</file>

<file path=ppt/slides/_rels/slide63.xml.rels><?xml version="1.0" encoding="UTF-8" standalone="yes"?>
<Relationships xmlns="http://schemas.openxmlformats.org/package/2006/relationships"><Relationship Id="rId9" Type="http://schemas.openxmlformats.org/officeDocument/2006/relationships/image" Target="../media/image100.wmf"/><Relationship Id="rId8" Type="http://schemas.openxmlformats.org/officeDocument/2006/relationships/oleObject" Target="../embeddings/oleObject77.bin"/><Relationship Id="rId7" Type="http://schemas.openxmlformats.org/officeDocument/2006/relationships/image" Target="../media/image99.wmf"/><Relationship Id="rId6" Type="http://schemas.openxmlformats.org/officeDocument/2006/relationships/oleObject" Target="../embeddings/oleObject76.bin"/><Relationship Id="rId5" Type="http://schemas.openxmlformats.org/officeDocument/2006/relationships/image" Target="../media/image98.wmf"/><Relationship Id="rId4" Type="http://schemas.openxmlformats.org/officeDocument/2006/relationships/oleObject" Target="../embeddings/oleObject75.bin"/><Relationship Id="rId3" Type="http://schemas.openxmlformats.org/officeDocument/2006/relationships/image" Target="../media/image97.wmf"/><Relationship Id="rId2" Type="http://schemas.openxmlformats.org/officeDocument/2006/relationships/oleObject" Target="../embeddings/oleObject74.bin"/><Relationship Id="rId14" Type="http://schemas.openxmlformats.org/officeDocument/2006/relationships/vmlDrawing" Target="../drawings/vmlDrawing28.vml"/><Relationship Id="rId13" Type="http://schemas.openxmlformats.org/officeDocument/2006/relationships/slideLayout" Target="../slideLayouts/slideLayout2.xml"/><Relationship Id="rId12" Type="http://schemas.openxmlformats.org/officeDocument/2006/relationships/image" Target="../media/image103.png"/><Relationship Id="rId11" Type="http://schemas.openxmlformats.org/officeDocument/2006/relationships/image" Target="../media/image102.png"/><Relationship Id="rId10" Type="http://schemas.openxmlformats.org/officeDocument/2006/relationships/image" Target="../media/image101.png"/><Relationship Id="rId1" Type="http://schemas.openxmlformats.org/officeDocument/2006/relationships/image" Target="../media/image96.png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04.png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2" Type="http://schemas.openxmlformats.org/officeDocument/2006/relationships/image" Target="../media/image106.jpeg"/><Relationship Id="rId1" Type="http://schemas.openxmlformats.org/officeDocument/2006/relationships/image" Target="../media/image105.jpeg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9" Type="http://schemas.openxmlformats.org/officeDocument/2006/relationships/tags" Target="../tags/tag6.xml"/><Relationship Id="rId8" Type="http://schemas.openxmlformats.org/officeDocument/2006/relationships/tags" Target="../tags/tag5.xml"/><Relationship Id="rId7" Type="http://schemas.openxmlformats.org/officeDocument/2006/relationships/tags" Target="../tags/tag4.xml"/><Relationship Id="rId6" Type="http://schemas.openxmlformats.org/officeDocument/2006/relationships/tags" Target="../tags/tag3.xml"/><Relationship Id="rId5" Type="http://schemas.openxmlformats.org/officeDocument/2006/relationships/tags" Target="../tags/tag2.xml"/><Relationship Id="rId4" Type="http://schemas.openxmlformats.org/officeDocument/2006/relationships/image" Target="../media/image108.wmf"/><Relationship Id="rId3" Type="http://schemas.openxmlformats.org/officeDocument/2006/relationships/oleObject" Target="../embeddings/oleObject79.bin"/><Relationship Id="rId2" Type="http://schemas.openxmlformats.org/officeDocument/2006/relationships/image" Target="../media/image107.wmf"/><Relationship Id="rId19" Type="http://schemas.openxmlformats.org/officeDocument/2006/relationships/vmlDrawing" Target="../drawings/vmlDrawing29.vml"/><Relationship Id="rId18" Type="http://schemas.openxmlformats.org/officeDocument/2006/relationships/slideLayout" Target="../slideLayouts/slideLayout2.xml"/><Relationship Id="rId17" Type="http://schemas.openxmlformats.org/officeDocument/2006/relationships/image" Target="../media/image111.wmf"/><Relationship Id="rId16" Type="http://schemas.openxmlformats.org/officeDocument/2006/relationships/oleObject" Target="../embeddings/oleObject82.bin"/><Relationship Id="rId15" Type="http://schemas.openxmlformats.org/officeDocument/2006/relationships/image" Target="../media/image110.wmf"/><Relationship Id="rId14" Type="http://schemas.openxmlformats.org/officeDocument/2006/relationships/oleObject" Target="../embeddings/oleObject81.bin"/><Relationship Id="rId13" Type="http://schemas.openxmlformats.org/officeDocument/2006/relationships/tags" Target="../tags/tag8.xml"/><Relationship Id="rId12" Type="http://schemas.openxmlformats.org/officeDocument/2006/relationships/tags" Target="../tags/tag7.xml"/><Relationship Id="rId11" Type="http://schemas.openxmlformats.org/officeDocument/2006/relationships/image" Target="../media/image109.wmf"/><Relationship Id="rId10" Type="http://schemas.openxmlformats.org/officeDocument/2006/relationships/oleObject" Target="../embeddings/oleObject80.bin"/><Relationship Id="rId1" Type="http://schemas.openxmlformats.org/officeDocument/2006/relationships/oleObject" Target="../embeddings/oleObject78.bin"/></Relationships>
</file>

<file path=ppt/slides/_rels/slide70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86.bin"/><Relationship Id="rId8" Type="http://schemas.openxmlformats.org/officeDocument/2006/relationships/image" Target="../media/image114.wmf"/><Relationship Id="rId7" Type="http://schemas.openxmlformats.org/officeDocument/2006/relationships/oleObject" Target="../embeddings/oleObject85.bin"/><Relationship Id="rId6" Type="http://schemas.openxmlformats.org/officeDocument/2006/relationships/image" Target="../media/image113.wmf"/><Relationship Id="rId5" Type="http://schemas.openxmlformats.org/officeDocument/2006/relationships/oleObject" Target="../embeddings/oleObject84.bin"/><Relationship Id="rId4" Type="http://schemas.openxmlformats.org/officeDocument/2006/relationships/image" Target="../media/image112.wmf"/><Relationship Id="rId3" Type="http://schemas.openxmlformats.org/officeDocument/2006/relationships/oleObject" Target="../embeddings/oleObject83.bin"/><Relationship Id="rId2" Type="http://schemas.openxmlformats.org/officeDocument/2006/relationships/tags" Target="../tags/tag10.xml"/><Relationship Id="rId16" Type="http://schemas.openxmlformats.org/officeDocument/2006/relationships/vmlDrawing" Target="../drawings/vmlDrawing30.vml"/><Relationship Id="rId15" Type="http://schemas.openxmlformats.org/officeDocument/2006/relationships/slideLayout" Target="../slideLayouts/slideLayout2.xml"/><Relationship Id="rId14" Type="http://schemas.openxmlformats.org/officeDocument/2006/relationships/image" Target="../media/image116.wmf"/><Relationship Id="rId13" Type="http://schemas.openxmlformats.org/officeDocument/2006/relationships/oleObject" Target="../embeddings/oleObject89.bin"/><Relationship Id="rId12" Type="http://schemas.openxmlformats.org/officeDocument/2006/relationships/oleObject" Target="../embeddings/oleObject88.bin"/><Relationship Id="rId11" Type="http://schemas.openxmlformats.org/officeDocument/2006/relationships/oleObject" Target="../embeddings/oleObject87.bin"/><Relationship Id="rId10" Type="http://schemas.openxmlformats.org/officeDocument/2006/relationships/image" Target="../media/image115.wmf"/><Relationship Id="rId1" Type="http://schemas.openxmlformats.org/officeDocument/2006/relationships/tags" Target="../tags/tag9.xml"/></Relationships>
</file>

<file path=ppt/slides/_rels/slide71.xml.rels><?xml version="1.0" encoding="UTF-8" standalone="yes"?>
<Relationships xmlns="http://schemas.openxmlformats.org/package/2006/relationships"><Relationship Id="rId8" Type="http://schemas.openxmlformats.org/officeDocument/2006/relationships/vmlDrawing" Target="../drawings/vmlDrawing31.vml"/><Relationship Id="rId7" Type="http://schemas.openxmlformats.org/officeDocument/2006/relationships/slideLayout" Target="../slideLayouts/slideLayout2.xml"/><Relationship Id="rId6" Type="http://schemas.openxmlformats.org/officeDocument/2006/relationships/image" Target="../media/image118.wmf"/><Relationship Id="rId5" Type="http://schemas.openxmlformats.org/officeDocument/2006/relationships/oleObject" Target="../embeddings/oleObject91.bin"/><Relationship Id="rId4" Type="http://schemas.openxmlformats.org/officeDocument/2006/relationships/image" Target="../media/image117.wmf"/><Relationship Id="rId3" Type="http://schemas.openxmlformats.org/officeDocument/2006/relationships/oleObject" Target="../embeddings/oleObject90.bin"/><Relationship Id="rId2" Type="http://schemas.openxmlformats.org/officeDocument/2006/relationships/tags" Target="../tags/tag12.xml"/><Relationship Id="rId1" Type="http://schemas.openxmlformats.org/officeDocument/2006/relationships/tags" Target="../tags/tag11.xml"/></Relationships>
</file>

<file path=ppt/slides/_rels/slide72.xml.rels><?xml version="1.0" encoding="UTF-8" standalone="yes"?>
<Relationships xmlns="http://schemas.openxmlformats.org/package/2006/relationships"><Relationship Id="rId9" Type="http://schemas.openxmlformats.org/officeDocument/2006/relationships/image" Target="../media/image121.wmf"/><Relationship Id="rId8" Type="http://schemas.openxmlformats.org/officeDocument/2006/relationships/oleObject" Target="../embeddings/oleObject94.bin"/><Relationship Id="rId7" Type="http://schemas.openxmlformats.org/officeDocument/2006/relationships/image" Target="../media/image120.wmf"/><Relationship Id="rId6" Type="http://schemas.openxmlformats.org/officeDocument/2006/relationships/oleObject" Target="../embeddings/oleObject93.bin"/><Relationship Id="rId5" Type="http://schemas.openxmlformats.org/officeDocument/2006/relationships/tags" Target="../tags/tag15.xml"/><Relationship Id="rId4" Type="http://schemas.openxmlformats.org/officeDocument/2006/relationships/image" Target="../media/image119.wmf"/><Relationship Id="rId3" Type="http://schemas.openxmlformats.org/officeDocument/2006/relationships/oleObject" Target="../embeddings/oleObject92.bin"/><Relationship Id="rId2" Type="http://schemas.openxmlformats.org/officeDocument/2006/relationships/tags" Target="../tags/tag14.xml"/><Relationship Id="rId12" Type="http://schemas.openxmlformats.org/officeDocument/2006/relationships/vmlDrawing" Target="../drawings/vmlDrawing32.vml"/><Relationship Id="rId11" Type="http://schemas.openxmlformats.org/officeDocument/2006/relationships/slideLayout" Target="../slideLayouts/slideLayout2.xml"/><Relationship Id="rId10" Type="http://schemas.openxmlformats.org/officeDocument/2006/relationships/tags" Target="../tags/tag16.xml"/><Relationship Id="rId1" Type="http://schemas.openxmlformats.org/officeDocument/2006/relationships/tags" Target="../tags/tag13.xml"/></Relationships>
</file>

<file path=ppt/slides/_rels/slide73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.xml"/><Relationship Id="rId8" Type="http://schemas.openxmlformats.org/officeDocument/2006/relationships/tags" Target="../tags/tag20.xml"/><Relationship Id="rId7" Type="http://schemas.openxmlformats.org/officeDocument/2006/relationships/image" Target="../media/image123.wmf"/><Relationship Id="rId6" Type="http://schemas.openxmlformats.org/officeDocument/2006/relationships/oleObject" Target="../embeddings/oleObject96.bin"/><Relationship Id="rId5" Type="http://schemas.openxmlformats.org/officeDocument/2006/relationships/image" Target="../media/image122.wmf"/><Relationship Id="rId4" Type="http://schemas.openxmlformats.org/officeDocument/2006/relationships/oleObject" Target="../embeddings/oleObject95.bin"/><Relationship Id="rId3" Type="http://schemas.openxmlformats.org/officeDocument/2006/relationships/tags" Target="../tags/tag19.xml"/><Relationship Id="rId2" Type="http://schemas.openxmlformats.org/officeDocument/2006/relationships/tags" Target="../tags/tag18.xml"/><Relationship Id="rId10" Type="http://schemas.openxmlformats.org/officeDocument/2006/relationships/vmlDrawing" Target="../drawings/vmlDrawing33.vml"/><Relationship Id="rId1" Type="http://schemas.openxmlformats.org/officeDocument/2006/relationships/tags" Target="../tags/tag17.xml"/></Relationships>
</file>

<file path=ppt/slides/_rels/slide74.xml.rels><?xml version="1.0" encoding="UTF-8" standalone="yes"?>
<Relationships xmlns="http://schemas.openxmlformats.org/package/2006/relationships"><Relationship Id="rId9" Type="http://schemas.openxmlformats.org/officeDocument/2006/relationships/image" Target="../media/image125.wmf"/><Relationship Id="rId8" Type="http://schemas.openxmlformats.org/officeDocument/2006/relationships/oleObject" Target="../embeddings/oleObject98.bin"/><Relationship Id="rId7" Type="http://schemas.openxmlformats.org/officeDocument/2006/relationships/tags" Target="../tags/tag25.xml"/><Relationship Id="rId6" Type="http://schemas.openxmlformats.org/officeDocument/2006/relationships/tags" Target="../tags/tag24.xml"/><Relationship Id="rId5" Type="http://schemas.openxmlformats.org/officeDocument/2006/relationships/image" Target="../media/image124.wmf"/><Relationship Id="rId4" Type="http://schemas.openxmlformats.org/officeDocument/2006/relationships/oleObject" Target="../embeddings/oleObject97.bin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1" Type="http://schemas.openxmlformats.org/officeDocument/2006/relationships/vmlDrawing" Target="../drawings/vmlDrawing34.vml"/><Relationship Id="rId10" Type="http://schemas.openxmlformats.org/officeDocument/2006/relationships/slideLayout" Target="../slideLayouts/slideLayout2.xml"/><Relationship Id="rId1" Type="http://schemas.openxmlformats.org/officeDocument/2006/relationships/tags" Target="../tags/tag21.xml"/></Relationships>
</file>

<file path=ppt/slides/_rels/slide75.xml.rels><?xml version="1.0" encoding="UTF-8" standalone="yes"?>
<Relationships xmlns="http://schemas.openxmlformats.org/package/2006/relationships"><Relationship Id="rId9" Type="http://schemas.openxmlformats.org/officeDocument/2006/relationships/tags" Target="../tags/tag30.xml"/><Relationship Id="rId8" Type="http://schemas.openxmlformats.org/officeDocument/2006/relationships/image" Target="../media/image127.wmf"/><Relationship Id="rId7" Type="http://schemas.openxmlformats.org/officeDocument/2006/relationships/oleObject" Target="../embeddings/oleObject100.bin"/><Relationship Id="rId6" Type="http://schemas.openxmlformats.org/officeDocument/2006/relationships/tags" Target="../tags/tag29.xml"/><Relationship Id="rId5" Type="http://schemas.openxmlformats.org/officeDocument/2006/relationships/tags" Target="../tags/tag28.xml"/><Relationship Id="rId4" Type="http://schemas.openxmlformats.org/officeDocument/2006/relationships/image" Target="../media/image126.wmf"/><Relationship Id="rId3" Type="http://schemas.openxmlformats.org/officeDocument/2006/relationships/oleObject" Target="../embeddings/oleObject99.bin"/><Relationship Id="rId2" Type="http://schemas.openxmlformats.org/officeDocument/2006/relationships/tags" Target="../tags/tag27.xml"/><Relationship Id="rId17" Type="http://schemas.openxmlformats.org/officeDocument/2006/relationships/vmlDrawing" Target="../drawings/vmlDrawing35.vml"/><Relationship Id="rId16" Type="http://schemas.openxmlformats.org/officeDocument/2006/relationships/slideLayout" Target="../slideLayouts/slideLayout2.xml"/><Relationship Id="rId15" Type="http://schemas.openxmlformats.org/officeDocument/2006/relationships/image" Target="../media/image130.png"/><Relationship Id="rId14" Type="http://schemas.openxmlformats.org/officeDocument/2006/relationships/image" Target="../media/image129.wmf"/><Relationship Id="rId13" Type="http://schemas.openxmlformats.org/officeDocument/2006/relationships/oleObject" Target="../embeddings/oleObject102.bin"/><Relationship Id="rId12" Type="http://schemas.openxmlformats.org/officeDocument/2006/relationships/tags" Target="../tags/tag31.xml"/><Relationship Id="rId11" Type="http://schemas.openxmlformats.org/officeDocument/2006/relationships/image" Target="../media/image128.wmf"/><Relationship Id="rId10" Type="http://schemas.openxmlformats.org/officeDocument/2006/relationships/oleObject" Target="../embeddings/oleObject101.bin"/><Relationship Id="rId1" Type="http://schemas.openxmlformats.org/officeDocument/2006/relationships/tags" Target="../tags/tag26.xml"/></Relationships>
</file>

<file path=ppt/slides/_rels/slide76.xml.rels><?xml version="1.0" encoding="UTF-8" standalone="yes"?>
<Relationships xmlns="http://schemas.openxmlformats.org/package/2006/relationships"><Relationship Id="rId9" Type="http://schemas.openxmlformats.org/officeDocument/2006/relationships/image" Target="../media/image134.wmf"/><Relationship Id="rId8" Type="http://schemas.openxmlformats.org/officeDocument/2006/relationships/oleObject" Target="../embeddings/oleObject106.bin"/><Relationship Id="rId7" Type="http://schemas.openxmlformats.org/officeDocument/2006/relationships/image" Target="../media/image133.wmf"/><Relationship Id="rId6" Type="http://schemas.openxmlformats.org/officeDocument/2006/relationships/oleObject" Target="../embeddings/oleObject105.bin"/><Relationship Id="rId5" Type="http://schemas.openxmlformats.org/officeDocument/2006/relationships/image" Target="../media/image132.wmf"/><Relationship Id="rId4" Type="http://schemas.openxmlformats.org/officeDocument/2006/relationships/oleObject" Target="../embeddings/oleObject104.bin"/><Relationship Id="rId3" Type="http://schemas.openxmlformats.org/officeDocument/2006/relationships/image" Target="../media/image131.wmf"/><Relationship Id="rId2" Type="http://schemas.openxmlformats.org/officeDocument/2006/relationships/oleObject" Target="../embeddings/oleObject103.bin"/><Relationship Id="rId11" Type="http://schemas.openxmlformats.org/officeDocument/2006/relationships/vmlDrawing" Target="../drawings/vmlDrawing36.vml"/><Relationship Id="rId10" Type="http://schemas.openxmlformats.org/officeDocument/2006/relationships/slideLayout" Target="../slideLayouts/slideLayout2.xml"/><Relationship Id="rId1" Type="http://schemas.openxmlformats.org/officeDocument/2006/relationships/tags" Target="../tags/tag32.xml"/></Relationships>
</file>

<file path=ppt/slides/_rels/slide77.xml.rels><?xml version="1.0" encoding="UTF-8" standalone="yes"?>
<Relationships xmlns="http://schemas.openxmlformats.org/package/2006/relationships"><Relationship Id="rId9" Type="http://schemas.openxmlformats.org/officeDocument/2006/relationships/image" Target="../media/image125.wmf"/><Relationship Id="rId8" Type="http://schemas.openxmlformats.org/officeDocument/2006/relationships/oleObject" Target="../embeddings/oleObject108.bin"/><Relationship Id="rId7" Type="http://schemas.openxmlformats.org/officeDocument/2006/relationships/tags" Target="../tags/tag37.xml"/><Relationship Id="rId6" Type="http://schemas.openxmlformats.org/officeDocument/2006/relationships/tags" Target="../tags/tag36.xml"/><Relationship Id="rId5" Type="http://schemas.openxmlformats.org/officeDocument/2006/relationships/image" Target="../media/image124.wmf"/><Relationship Id="rId4" Type="http://schemas.openxmlformats.org/officeDocument/2006/relationships/oleObject" Target="../embeddings/oleObject107.bin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1" Type="http://schemas.openxmlformats.org/officeDocument/2006/relationships/vmlDrawing" Target="../drawings/vmlDrawing37.vml"/><Relationship Id="rId10" Type="http://schemas.openxmlformats.org/officeDocument/2006/relationships/slideLayout" Target="../slideLayouts/slideLayout2.xml"/><Relationship Id="rId1" Type="http://schemas.openxmlformats.org/officeDocument/2006/relationships/tags" Target="../tags/tag33.xml"/></Relationships>
</file>

<file path=ppt/slides/_rels/slide78.xml.rels><?xml version="1.0" encoding="UTF-8" standalone="yes"?>
<Relationships xmlns="http://schemas.openxmlformats.org/package/2006/relationships"><Relationship Id="rId9" Type="http://schemas.openxmlformats.org/officeDocument/2006/relationships/vmlDrawing" Target="../drawings/vmlDrawing38.vml"/><Relationship Id="rId8" Type="http://schemas.openxmlformats.org/officeDocument/2006/relationships/slideLayout" Target="../slideLayouts/slideLayout2.xml"/><Relationship Id="rId7" Type="http://schemas.openxmlformats.org/officeDocument/2006/relationships/image" Target="../media/image138.png"/><Relationship Id="rId6" Type="http://schemas.openxmlformats.org/officeDocument/2006/relationships/image" Target="../media/image137.wmf"/><Relationship Id="rId5" Type="http://schemas.openxmlformats.org/officeDocument/2006/relationships/oleObject" Target="../embeddings/oleObject111.bin"/><Relationship Id="rId4" Type="http://schemas.openxmlformats.org/officeDocument/2006/relationships/image" Target="../media/image136.wmf"/><Relationship Id="rId3" Type="http://schemas.openxmlformats.org/officeDocument/2006/relationships/oleObject" Target="../embeddings/oleObject110.bin"/><Relationship Id="rId2" Type="http://schemas.openxmlformats.org/officeDocument/2006/relationships/image" Target="../media/image135.wmf"/><Relationship Id="rId1" Type="http://schemas.openxmlformats.org/officeDocument/2006/relationships/oleObject" Target="../embeddings/oleObject109.bin"/></Relationships>
</file>

<file path=ppt/slides/_rels/slide79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.xml"/><Relationship Id="rId8" Type="http://schemas.openxmlformats.org/officeDocument/2006/relationships/image" Target="../media/image140.wmf"/><Relationship Id="rId7" Type="http://schemas.openxmlformats.org/officeDocument/2006/relationships/oleObject" Target="../embeddings/oleObject113.bin"/><Relationship Id="rId6" Type="http://schemas.openxmlformats.org/officeDocument/2006/relationships/tags" Target="../tags/tag41.xml"/><Relationship Id="rId5" Type="http://schemas.openxmlformats.org/officeDocument/2006/relationships/image" Target="../media/image139.wmf"/><Relationship Id="rId4" Type="http://schemas.openxmlformats.org/officeDocument/2006/relationships/oleObject" Target="../embeddings/oleObject112.bin"/><Relationship Id="rId3" Type="http://schemas.openxmlformats.org/officeDocument/2006/relationships/tags" Target="../tags/tag40.xml"/><Relationship Id="rId2" Type="http://schemas.openxmlformats.org/officeDocument/2006/relationships/tags" Target="../tags/tag39.xml"/><Relationship Id="rId10" Type="http://schemas.openxmlformats.org/officeDocument/2006/relationships/vmlDrawing" Target="../drawings/vmlDrawing39.vml"/><Relationship Id="rId1" Type="http://schemas.openxmlformats.org/officeDocument/2006/relationships/tags" Target="../tags/tag38.xml"/></Relationships>
</file>

<file path=ppt/slides/_rels/slide80.xml.rels><?xml version="1.0" encoding="UTF-8" standalone="yes"?>
<Relationships xmlns="http://schemas.openxmlformats.org/package/2006/relationships"><Relationship Id="rId8" Type="http://schemas.openxmlformats.org/officeDocument/2006/relationships/vmlDrawing" Target="../drawings/vmlDrawing40.vml"/><Relationship Id="rId7" Type="http://schemas.openxmlformats.org/officeDocument/2006/relationships/slideLayout" Target="../slideLayouts/slideLayout2.xml"/><Relationship Id="rId6" Type="http://schemas.openxmlformats.org/officeDocument/2006/relationships/image" Target="../media/image141.wmf"/><Relationship Id="rId5" Type="http://schemas.openxmlformats.org/officeDocument/2006/relationships/oleObject" Target="../embeddings/oleObject114.bin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tags" Target="../tags/tag42.xml"/></Relationships>
</file>

<file path=ppt/slides/_rels/slide81.xml.rels><?xml version="1.0" encoding="UTF-8" standalone="yes"?>
<Relationships xmlns="http://schemas.openxmlformats.org/package/2006/relationships"><Relationship Id="rId9" Type="http://schemas.openxmlformats.org/officeDocument/2006/relationships/image" Target="../media/image142.wmf"/><Relationship Id="rId8" Type="http://schemas.openxmlformats.org/officeDocument/2006/relationships/oleObject" Target="../embeddings/oleObject116.bin"/><Relationship Id="rId7" Type="http://schemas.openxmlformats.org/officeDocument/2006/relationships/tags" Target="../tags/tag50.xml"/><Relationship Id="rId6" Type="http://schemas.openxmlformats.org/officeDocument/2006/relationships/image" Target="../media/image141.wmf"/><Relationship Id="rId5" Type="http://schemas.openxmlformats.org/officeDocument/2006/relationships/oleObject" Target="../embeddings/oleObject115.bin"/><Relationship Id="rId4" Type="http://schemas.openxmlformats.org/officeDocument/2006/relationships/tags" Target="../tags/tag49.xml"/><Relationship Id="rId3" Type="http://schemas.openxmlformats.org/officeDocument/2006/relationships/tags" Target="../tags/tag48.xml"/><Relationship Id="rId2" Type="http://schemas.openxmlformats.org/officeDocument/2006/relationships/tags" Target="../tags/tag47.xml"/><Relationship Id="rId15" Type="http://schemas.openxmlformats.org/officeDocument/2006/relationships/vmlDrawing" Target="../drawings/vmlDrawing41.vml"/><Relationship Id="rId14" Type="http://schemas.openxmlformats.org/officeDocument/2006/relationships/slideLayout" Target="../slideLayouts/slideLayout2.xml"/><Relationship Id="rId13" Type="http://schemas.openxmlformats.org/officeDocument/2006/relationships/tags" Target="../tags/tag52.xml"/><Relationship Id="rId12" Type="http://schemas.openxmlformats.org/officeDocument/2006/relationships/image" Target="../media/image143.wmf"/><Relationship Id="rId11" Type="http://schemas.openxmlformats.org/officeDocument/2006/relationships/oleObject" Target="../embeddings/oleObject117.bin"/><Relationship Id="rId10" Type="http://schemas.openxmlformats.org/officeDocument/2006/relationships/tags" Target="../tags/tag51.xml"/><Relationship Id="rId1" Type="http://schemas.openxmlformats.org/officeDocument/2006/relationships/tags" Target="../tags/tag46.xml"/></Relationships>
</file>

<file path=ppt/slides/_rels/slide82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119.bin"/><Relationship Id="rId8" Type="http://schemas.openxmlformats.org/officeDocument/2006/relationships/tags" Target="../tags/tag58.xml"/><Relationship Id="rId7" Type="http://schemas.openxmlformats.org/officeDocument/2006/relationships/tags" Target="../tags/tag57.xml"/><Relationship Id="rId6" Type="http://schemas.openxmlformats.org/officeDocument/2006/relationships/image" Target="../media/image144.wmf"/><Relationship Id="rId5" Type="http://schemas.openxmlformats.org/officeDocument/2006/relationships/oleObject" Target="../embeddings/oleObject118.bin"/><Relationship Id="rId4" Type="http://schemas.openxmlformats.org/officeDocument/2006/relationships/tags" Target="../tags/tag56.xml"/><Relationship Id="rId3" Type="http://schemas.openxmlformats.org/officeDocument/2006/relationships/tags" Target="../tags/tag55.xml"/><Relationship Id="rId2" Type="http://schemas.openxmlformats.org/officeDocument/2006/relationships/tags" Target="../tags/tag54.xml"/><Relationship Id="rId18" Type="http://schemas.openxmlformats.org/officeDocument/2006/relationships/vmlDrawing" Target="../drawings/vmlDrawing42.vml"/><Relationship Id="rId17" Type="http://schemas.openxmlformats.org/officeDocument/2006/relationships/slideLayout" Target="../slideLayouts/slideLayout2.xml"/><Relationship Id="rId16" Type="http://schemas.openxmlformats.org/officeDocument/2006/relationships/tags" Target="../tags/tag61.xml"/><Relationship Id="rId15" Type="http://schemas.openxmlformats.org/officeDocument/2006/relationships/oleObject" Target="../embeddings/oleObject121.bin"/><Relationship Id="rId14" Type="http://schemas.openxmlformats.org/officeDocument/2006/relationships/tags" Target="../tags/tag60.xml"/><Relationship Id="rId13" Type="http://schemas.openxmlformats.org/officeDocument/2006/relationships/image" Target="../media/image146.wmf"/><Relationship Id="rId12" Type="http://schemas.openxmlformats.org/officeDocument/2006/relationships/oleObject" Target="../embeddings/oleObject120.bin"/><Relationship Id="rId11" Type="http://schemas.openxmlformats.org/officeDocument/2006/relationships/tags" Target="../tags/tag59.xml"/><Relationship Id="rId10" Type="http://schemas.openxmlformats.org/officeDocument/2006/relationships/image" Target="../media/image145.wmf"/><Relationship Id="rId1" Type="http://schemas.openxmlformats.org/officeDocument/2006/relationships/tags" Target="../tags/tag53.xml"/></Relationships>
</file>

<file path=ppt/slides/_rels/slide83.xml.rels><?xml version="1.0" encoding="UTF-8" standalone="yes"?>
<Relationships xmlns="http://schemas.openxmlformats.org/package/2006/relationships"><Relationship Id="rId9" Type="http://schemas.openxmlformats.org/officeDocument/2006/relationships/tags" Target="../tags/tag65.xml"/><Relationship Id="rId8" Type="http://schemas.openxmlformats.org/officeDocument/2006/relationships/image" Target="../media/image149.wmf"/><Relationship Id="rId7" Type="http://schemas.openxmlformats.org/officeDocument/2006/relationships/oleObject" Target="../embeddings/oleObject123.bin"/><Relationship Id="rId6" Type="http://schemas.openxmlformats.org/officeDocument/2006/relationships/tags" Target="../tags/tag64.xml"/><Relationship Id="rId5" Type="http://schemas.openxmlformats.org/officeDocument/2006/relationships/image" Target="../media/image148.wmf"/><Relationship Id="rId4" Type="http://schemas.openxmlformats.org/officeDocument/2006/relationships/oleObject" Target="../embeddings/oleObject122.bin"/><Relationship Id="rId3" Type="http://schemas.openxmlformats.org/officeDocument/2006/relationships/tags" Target="../tags/tag63.xml"/><Relationship Id="rId2" Type="http://schemas.openxmlformats.org/officeDocument/2006/relationships/image" Target="../media/image147.png"/><Relationship Id="rId16" Type="http://schemas.openxmlformats.org/officeDocument/2006/relationships/vmlDrawing" Target="../drawings/vmlDrawing43.vml"/><Relationship Id="rId15" Type="http://schemas.openxmlformats.org/officeDocument/2006/relationships/slideLayout" Target="../slideLayouts/slideLayout2.xml"/><Relationship Id="rId14" Type="http://schemas.openxmlformats.org/officeDocument/2006/relationships/image" Target="../media/image151.wmf"/><Relationship Id="rId13" Type="http://schemas.openxmlformats.org/officeDocument/2006/relationships/oleObject" Target="../embeddings/oleObject125.bin"/><Relationship Id="rId12" Type="http://schemas.openxmlformats.org/officeDocument/2006/relationships/tags" Target="../tags/tag66.xml"/><Relationship Id="rId11" Type="http://schemas.openxmlformats.org/officeDocument/2006/relationships/image" Target="../media/image150.wmf"/><Relationship Id="rId10" Type="http://schemas.openxmlformats.org/officeDocument/2006/relationships/oleObject" Target="../embeddings/oleObject124.bin"/><Relationship Id="rId1" Type="http://schemas.openxmlformats.org/officeDocument/2006/relationships/tags" Target="../tags/tag62.xml"/></Relationships>
</file>

<file path=ppt/slides/_rels/slide84.xml.rels><?xml version="1.0" encoding="UTF-8" standalone="yes"?>
<Relationships xmlns="http://schemas.openxmlformats.org/package/2006/relationships"><Relationship Id="rId9" Type="http://schemas.openxmlformats.org/officeDocument/2006/relationships/tags" Target="../tags/tag70.xml"/><Relationship Id="rId8" Type="http://schemas.openxmlformats.org/officeDocument/2006/relationships/image" Target="../media/image149.wmf"/><Relationship Id="rId7" Type="http://schemas.openxmlformats.org/officeDocument/2006/relationships/oleObject" Target="../embeddings/oleObject127.bin"/><Relationship Id="rId6" Type="http://schemas.openxmlformats.org/officeDocument/2006/relationships/tags" Target="../tags/tag69.xml"/><Relationship Id="rId5" Type="http://schemas.openxmlformats.org/officeDocument/2006/relationships/image" Target="../media/image148.wmf"/><Relationship Id="rId4" Type="http://schemas.openxmlformats.org/officeDocument/2006/relationships/oleObject" Target="../embeddings/oleObject126.bin"/><Relationship Id="rId3" Type="http://schemas.openxmlformats.org/officeDocument/2006/relationships/tags" Target="../tags/tag68.xml"/><Relationship Id="rId21" Type="http://schemas.openxmlformats.org/officeDocument/2006/relationships/vmlDrawing" Target="../drawings/vmlDrawing44.vml"/><Relationship Id="rId20" Type="http://schemas.openxmlformats.org/officeDocument/2006/relationships/slideLayout" Target="../slideLayouts/slideLayout2.xml"/><Relationship Id="rId2" Type="http://schemas.openxmlformats.org/officeDocument/2006/relationships/image" Target="../media/image147.png"/><Relationship Id="rId19" Type="http://schemas.openxmlformats.org/officeDocument/2006/relationships/image" Target="../media/image151.wmf"/><Relationship Id="rId18" Type="http://schemas.openxmlformats.org/officeDocument/2006/relationships/oleObject" Target="../embeddings/oleObject131.bin"/><Relationship Id="rId17" Type="http://schemas.openxmlformats.org/officeDocument/2006/relationships/tags" Target="../tags/tag73.xml"/><Relationship Id="rId16" Type="http://schemas.openxmlformats.org/officeDocument/2006/relationships/image" Target="../media/image150.wmf"/><Relationship Id="rId15" Type="http://schemas.openxmlformats.org/officeDocument/2006/relationships/oleObject" Target="../embeddings/oleObject130.bin"/><Relationship Id="rId14" Type="http://schemas.openxmlformats.org/officeDocument/2006/relationships/tags" Target="../tags/tag72.xml"/><Relationship Id="rId13" Type="http://schemas.openxmlformats.org/officeDocument/2006/relationships/oleObject" Target="../embeddings/oleObject129.bin"/><Relationship Id="rId12" Type="http://schemas.openxmlformats.org/officeDocument/2006/relationships/tags" Target="../tags/tag71.xml"/><Relationship Id="rId11" Type="http://schemas.openxmlformats.org/officeDocument/2006/relationships/image" Target="../media/image152.wmf"/><Relationship Id="rId10" Type="http://schemas.openxmlformats.org/officeDocument/2006/relationships/oleObject" Target="../embeddings/oleObject128.bin"/><Relationship Id="rId1" Type="http://schemas.openxmlformats.org/officeDocument/2006/relationships/tags" Target="../tags/tag67.xml"/></Relationships>
</file>

<file path=ppt/slides/_rels/slide85.xml.rels><?xml version="1.0" encoding="UTF-8" standalone="yes"?>
<Relationships xmlns="http://schemas.openxmlformats.org/package/2006/relationships"><Relationship Id="rId9" Type="http://schemas.openxmlformats.org/officeDocument/2006/relationships/tags" Target="../tags/tag77.xml"/><Relationship Id="rId8" Type="http://schemas.openxmlformats.org/officeDocument/2006/relationships/image" Target="../media/image149.wmf"/><Relationship Id="rId7" Type="http://schemas.openxmlformats.org/officeDocument/2006/relationships/oleObject" Target="../embeddings/oleObject133.bin"/><Relationship Id="rId6" Type="http://schemas.openxmlformats.org/officeDocument/2006/relationships/tags" Target="../tags/tag76.xml"/><Relationship Id="rId5" Type="http://schemas.openxmlformats.org/officeDocument/2006/relationships/image" Target="../media/image148.wmf"/><Relationship Id="rId4" Type="http://schemas.openxmlformats.org/officeDocument/2006/relationships/oleObject" Target="../embeddings/oleObject132.bin"/><Relationship Id="rId39" Type="http://schemas.openxmlformats.org/officeDocument/2006/relationships/vmlDrawing" Target="../drawings/vmlDrawing45.vml"/><Relationship Id="rId38" Type="http://schemas.openxmlformats.org/officeDocument/2006/relationships/slideLayout" Target="../slideLayouts/slideLayout2.xml"/><Relationship Id="rId37" Type="http://schemas.openxmlformats.org/officeDocument/2006/relationships/image" Target="../media/image151.wmf"/><Relationship Id="rId36" Type="http://schemas.openxmlformats.org/officeDocument/2006/relationships/oleObject" Target="../embeddings/oleObject143.bin"/><Relationship Id="rId35" Type="http://schemas.openxmlformats.org/officeDocument/2006/relationships/tags" Target="../tags/tag86.xml"/><Relationship Id="rId34" Type="http://schemas.openxmlformats.org/officeDocument/2006/relationships/image" Target="../media/image150.wmf"/><Relationship Id="rId33" Type="http://schemas.openxmlformats.org/officeDocument/2006/relationships/oleObject" Target="../embeddings/oleObject142.bin"/><Relationship Id="rId32" Type="http://schemas.openxmlformats.org/officeDocument/2006/relationships/tags" Target="../tags/tag85.xml"/><Relationship Id="rId31" Type="http://schemas.openxmlformats.org/officeDocument/2006/relationships/oleObject" Target="../embeddings/oleObject141.bin"/><Relationship Id="rId30" Type="http://schemas.openxmlformats.org/officeDocument/2006/relationships/tags" Target="../tags/tag84.xml"/><Relationship Id="rId3" Type="http://schemas.openxmlformats.org/officeDocument/2006/relationships/tags" Target="../tags/tag75.xml"/><Relationship Id="rId29" Type="http://schemas.openxmlformats.org/officeDocument/2006/relationships/image" Target="../media/image158.wmf"/><Relationship Id="rId28" Type="http://schemas.openxmlformats.org/officeDocument/2006/relationships/oleObject" Target="../embeddings/oleObject140.bin"/><Relationship Id="rId27" Type="http://schemas.openxmlformats.org/officeDocument/2006/relationships/tags" Target="../tags/tag83.xml"/><Relationship Id="rId26" Type="http://schemas.openxmlformats.org/officeDocument/2006/relationships/image" Target="../media/image157.wmf"/><Relationship Id="rId25" Type="http://schemas.openxmlformats.org/officeDocument/2006/relationships/oleObject" Target="../embeddings/oleObject139.bin"/><Relationship Id="rId24" Type="http://schemas.openxmlformats.org/officeDocument/2006/relationships/tags" Target="../tags/tag82.xml"/><Relationship Id="rId23" Type="http://schemas.openxmlformats.org/officeDocument/2006/relationships/image" Target="../media/image156.wmf"/><Relationship Id="rId22" Type="http://schemas.openxmlformats.org/officeDocument/2006/relationships/oleObject" Target="../embeddings/oleObject138.bin"/><Relationship Id="rId21" Type="http://schemas.openxmlformats.org/officeDocument/2006/relationships/tags" Target="../tags/tag81.xml"/><Relationship Id="rId20" Type="http://schemas.openxmlformats.org/officeDocument/2006/relationships/image" Target="../media/image152.wmf"/><Relationship Id="rId2" Type="http://schemas.openxmlformats.org/officeDocument/2006/relationships/image" Target="../media/image147.png"/><Relationship Id="rId19" Type="http://schemas.openxmlformats.org/officeDocument/2006/relationships/oleObject" Target="../embeddings/oleObject137.bin"/><Relationship Id="rId18" Type="http://schemas.openxmlformats.org/officeDocument/2006/relationships/tags" Target="../tags/tag80.xml"/><Relationship Id="rId17" Type="http://schemas.openxmlformats.org/officeDocument/2006/relationships/image" Target="../media/image155.wmf"/><Relationship Id="rId16" Type="http://schemas.openxmlformats.org/officeDocument/2006/relationships/oleObject" Target="../embeddings/oleObject136.bin"/><Relationship Id="rId15" Type="http://schemas.openxmlformats.org/officeDocument/2006/relationships/tags" Target="../tags/tag79.xml"/><Relationship Id="rId14" Type="http://schemas.openxmlformats.org/officeDocument/2006/relationships/image" Target="../media/image154.wmf"/><Relationship Id="rId13" Type="http://schemas.openxmlformats.org/officeDocument/2006/relationships/oleObject" Target="../embeddings/oleObject135.bin"/><Relationship Id="rId12" Type="http://schemas.openxmlformats.org/officeDocument/2006/relationships/tags" Target="../tags/tag78.xml"/><Relationship Id="rId11" Type="http://schemas.openxmlformats.org/officeDocument/2006/relationships/image" Target="../media/image153.wmf"/><Relationship Id="rId10" Type="http://schemas.openxmlformats.org/officeDocument/2006/relationships/oleObject" Target="../embeddings/oleObject134.bin"/><Relationship Id="rId1" Type="http://schemas.openxmlformats.org/officeDocument/2006/relationships/tags" Target="../tags/tag74.xml"/></Relationships>
</file>

<file path=ppt/slides/_rels/slide86.xml.rels><?xml version="1.0" encoding="UTF-8" standalone="yes"?>
<Relationships xmlns="http://schemas.openxmlformats.org/package/2006/relationships"><Relationship Id="rId9" Type="http://schemas.openxmlformats.org/officeDocument/2006/relationships/tags" Target="../tags/tag90.xml"/><Relationship Id="rId8" Type="http://schemas.openxmlformats.org/officeDocument/2006/relationships/image" Target="../media/image149.wmf"/><Relationship Id="rId7" Type="http://schemas.openxmlformats.org/officeDocument/2006/relationships/oleObject" Target="../embeddings/oleObject145.bin"/><Relationship Id="rId6" Type="http://schemas.openxmlformats.org/officeDocument/2006/relationships/tags" Target="../tags/tag89.xml"/><Relationship Id="rId5" Type="http://schemas.openxmlformats.org/officeDocument/2006/relationships/image" Target="../media/image148.wmf"/><Relationship Id="rId44" Type="http://schemas.openxmlformats.org/officeDocument/2006/relationships/vmlDrawing" Target="../drawings/vmlDrawing46.vml"/><Relationship Id="rId43" Type="http://schemas.openxmlformats.org/officeDocument/2006/relationships/slideLayout" Target="../slideLayouts/slideLayout2.xml"/><Relationship Id="rId42" Type="http://schemas.openxmlformats.org/officeDocument/2006/relationships/image" Target="../media/image151.wmf"/><Relationship Id="rId41" Type="http://schemas.openxmlformats.org/officeDocument/2006/relationships/oleObject" Target="../embeddings/oleObject157.bin"/><Relationship Id="rId40" Type="http://schemas.openxmlformats.org/officeDocument/2006/relationships/tags" Target="../tags/tag101.xml"/><Relationship Id="rId4" Type="http://schemas.openxmlformats.org/officeDocument/2006/relationships/oleObject" Target="../embeddings/oleObject144.bin"/><Relationship Id="rId39" Type="http://schemas.openxmlformats.org/officeDocument/2006/relationships/oleObject" Target="../embeddings/oleObject156.bin"/><Relationship Id="rId38" Type="http://schemas.openxmlformats.org/officeDocument/2006/relationships/tags" Target="../tags/tag100.xml"/><Relationship Id="rId37" Type="http://schemas.openxmlformats.org/officeDocument/2006/relationships/oleObject" Target="../embeddings/oleObject155.bin"/><Relationship Id="rId36" Type="http://schemas.openxmlformats.org/officeDocument/2006/relationships/tags" Target="../tags/tag99.xml"/><Relationship Id="rId35" Type="http://schemas.openxmlformats.org/officeDocument/2006/relationships/image" Target="../media/image159.wmf"/><Relationship Id="rId34" Type="http://schemas.openxmlformats.org/officeDocument/2006/relationships/oleObject" Target="../embeddings/oleObject154.bin"/><Relationship Id="rId33" Type="http://schemas.openxmlformats.org/officeDocument/2006/relationships/tags" Target="../tags/tag98.xml"/><Relationship Id="rId32" Type="http://schemas.openxmlformats.org/officeDocument/2006/relationships/image" Target="../media/image150.wmf"/><Relationship Id="rId31" Type="http://schemas.openxmlformats.org/officeDocument/2006/relationships/oleObject" Target="../embeddings/oleObject153.bin"/><Relationship Id="rId30" Type="http://schemas.openxmlformats.org/officeDocument/2006/relationships/tags" Target="../tags/tag97.xml"/><Relationship Id="rId3" Type="http://schemas.openxmlformats.org/officeDocument/2006/relationships/tags" Target="../tags/tag88.xml"/><Relationship Id="rId29" Type="http://schemas.openxmlformats.org/officeDocument/2006/relationships/image" Target="../media/image158.wmf"/><Relationship Id="rId28" Type="http://schemas.openxmlformats.org/officeDocument/2006/relationships/oleObject" Target="../embeddings/oleObject152.bin"/><Relationship Id="rId27" Type="http://schemas.openxmlformats.org/officeDocument/2006/relationships/tags" Target="../tags/tag96.xml"/><Relationship Id="rId26" Type="http://schemas.openxmlformats.org/officeDocument/2006/relationships/image" Target="../media/image157.wmf"/><Relationship Id="rId25" Type="http://schemas.openxmlformats.org/officeDocument/2006/relationships/oleObject" Target="../embeddings/oleObject151.bin"/><Relationship Id="rId24" Type="http://schemas.openxmlformats.org/officeDocument/2006/relationships/tags" Target="../tags/tag95.xml"/><Relationship Id="rId23" Type="http://schemas.openxmlformats.org/officeDocument/2006/relationships/image" Target="../media/image156.wmf"/><Relationship Id="rId22" Type="http://schemas.openxmlformats.org/officeDocument/2006/relationships/oleObject" Target="../embeddings/oleObject150.bin"/><Relationship Id="rId21" Type="http://schemas.openxmlformats.org/officeDocument/2006/relationships/tags" Target="../tags/tag94.xml"/><Relationship Id="rId20" Type="http://schemas.openxmlformats.org/officeDocument/2006/relationships/image" Target="../media/image152.wmf"/><Relationship Id="rId2" Type="http://schemas.openxmlformats.org/officeDocument/2006/relationships/image" Target="../media/image147.png"/><Relationship Id="rId19" Type="http://schemas.openxmlformats.org/officeDocument/2006/relationships/oleObject" Target="../embeddings/oleObject149.bin"/><Relationship Id="rId18" Type="http://schemas.openxmlformats.org/officeDocument/2006/relationships/tags" Target="../tags/tag93.xml"/><Relationship Id="rId17" Type="http://schemas.openxmlformats.org/officeDocument/2006/relationships/image" Target="../media/image155.wmf"/><Relationship Id="rId16" Type="http://schemas.openxmlformats.org/officeDocument/2006/relationships/oleObject" Target="../embeddings/oleObject148.bin"/><Relationship Id="rId15" Type="http://schemas.openxmlformats.org/officeDocument/2006/relationships/tags" Target="../tags/tag92.xml"/><Relationship Id="rId14" Type="http://schemas.openxmlformats.org/officeDocument/2006/relationships/image" Target="../media/image154.wmf"/><Relationship Id="rId13" Type="http://schemas.openxmlformats.org/officeDocument/2006/relationships/oleObject" Target="../embeddings/oleObject147.bin"/><Relationship Id="rId12" Type="http://schemas.openxmlformats.org/officeDocument/2006/relationships/tags" Target="../tags/tag91.xml"/><Relationship Id="rId11" Type="http://schemas.openxmlformats.org/officeDocument/2006/relationships/image" Target="../media/image153.wmf"/><Relationship Id="rId10" Type="http://schemas.openxmlformats.org/officeDocument/2006/relationships/oleObject" Target="../embeddings/oleObject146.bin"/><Relationship Id="rId1" Type="http://schemas.openxmlformats.org/officeDocument/2006/relationships/tags" Target="../tags/tag87.xml"/></Relationships>
</file>

<file path=ppt/slides/_rels/slide87.xml.rels><?xml version="1.0" encoding="UTF-8" standalone="yes"?>
<Relationships xmlns="http://schemas.openxmlformats.org/package/2006/relationships"><Relationship Id="rId9" Type="http://schemas.openxmlformats.org/officeDocument/2006/relationships/tags" Target="../tags/tag105.xml"/><Relationship Id="rId8" Type="http://schemas.openxmlformats.org/officeDocument/2006/relationships/image" Target="../media/image149.wmf"/><Relationship Id="rId7" Type="http://schemas.openxmlformats.org/officeDocument/2006/relationships/oleObject" Target="../embeddings/oleObject159.bin"/><Relationship Id="rId6" Type="http://schemas.openxmlformats.org/officeDocument/2006/relationships/tags" Target="../tags/tag104.xml"/><Relationship Id="rId5" Type="http://schemas.openxmlformats.org/officeDocument/2006/relationships/image" Target="../media/image148.wmf"/><Relationship Id="rId49" Type="http://schemas.openxmlformats.org/officeDocument/2006/relationships/vmlDrawing" Target="../drawings/vmlDrawing47.vml"/><Relationship Id="rId48" Type="http://schemas.openxmlformats.org/officeDocument/2006/relationships/slideLayout" Target="../slideLayouts/slideLayout2.xml"/><Relationship Id="rId47" Type="http://schemas.openxmlformats.org/officeDocument/2006/relationships/oleObject" Target="../embeddings/oleObject173.bin"/><Relationship Id="rId46" Type="http://schemas.openxmlformats.org/officeDocument/2006/relationships/tags" Target="../tags/tag118.xml"/><Relationship Id="rId45" Type="http://schemas.openxmlformats.org/officeDocument/2006/relationships/oleObject" Target="../embeddings/oleObject172.bin"/><Relationship Id="rId44" Type="http://schemas.openxmlformats.org/officeDocument/2006/relationships/tags" Target="../tags/tag117.xml"/><Relationship Id="rId43" Type="http://schemas.openxmlformats.org/officeDocument/2006/relationships/oleObject" Target="../embeddings/oleObject171.bin"/><Relationship Id="rId42" Type="http://schemas.openxmlformats.org/officeDocument/2006/relationships/tags" Target="../tags/tag116.xml"/><Relationship Id="rId41" Type="http://schemas.openxmlformats.org/officeDocument/2006/relationships/image" Target="../media/image160.wmf"/><Relationship Id="rId40" Type="http://schemas.openxmlformats.org/officeDocument/2006/relationships/oleObject" Target="../embeddings/oleObject170.bin"/><Relationship Id="rId4" Type="http://schemas.openxmlformats.org/officeDocument/2006/relationships/oleObject" Target="../embeddings/oleObject158.bin"/><Relationship Id="rId39" Type="http://schemas.openxmlformats.org/officeDocument/2006/relationships/tags" Target="../tags/tag115.xml"/><Relationship Id="rId38" Type="http://schemas.openxmlformats.org/officeDocument/2006/relationships/image" Target="../media/image151.wmf"/><Relationship Id="rId37" Type="http://schemas.openxmlformats.org/officeDocument/2006/relationships/oleObject" Target="../embeddings/oleObject169.bin"/><Relationship Id="rId36" Type="http://schemas.openxmlformats.org/officeDocument/2006/relationships/tags" Target="../tags/tag114.xml"/><Relationship Id="rId35" Type="http://schemas.openxmlformats.org/officeDocument/2006/relationships/image" Target="../media/image159.wmf"/><Relationship Id="rId34" Type="http://schemas.openxmlformats.org/officeDocument/2006/relationships/oleObject" Target="../embeddings/oleObject168.bin"/><Relationship Id="rId33" Type="http://schemas.openxmlformats.org/officeDocument/2006/relationships/tags" Target="../tags/tag113.xml"/><Relationship Id="rId32" Type="http://schemas.openxmlformats.org/officeDocument/2006/relationships/image" Target="../media/image150.wmf"/><Relationship Id="rId31" Type="http://schemas.openxmlformats.org/officeDocument/2006/relationships/oleObject" Target="../embeddings/oleObject167.bin"/><Relationship Id="rId30" Type="http://schemas.openxmlformats.org/officeDocument/2006/relationships/tags" Target="../tags/tag112.xml"/><Relationship Id="rId3" Type="http://schemas.openxmlformats.org/officeDocument/2006/relationships/tags" Target="../tags/tag103.xml"/><Relationship Id="rId29" Type="http://schemas.openxmlformats.org/officeDocument/2006/relationships/image" Target="../media/image158.wmf"/><Relationship Id="rId28" Type="http://schemas.openxmlformats.org/officeDocument/2006/relationships/oleObject" Target="../embeddings/oleObject166.bin"/><Relationship Id="rId27" Type="http://schemas.openxmlformats.org/officeDocument/2006/relationships/tags" Target="../tags/tag111.xml"/><Relationship Id="rId26" Type="http://schemas.openxmlformats.org/officeDocument/2006/relationships/image" Target="../media/image157.wmf"/><Relationship Id="rId25" Type="http://schemas.openxmlformats.org/officeDocument/2006/relationships/oleObject" Target="../embeddings/oleObject165.bin"/><Relationship Id="rId24" Type="http://schemas.openxmlformats.org/officeDocument/2006/relationships/tags" Target="../tags/tag110.xml"/><Relationship Id="rId23" Type="http://schemas.openxmlformats.org/officeDocument/2006/relationships/image" Target="../media/image156.wmf"/><Relationship Id="rId22" Type="http://schemas.openxmlformats.org/officeDocument/2006/relationships/oleObject" Target="../embeddings/oleObject164.bin"/><Relationship Id="rId21" Type="http://schemas.openxmlformats.org/officeDocument/2006/relationships/tags" Target="../tags/tag109.xml"/><Relationship Id="rId20" Type="http://schemas.openxmlformats.org/officeDocument/2006/relationships/image" Target="../media/image152.wmf"/><Relationship Id="rId2" Type="http://schemas.openxmlformats.org/officeDocument/2006/relationships/image" Target="../media/image147.png"/><Relationship Id="rId19" Type="http://schemas.openxmlformats.org/officeDocument/2006/relationships/oleObject" Target="../embeddings/oleObject163.bin"/><Relationship Id="rId18" Type="http://schemas.openxmlformats.org/officeDocument/2006/relationships/tags" Target="../tags/tag108.xml"/><Relationship Id="rId17" Type="http://schemas.openxmlformats.org/officeDocument/2006/relationships/image" Target="../media/image155.wmf"/><Relationship Id="rId16" Type="http://schemas.openxmlformats.org/officeDocument/2006/relationships/oleObject" Target="../embeddings/oleObject162.bin"/><Relationship Id="rId15" Type="http://schemas.openxmlformats.org/officeDocument/2006/relationships/tags" Target="../tags/tag107.xml"/><Relationship Id="rId14" Type="http://schemas.openxmlformats.org/officeDocument/2006/relationships/image" Target="../media/image154.wmf"/><Relationship Id="rId13" Type="http://schemas.openxmlformats.org/officeDocument/2006/relationships/oleObject" Target="../embeddings/oleObject161.bin"/><Relationship Id="rId12" Type="http://schemas.openxmlformats.org/officeDocument/2006/relationships/tags" Target="../tags/tag106.xml"/><Relationship Id="rId11" Type="http://schemas.openxmlformats.org/officeDocument/2006/relationships/image" Target="../media/image153.wmf"/><Relationship Id="rId10" Type="http://schemas.openxmlformats.org/officeDocument/2006/relationships/oleObject" Target="../embeddings/oleObject160.bin"/><Relationship Id="rId1" Type="http://schemas.openxmlformats.org/officeDocument/2006/relationships/tags" Target="../tags/tag102.xml"/></Relationships>
</file>

<file path=ppt/slides/_rels/slide88.xml.rels><?xml version="1.0" encoding="UTF-8" standalone="yes"?>
<Relationships xmlns="http://schemas.openxmlformats.org/package/2006/relationships"><Relationship Id="rId9" Type="http://schemas.openxmlformats.org/officeDocument/2006/relationships/tags" Target="../tags/tag122.xml"/><Relationship Id="rId8" Type="http://schemas.openxmlformats.org/officeDocument/2006/relationships/image" Target="../media/image149.wmf"/><Relationship Id="rId7" Type="http://schemas.openxmlformats.org/officeDocument/2006/relationships/oleObject" Target="../embeddings/oleObject175.bin"/><Relationship Id="rId6" Type="http://schemas.openxmlformats.org/officeDocument/2006/relationships/tags" Target="../tags/tag121.xml"/><Relationship Id="rId5" Type="http://schemas.openxmlformats.org/officeDocument/2006/relationships/image" Target="../media/image148.wmf"/><Relationship Id="rId49" Type="http://schemas.openxmlformats.org/officeDocument/2006/relationships/vmlDrawing" Target="../drawings/vmlDrawing48.vml"/><Relationship Id="rId48" Type="http://schemas.openxmlformats.org/officeDocument/2006/relationships/slideLayout" Target="../slideLayouts/slideLayout2.xml"/><Relationship Id="rId47" Type="http://schemas.openxmlformats.org/officeDocument/2006/relationships/oleObject" Target="../embeddings/oleObject189.bin"/><Relationship Id="rId46" Type="http://schemas.openxmlformats.org/officeDocument/2006/relationships/tags" Target="../tags/tag135.xml"/><Relationship Id="rId45" Type="http://schemas.openxmlformats.org/officeDocument/2006/relationships/oleObject" Target="../embeddings/oleObject188.bin"/><Relationship Id="rId44" Type="http://schemas.openxmlformats.org/officeDocument/2006/relationships/tags" Target="../tags/tag134.xml"/><Relationship Id="rId43" Type="http://schemas.openxmlformats.org/officeDocument/2006/relationships/oleObject" Target="../embeddings/oleObject187.bin"/><Relationship Id="rId42" Type="http://schemas.openxmlformats.org/officeDocument/2006/relationships/tags" Target="../tags/tag133.xml"/><Relationship Id="rId41" Type="http://schemas.openxmlformats.org/officeDocument/2006/relationships/image" Target="../media/image160.wmf"/><Relationship Id="rId40" Type="http://schemas.openxmlformats.org/officeDocument/2006/relationships/oleObject" Target="../embeddings/oleObject186.bin"/><Relationship Id="rId4" Type="http://schemas.openxmlformats.org/officeDocument/2006/relationships/oleObject" Target="../embeddings/oleObject174.bin"/><Relationship Id="rId39" Type="http://schemas.openxmlformats.org/officeDocument/2006/relationships/tags" Target="../tags/tag132.xml"/><Relationship Id="rId38" Type="http://schemas.openxmlformats.org/officeDocument/2006/relationships/image" Target="../media/image151.wmf"/><Relationship Id="rId37" Type="http://schemas.openxmlformats.org/officeDocument/2006/relationships/oleObject" Target="../embeddings/oleObject185.bin"/><Relationship Id="rId36" Type="http://schemas.openxmlformats.org/officeDocument/2006/relationships/tags" Target="../tags/tag131.xml"/><Relationship Id="rId35" Type="http://schemas.openxmlformats.org/officeDocument/2006/relationships/image" Target="../media/image159.wmf"/><Relationship Id="rId34" Type="http://schemas.openxmlformats.org/officeDocument/2006/relationships/oleObject" Target="../embeddings/oleObject184.bin"/><Relationship Id="rId33" Type="http://schemas.openxmlformats.org/officeDocument/2006/relationships/tags" Target="../tags/tag130.xml"/><Relationship Id="rId32" Type="http://schemas.openxmlformats.org/officeDocument/2006/relationships/image" Target="../media/image150.wmf"/><Relationship Id="rId31" Type="http://schemas.openxmlformats.org/officeDocument/2006/relationships/oleObject" Target="../embeddings/oleObject183.bin"/><Relationship Id="rId30" Type="http://schemas.openxmlformats.org/officeDocument/2006/relationships/tags" Target="../tags/tag129.xml"/><Relationship Id="rId3" Type="http://schemas.openxmlformats.org/officeDocument/2006/relationships/tags" Target="../tags/tag120.xml"/><Relationship Id="rId29" Type="http://schemas.openxmlformats.org/officeDocument/2006/relationships/image" Target="../media/image158.wmf"/><Relationship Id="rId28" Type="http://schemas.openxmlformats.org/officeDocument/2006/relationships/oleObject" Target="../embeddings/oleObject182.bin"/><Relationship Id="rId27" Type="http://schemas.openxmlformats.org/officeDocument/2006/relationships/tags" Target="../tags/tag128.xml"/><Relationship Id="rId26" Type="http://schemas.openxmlformats.org/officeDocument/2006/relationships/image" Target="../media/image157.wmf"/><Relationship Id="rId25" Type="http://schemas.openxmlformats.org/officeDocument/2006/relationships/oleObject" Target="../embeddings/oleObject181.bin"/><Relationship Id="rId24" Type="http://schemas.openxmlformats.org/officeDocument/2006/relationships/tags" Target="../tags/tag127.xml"/><Relationship Id="rId23" Type="http://schemas.openxmlformats.org/officeDocument/2006/relationships/image" Target="../media/image156.wmf"/><Relationship Id="rId22" Type="http://schemas.openxmlformats.org/officeDocument/2006/relationships/oleObject" Target="../embeddings/oleObject180.bin"/><Relationship Id="rId21" Type="http://schemas.openxmlformats.org/officeDocument/2006/relationships/tags" Target="../tags/tag126.xml"/><Relationship Id="rId20" Type="http://schemas.openxmlformats.org/officeDocument/2006/relationships/image" Target="../media/image152.wmf"/><Relationship Id="rId2" Type="http://schemas.openxmlformats.org/officeDocument/2006/relationships/image" Target="../media/image147.png"/><Relationship Id="rId19" Type="http://schemas.openxmlformats.org/officeDocument/2006/relationships/oleObject" Target="../embeddings/oleObject179.bin"/><Relationship Id="rId18" Type="http://schemas.openxmlformats.org/officeDocument/2006/relationships/tags" Target="../tags/tag125.xml"/><Relationship Id="rId17" Type="http://schemas.openxmlformats.org/officeDocument/2006/relationships/image" Target="../media/image155.wmf"/><Relationship Id="rId16" Type="http://schemas.openxmlformats.org/officeDocument/2006/relationships/oleObject" Target="../embeddings/oleObject178.bin"/><Relationship Id="rId15" Type="http://schemas.openxmlformats.org/officeDocument/2006/relationships/tags" Target="../tags/tag124.xml"/><Relationship Id="rId14" Type="http://schemas.openxmlformats.org/officeDocument/2006/relationships/image" Target="../media/image154.wmf"/><Relationship Id="rId13" Type="http://schemas.openxmlformats.org/officeDocument/2006/relationships/oleObject" Target="../embeddings/oleObject177.bin"/><Relationship Id="rId12" Type="http://schemas.openxmlformats.org/officeDocument/2006/relationships/tags" Target="../tags/tag123.xml"/><Relationship Id="rId11" Type="http://schemas.openxmlformats.org/officeDocument/2006/relationships/image" Target="../media/image153.wmf"/><Relationship Id="rId10" Type="http://schemas.openxmlformats.org/officeDocument/2006/relationships/oleObject" Target="../embeddings/oleObject176.bin"/><Relationship Id="rId1" Type="http://schemas.openxmlformats.org/officeDocument/2006/relationships/tags" Target="../tags/tag1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7" name="Rectangle 2"/>
          <p:cNvSpPr>
            <a:spLocks noGrp="1" noChangeArrowheads="1"/>
          </p:cNvSpPr>
          <p:nvPr>
            <p:ph type="ctrTitle"/>
          </p:nvPr>
        </p:nvSpPr>
        <p:spPr>
          <a:xfrm>
            <a:off x="3863752" y="1700808"/>
            <a:ext cx="7776194" cy="1255564"/>
          </a:xfr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pPr algn="ctr" eaLnBrk="1" hangingPunct="1"/>
            <a:r>
              <a:rPr lang="zh-CN" altLang="en-US" sz="6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第</a:t>
            </a:r>
            <a:r>
              <a:rPr lang="en-US" altLang="zh-CN" sz="6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6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章 信源与信息熵</a:t>
            </a:r>
            <a:endParaRPr lang="zh-CN" altLang="en-US" sz="6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6203315" y="4387850"/>
            <a:ext cx="4500880" cy="13836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0" indent="0" latinLnBrk="0">
              <a:lnSpc>
                <a:spcPct val="150000"/>
              </a:lnSpc>
            </a:pPr>
            <a:r>
              <a:rPr lang="zh-CN" altLang="en-US" sz="2800"/>
              <a:t>电子与信息工程学院</a:t>
            </a:r>
            <a:endParaRPr lang="zh-CN" altLang="en-US" sz="2800"/>
          </a:p>
          <a:p>
            <a:pPr marL="0" indent="0" latinLnBrk="0">
              <a:lnSpc>
                <a:spcPct val="150000"/>
              </a:lnSpc>
            </a:pPr>
            <a:r>
              <a:rPr lang="zh-CN" altLang="en-US" sz="2800"/>
              <a:t>主讲人：杜川</a:t>
            </a:r>
            <a:endParaRPr lang="zh-CN" altLang="en-US" sz="28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回顾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063552" y="1556792"/>
            <a:ext cx="7128792" cy="4365476"/>
          </a:xfrm>
        </p:spPr>
        <p:txBody>
          <a:bodyPr/>
          <a:lstStyle/>
          <a:p>
            <a:pPr marL="0" indent="0" eaLnBrk="1" hangingPunct="1">
              <a:buNone/>
              <a:defRPr/>
            </a:pPr>
            <a:r>
              <a:rPr lang="en-US" dirty="0"/>
              <a:t>1. </a:t>
            </a:r>
            <a:r>
              <a:rPr lang="zh-CN" altLang="en-US" dirty="0"/>
              <a:t>什么是</a:t>
            </a:r>
            <a:r>
              <a:rPr lang="zh-CN" altLang="en-US" dirty="0"/>
              <a:t>信息？</a:t>
            </a:r>
            <a:endParaRPr lang="zh-CN" altLang="en-US" dirty="0"/>
          </a:p>
          <a:p>
            <a:pPr marL="0" indent="0" eaLnBrk="1" hangingPunct="1">
              <a:buNone/>
              <a:defRPr/>
            </a:pPr>
            <a:r>
              <a:rPr lang="en-US" altLang="zh-CN" dirty="0"/>
              <a:t>2. </a:t>
            </a:r>
            <a:r>
              <a:rPr lang="zh-CN" altLang="en-US" dirty="0"/>
              <a:t>信息，消息，信号的</a:t>
            </a:r>
            <a:r>
              <a:rPr lang="zh-CN" altLang="en-US" dirty="0"/>
              <a:t>区别？</a:t>
            </a:r>
            <a:endParaRPr lang="zh-CN" altLang="en-US" dirty="0"/>
          </a:p>
          <a:p>
            <a:pPr marL="0" indent="0" eaLnBrk="1" hangingPunct="1">
              <a:buNone/>
              <a:defRPr/>
            </a:pPr>
            <a:r>
              <a:rPr lang="en-US" altLang="zh-CN" dirty="0"/>
              <a:t>3. </a:t>
            </a:r>
            <a:r>
              <a:rPr lang="zh-CN" altLang="en-US" dirty="0">
                <a:sym typeface="+mn-ea"/>
              </a:rPr>
              <a:t>获得信息的过程是一个什么过程？</a:t>
            </a:r>
            <a:endParaRPr lang="zh-CN" altLang="en-US" dirty="0"/>
          </a:p>
          <a:p>
            <a:pPr marL="0" indent="0" eaLnBrk="1" hangingPunct="1">
              <a:buNone/>
              <a:defRPr/>
            </a:pPr>
            <a:r>
              <a:rPr lang="en-US" altLang="zh-CN" dirty="0">
                <a:sym typeface="+mn-ea"/>
              </a:rPr>
              <a:t>4. </a:t>
            </a:r>
            <a:r>
              <a:rPr lang="zh-CN" altLang="en-US" dirty="0"/>
              <a:t>什么是</a:t>
            </a:r>
            <a:r>
              <a:rPr lang="zh-CN" altLang="en-US" dirty="0"/>
              <a:t>自信息？</a:t>
            </a:r>
            <a:endParaRPr lang="zh-CN" altLang="en-US" dirty="0"/>
          </a:p>
          <a:p>
            <a:pPr marL="0" indent="0" eaLnBrk="1" hangingPunct="1">
              <a:buNone/>
              <a:defRPr/>
            </a:pPr>
            <a:endParaRPr lang="zh-CN" alt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主要内容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063552" y="1556792"/>
            <a:ext cx="7128792" cy="4365476"/>
          </a:xfrm>
        </p:spPr>
        <p:txBody>
          <a:bodyPr/>
          <a:lstStyle/>
          <a:p>
            <a:pPr marL="0" indent="0" eaLnBrk="1" hangingPunct="1">
              <a:buNone/>
              <a:defRPr/>
            </a:pPr>
            <a:r>
              <a:rPr lang="en-US" altLang="zh-CN" dirty="0"/>
              <a:t>2.1  </a:t>
            </a:r>
            <a:r>
              <a:rPr lang="zh-CN" altLang="en-US" dirty="0"/>
              <a:t>信源的分类及数学模型</a:t>
            </a:r>
            <a:endParaRPr lang="zh-CN" altLang="en-US" dirty="0"/>
          </a:p>
          <a:p>
            <a:pPr marL="0" indent="0" eaLnBrk="1" hangingPunct="1">
              <a:buNone/>
              <a:defRPr/>
            </a:pPr>
            <a:r>
              <a:rPr lang="en-US" altLang="zh-CN" dirty="0"/>
              <a:t>2.2  </a:t>
            </a:r>
            <a:r>
              <a:rPr lang="zh-CN" altLang="en-US" dirty="0"/>
              <a:t>信源</a:t>
            </a:r>
            <a:r>
              <a:rPr lang="zh-CN" altLang="en-US" dirty="0"/>
              <a:t>的信息</a:t>
            </a:r>
            <a:r>
              <a:rPr lang="zh-CN" altLang="en-US" dirty="0">
                <a:sym typeface="+mn-ea"/>
              </a:rPr>
              <a:t>熵</a:t>
            </a:r>
            <a:endParaRPr lang="en-US" altLang="zh-CN" dirty="0"/>
          </a:p>
          <a:p>
            <a:pPr marL="0" indent="0" eaLnBrk="1" hangingPunct="1">
              <a:buNone/>
              <a:defRPr/>
            </a:pPr>
            <a:r>
              <a:rPr lang="en-US" altLang="zh-CN" dirty="0"/>
              <a:t>2.3  </a:t>
            </a:r>
            <a:r>
              <a:rPr lang="zh-CN" altLang="en-US" dirty="0"/>
              <a:t>熵的</a:t>
            </a:r>
            <a:r>
              <a:rPr lang="zh-CN" altLang="en-US" dirty="0"/>
              <a:t>基本性质</a:t>
            </a:r>
            <a:endParaRPr lang="zh-CN" altLang="en-US" dirty="0"/>
          </a:p>
          <a:p>
            <a:pPr marL="0" indent="0" eaLnBrk="1" hangingPunct="1">
              <a:buNone/>
              <a:defRPr/>
            </a:pPr>
            <a:r>
              <a:rPr lang="en-US" altLang="zh-CN" dirty="0"/>
              <a:t>2.4  </a:t>
            </a:r>
            <a:r>
              <a:rPr lang="zh-CN" altLang="en-US" dirty="0"/>
              <a:t>信源的相关性与冗余度</a:t>
            </a:r>
            <a:r>
              <a:rPr lang="en-US" altLang="zh-CN" dirty="0"/>
              <a:t> </a:t>
            </a:r>
            <a:endParaRPr lang="en-US" altLang="zh-CN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主要内容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063552" y="1556792"/>
            <a:ext cx="7128792" cy="4365476"/>
          </a:xfrm>
        </p:spPr>
        <p:txBody>
          <a:bodyPr/>
          <a:lstStyle/>
          <a:p>
            <a:pPr marL="0" indent="0" eaLnBrk="1" hangingPunct="1">
              <a:buNone/>
              <a:defRPr/>
            </a:pPr>
            <a:r>
              <a:rPr lang="en-US" altLang="zh-CN" dirty="0"/>
              <a:t>2.1  </a:t>
            </a:r>
            <a:r>
              <a:rPr lang="zh-CN" altLang="en-US" dirty="0"/>
              <a:t>信源的分类及数学模型</a:t>
            </a:r>
            <a:endParaRPr lang="zh-CN" altLang="en-US" dirty="0"/>
          </a:p>
          <a:p>
            <a:pPr marL="0" indent="0" eaLnBrk="1" hangingPunct="1">
              <a:buNone/>
              <a:defRPr/>
            </a:pPr>
            <a:r>
              <a:rPr lang="en-US" altLang="zh-CN" dirty="0">
                <a:solidFill>
                  <a:schemeClr val="bg1">
                    <a:lumMod val="95000"/>
                  </a:schemeClr>
                </a:solidFill>
              </a:rPr>
              <a:t>2.2  </a:t>
            </a:r>
            <a:r>
              <a:rPr lang="zh-CN" altLang="en-US" dirty="0">
                <a:solidFill>
                  <a:schemeClr val="bg1">
                    <a:lumMod val="95000"/>
                  </a:schemeClr>
                </a:solidFill>
              </a:rPr>
              <a:t>信源的信息</a:t>
            </a:r>
            <a:r>
              <a:rPr lang="zh-CN" altLang="en-US" dirty="0">
                <a:solidFill>
                  <a:schemeClr val="bg1">
                    <a:lumMod val="95000"/>
                  </a:schemeClr>
                </a:solidFill>
                <a:sym typeface="+mn-ea"/>
              </a:rPr>
              <a:t>熵</a:t>
            </a:r>
            <a:endParaRPr lang="en-US" altLang="zh-CN" dirty="0">
              <a:solidFill>
                <a:schemeClr val="bg1">
                  <a:lumMod val="95000"/>
                </a:schemeClr>
              </a:solidFill>
            </a:endParaRPr>
          </a:p>
          <a:p>
            <a:pPr marL="0" indent="0" eaLnBrk="1" hangingPunct="1">
              <a:buNone/>
              <a:defRPr/>
            </a:pPr>
            <a:r>
              <a:rPr lang="en-US" altLang="zh-CN" dirty="0">
                <a:solidFill>
                  <a:schemeClr val="bg1">
                    <a:lumMod val="95000"/>
                  </a:schemeClr>
                </a:solidFill>
              </a:rPr>
              <a:t>2.3  </a:t>
            </a:r>
            <a:r>
              <a:rPr lang="zh-CN" altLang="en-US" dirty="0">
                <a:solidFill>
                  <a:schemeClr val="bg1">
                    <a:lumMod val="95000"/>
                  </a:schemeClr>
                </a:solidFill>
              </a:rPr>
              <a:t>熵的基本性质</a:t>
            </a:r>
            <a:endParaRPr lang="zh-CN" altLang="en-US" dirty="0">
              <a:solidFill>
                <a:schemeClr val="bg1">
                  <a:lumMod val="95000"/>
                </a:schemeClr>
              </a:solidFill>
            </a:endParaRPr>
          </a:p>
          <a:p>
            <a:pPr marL="0" indent="0" eaLnBrk="1" hangingPunct="1">
              <a:buNone/>
              <a:defRPr/>
            </a:pPr>
            <a:r>
              <a:rPr lang="en-US" altLang="zh-CN" dirty="0">
                <a:solidFill>
                  <a:schemeClr val="bg1">
                    <a:lumMod val="95000"/>
                  </a:schemeClr>
                </a:solidFill>
              </a:rPr>
              <a:t>2.4  </a:t>
            </a:r>
            <a:r>
              <a:rPr lang="zh-CN" altLang="en-US" dirty="0">
                <a:solidFill>
                  <a:schemeClr val="bg1">
                    <a:lumMod val="95000"/>
                  </a:schemeClr>
                </a:solidFill>
              </a:rPr>
              <a:t>信源的相关性与冗余度</a:t>
            </a:r>
            <a:r>
              <a:rPr lang="en-US" altLang="zh-CN" dirty="0">
                <a:solidFill>
                  <a:schemeClr val="bg1">
                    <a:lumMod val="95000"/>
                  </a:schemeClr>
                </a:solidFill>
              </a:rPr>
              <a:t> </a:t>
            </a:r>
            <a:endParaRPr lang="en-US" altLang="zh-CN" dirty="0">
              <a:solidFill>
                <a:schemeClr val="bg1">
                  <a:lumMod val="95000"/>
                </a:schemeClr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6350" y="-6350"/>
            <a:ext cx="12204700" cy="68707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2.1</a:t>
            </a:r>
            <a:r>
              <a:rPr lang="zh-CN" altLang="en-US" dirty="0"/>
              <a:t>信源的分类及数学模型</a:t>
            </a:r>
            <a:endParaRPr lang="zh-CN" altLang="en-US" dirty="0"/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 bwMode="auto">
          <a:xfrm>
            <a:off x="1271270" y="1196975"/>
            <a:ext cx="10028555" cy="44208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marL="257175" indent="-257175" algn="l" rtl="0" eaLnBrk="0" fontAlgn="base" hangingPunct="0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2800" b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1pPr>
            <a:lvl2pPr marL="557530" indent="-214630" algn="l" rtl="0" eaLnBrk="0" fontAlgn="base" hangingPunct="0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Ø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857250" indent="-171450" algn="l" rtl="0" eaLnBrk="0" fontAlgn="base" hangingPunct="0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200150" indent="-171450" algn="l" rtl="0" eaLnBrk="0" fontAlgn="base" hangingPunct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1543050" indent="-171450" algn="l" rtl="0" eaLnBrk="0" fontAlgn="base" hangingPunct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1500" b="1">
                <a:solidFill>
                  <a:schemeClr val="tx1"/>
                </a:solidFill>
                <a:latin typeface="+mn-lt"/>
                <a:ea typeface="+mn-ea"/>
              </a:defRPr>
            </a:lvl5pPr>
            <a:lvl6pPr marL="1885950" indent="-171450" algn="l" rtl="0" fontAlgn="base">
              <a:lnSpc>
                <a:spcPct val="90000"/>
              </a:lnSpc>
              <a:spcBef>
                <a:spcPct val="20000"/>
              </a:spcBef>
              <a:spcAft>
                <a:spcPct val="2000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1500" b="1">
                <a:solidFill>
                  <a:schemeClr val="tx1"/>
                </a:solidFill>
                <a:latin typeface="+mn-lt"/>
                <a:ea typeface="+mn-ea"/>
              </a:defRPr>
            </a:lvl6pPr>
            <a:lvl7pPr marL="2228850" indent="-171450" algn="l" rtl="0" fontAlgn="base">
              <a:lnSpc>
                <a:spcPct val="90000"/>
              </a:lnSpc>
              <a:spcBef>
                <a:spcPct val="20000"/>
              </a:spcBef>
              <a:spcAft>
                <a:spcPct val="2000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1500" b="1">
                <a:solidFill>
                  <a:schemeClr val="tx1"/>
                </a:solidFill>
                <a:latin typeface="+mn-lt"/>
                <a:ea typeface="+mn-ea"/>
              </a:defRPr>
            </a:lvl7pPr>
            <a:lvl8pPr marL="2571750" indent="-171450" algn="l" rtl="0" fontAlgn="base">
              <a:lnSpc>
                <a:spcPct val="90000"/>
              </a:lnSpc>
              <a:spcBef>
                <a:spcPct val="20000"/>
              </a:spcBef>
              <a:spcAft>
                <a:spcPct val="2000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1500" b="1">
                <a:solidFill>
                  <a:schemeClr val="tx1"/>
                </a:solidFill>
                <a:latin typeface="+mn-lt"/>
                <a:ea typeface="+mn-ea"/>
              </a:defRPr>
            </a:lvl8pPr>
            <a:lvl9pPr marL="2914650" indent="-171450" algn="l" rtl="0" fontAlgn="base">
              <a:lnSpc>
                <a:spcPct val="90000"/>
              </a:lnSpc>
              <a:spcBef>
                <a:spcPct val="20000"/>
              </a:spcBef>
              <a:spcAft>
                <a:spcPct val="2000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1500" b="1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eaLnBrk="1" latinLnBrk="0" hangingPunct="1">
              <a:lnSpc>
                <a:spcPct val="130000"/>
              </a:lnSpc>
              <a:defRPr/>
            </a:pPr>
            <a:r>
              <a:rPr lang="zh-CN" altLang="en-US" sz="3200" kern="0" dirty="0"/>
              <a:t>从信息论层面来看</a:t>
            </a:r>
            <a:r>
              <a:rPr lang="en-US" altLang="zh-CN" sz="3200" kern="0" dirty="0"/>
              <a:t>,</a:t>
            </a:r>
            <a:r>
              <a:rPr lang="zh-CN" altLang="en-US" sz="3200" kern="0" dirty="0"/>
              <a:t>信源输出消息，</a:t>
            </a:r>
            <a:r>
              <a:rPr lang="zh-CN" altLang="en-US" sz="3200" kern="0" dirty="0"/>
              <a:t>消息载荷信息</a:t>
            </a:r>
            <a:endParaRPr lang="zh-CN" altLang="en-US" sz="3200" kern="0" dirty="0"/>
          </a:p>
          <a:p>
            <a:pPr eaLnBrk="1" latinLnBrk="0" hangingPunct="1">
              <a:lnSpc>
                <a:spcPct val="130000"/>
              </a:lnSpc>
              <a:defRPr/>
            </a:pPr>
            <a:r>
              <a:rPr lang="zh-CN" altLang="en-US" sz="3200" kern="0" dirty="0"/>
              <a:t>信源发送的消息虽是具体的，但却是随机的、不确定的，</a:t>
            </a:r>
            <a:r>
              <a:rPr lang="zh-CN" altLang="en-US" sz="3200" kern="0" dirty="0"/>
              <a:t>因此不去考虑信源的内部结构和发送消息的不同形式，而是从信源的</a:t>
            </a:r>
            <a:r>
              <a:rPr lang="zh-CN" altLang="en-US" sz="3200" kern="0" dirty="0">
                <a:solidFill>
                  <a:srgbClr val="FF0000"/>
                </a:solidFill>
              </a:rPr>
              <a:t>随机属性</a:t>
            </a:r>
            <a:r>
              <a:rPr lang="zh-CN" altLang="en-US" sz="3200" kern="0" dirty="0"/>
              <a:t>和</a:t>
            </a:r>
            <a:r>
              <a:rPr lang="zh-CN" altLang="en-US" sz="3200" kern="0" dirty="0">
                <a:solidFill>
                  <a:srgbClr val="FF0000"/>
                </a:solidFill>
              </a:rPr>
              <a:t>概率统计特性</a:t>
            </a:r>
            <a:r>
              <a:rPr lang="zh-CN" altLang="en-US" sz="3200" kern="0" dirty="0"/>
              <a:t>考虑建立信源的数学模型。</a:t>
            </a:r>
            <a:endParaRPr lang="zh-CN" altLang="en-US" sz="3200" kern="0" dirty="0"/>
          </a:p>
          <a:p>
            <a:pPr eaLnBrk="1" latinLnBrk="0" hangingPunct="1">
              <a:lnSpc>
                <a:spcPct val="130000"/>
              </a:lnSpc>
              <a:defRPr/>
            </a:pPr>
            <a:r>
              <a:rPr lang="zh-CN" altLang="en-US" sz="3200" kern="0" dirty="0"/>
              <a:t>从数学上，分别用</a:t>
            </a:r>
            <a:r>
              <a:rPr lang="zh-CN" altLang="en-US" sz="3200" kern="0" dirty="0">
                <a:solidFill>
                  <a:srgbClr val="FF0000"/>
                </a:solidFill>
              </a:rPr>
              <a:t>随机变量、随机序列（矢量）和随机过程</a:t>
            </a:r>
            <a:r>
              <a:rPr lang="zh-CN" altLang="en-US" sz="3200" kern="0" dirty="0"/>
              <a:t>来分别描述信源产生的消息（符号）、消息序列和连续消息。</a:t>
            </a:r>
            <a:endParaRPr lang="zh-CN" altLang="en-US" sz="3200" kern="0" dirty="0">
              <a:solidFill>
                <a:srgbClr val="0000FF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2.1</a:t>
            </a:r>
            <a:r>
              <a:rPr lang="zh-CN" altLang="en-US" dirty="0"/>
              <a:t>信源的分类及数学模型</a:t>
            </a:r>
            <a:endParaRPr lang="zh-CN" altLang="en-US" dirty="0"/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 bwMode="auto">
          <a:xfrm>
            <a:off x="1055440" y="1124744"/>
            <a:ext cx="10513168" cy="25202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marL="257175" indent="-257175" algn="l" rtl="0" eaLnBrk="0" fontAlgn="base" hangingPunct="0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2800" b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1pPr>
            <a:lvl2pPr marL="557530" indent="-214630" algn="l" rtl="0" eaLnBrk="0" fontAlgn="base" hangingPunct="0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Ø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857250" indent="-171450" algn="l" rtl="0" eaLnBrk="0" fontAlgn="base" hangingPunct="0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200150" indent="-171450" algn="l" rtl="0" eaLnBrk="0" fontAlgn="base" hangingPunct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1543050" indent="-171450" algn="l" rtl="0" eaLnBrk="0" fontAlgn="base" hangingPunct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1500" b="1">
                <a:solidFill>
                  <a:schemeClr val="tx1"/>
                </a:solidFill>
                <a:latin typeface="+mn-lt"/>
                <a:ea typeface="+mn-ea"/>
              </a:defRPr>
            </a:lvl5pPr>
            <a:lvl6pPr marL="1885950" indent="-171450" algn="l" rtl="0" fontAlgn="base">
              <a:lnSpc>
                <a:spcPct val="90000"/>
              </a:lnSpc>
              <a:spcBef>
                <a:spcPct val="20000"/>
              </a:spcBef>
              <a:spcAft>
                <a:spcPct val="2000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1500" b="1">
                <a:solidFill>
                  <a:schemeClr val="tx1"/>
                </a:solidFill>
                <a:latin typeface="+mn-lt"/>
                <a:ea typeface="+mn-ea"/>
              </a:defRPr>
            </a:lvl6pPr>
            <a:lvl7pPr marL="2228850" indent="-171450" algn="l" rtl="0" fontAlgn="base">
              <a:lnSpc>
                <a:spcPct val="90000"/>
              </a:lnSpc>
              <a:spcBef>
                <a:spcPct val="20000"/>
              </a:spcBef>
              <a:spcAft>
                <a:spcPct val="2000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1500" b="1">
                <a:solidFill>
                  <a:schemeClr val="tx1"/>
                </a:solidFill>
                <a:latin typeface="+mn-lt"/>
                <a:ea typeface="+mn-ea"/>
              </a:defRPr>
            </a:lvl7pPr>
            <a:lvl8pPr marL="2571750" indent="-171450" algn="l" rtl="0" fontAlgn="base">
              <a:lnSpc>
                <a:spcPct val="90000"/>
              </a:lnSpc>
              <a:spcBef>
                <a:spcPct val="20000"/>
              </a:spcBef>
              <a:spcAft>
                <a:spcPct val="2000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1500" b="1">
                <a:solidFill>
                  <a:schemeClr val="tx1"/>
                </a:solidFill>
                <a:latin typeface="+mn-lt"/>
                <a:ea typeface="+mn-ea"/>
              </a:defRPr>
            </a:lvl8pPr>
            <a:lvl9pPr marL="2914650" indent="-171450" algn="l" rtl="0" fontAlgn="base">
              <a:lnSpc>
                <a:spcPct val="90000"/>
              </a:lnSpc>
              <a:spcBef>
                <a:spcPct val="20000"/>
              </a:spcBef>
              <a:spcAft>
                <a:spcPct val="2000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1500" b="1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eaLnBrk="1" hangingPunct="1"/>
            <a:r>
              <a:rPr lang="zh-CN" altLang="en-US" b="1" dirty="0"/>
              <a:t>按照信源发出的时间和消息的分布分类</a:t>
            </a:r>
            <a:endParaRPr lang="zh-CN" altLang="en-US" b="1" dirty="0"/>
          </a:p>
          <a:p>
            <a:pPr lvl="1" eaLnBrk="1" hangingPunct="1"/>
            <a:r>
              <a:rPr lang="zh-CN" altLang="en-US" sz="2800" dirty="0">
                <a:solidFill>
                  <a:srgbClr val="0000FF"/>
                </a:solidFill>
              </a:rPr>
              <a:t>离散信源：</a:t>
            </a:r>
            <a:r>
              <a:rPr lang="zh-CN" altLang="en-US" sz="2800" dirty="0"/>
              <a:t>信源发出消息的时间与消息的表示形式都是离散的。</a:t>
            </a:r>
            <a:endParaRPr lang="zh-CN" altLang="en-US" sz="2800" dirty="0"/>
          </a:p>
          <a:p>
            <a:pPr lvl="1" eaLnBrk="1" hangingPunct="1">
              <a:buNone/>
            </a:pPr>
            <a:r>
              <a:rPr lang="zh-CN" altLang="en-US" sz="2800" dirty="0"/>
              <a:t>    </a:t>
            </a:r>
            <a:r>
              <a:rPr lang="en-US" altLang="zh-CN" sz="2800" dirty="0"/>
              <a:t>	</a:t>
            </a:r>
            <a:r>
              <a:rPr lang="zh-CN" altLang="en-US" sz="2800" dirty="0"/>
              <a:t>如：计算机输出的代码、文稿、人写的书信</a:t>
            </a:r>
            <a:r>
              <a:rPr lang="zh-CN" altLang="en-US" sz="2800" dirty="0">
                <a:solidFill>
                  <a:srgbClr val="000000"/>
                </a:solidFill>
              </a:rPr>
              <a:t>等</a:t>
            </a:r>
            <a:endParaRPr lang="zh-CN" altLang="en-US" sz="2800" dirty="0"/>
          </a:p>
          <a:p>
            <a:pPr lvl="1" eaLnBrk="1" hangingPunct="1"/>
            <a:r>
              <a:rPr lang="zh-CN" altLang="en-US" sz="2800" dirty="0">
                <a:solidFill>
                  <a:srgbClr val="0000FF"/>
                </a:solidFill>
              </a:rPr>
              <a:t>连续信源：</a:t>
            </a:r>
            <a:r>
              <a:rPr lang="zh-CN" altLang="en-US" sz="2800" dirty="0"/>
              <a:t>信源发出消息的时间与消息的表示形式都是连续的。</a:t>
            </a:r>
            <a:endParaRPr lang="zh-CN" altLang="en-US" sz="2800" dirty="0"/>
          </a:p>
          <a:p>
            <a:pPr lvl="1" eaLnBrk="1" hangingPunct="1">
              <a:buNone/>
            </a:pPr>
            <a:r>
              <a:rPr lang="zh-CN" altLang="en-US" sz="2800" dirty="0">
                <a:solidFill>
                  <a:srgbClr val="000000"/>
                </a:solidFill>
              </a:rPr>
              <a:t>   </a:t>
            </a:r>
            <a:r>
              <a:rPr lang="en-US" altLang="zh-CN" sz="2800" dirty="0">
                <a:solidFill>
                  <a:srgbClr val="000000"/>
                </a:solidFill>
              </a:rPr>
              <a:t>	</a:t>
            </a:r>
            <a:r>
              <a:rPr lang="zh-CN" altLang="en-US" sz="2800" dirty="0">
                <a:solidFill>
                  <a:srgbClr val="000000"/>
                </a:solidFill>
              </a:rPr>
              <a:t>如：语音、图像、图形等</a:t>
            </a:r>
            <a:endParaRPr lang="zh-CN" altLang="en-US" sz="2800" dirty="0">
              <a:solidFill>
                <a:srgbClr val="000000"/>
              </a:solidFill>
            </a:endParaRPr>
          </a:p>
          <a:p>
            <a:pPr eaLnBrk="1" hangingPunct="1">
              <a:defRPr/>
            </a:pPr>
            <a:endParaRPr lang="zh-CN" altLang="en-US" sz="2800" kern="0" dirty="0">
              <a:solidFill>
                <a:srgbClr val="000000"/>
              </a:solidFill>
            </a:endParaRPr>
          </a:p>
        </p:txBody>
      </p:sp>
      <p:sp>
        <p:nvSpPr>
          <p:cNvPr id="6" name="Rectangle 7"/>
          <p:cNvSpPr>
            <a:spLocks noChangeArrowheads="1"/>
          </p:cNvSpPr>
          <p:nvPr/>
        </p:nvSpPr>
        <p:spPr bwMode="auto">
          <a:xfrm>
            <a:off x="1055658" y="4077255"/>
            <a:ext cx="7488237" cy="25895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</a:pPr>
            <a:r>
              <a:rPr lang="zh-CN" altLang="en-US" sz="2800" dirty="0"/>
              <a:t>按照信源发出符号之间的关系分类</a:t>
            </a:r>
            <a:endParaRPr lang="zh-CN" altLang="en-US" sz="2800" dirty="0"/>
          </a:p>
          <a:p>
            <a:pPr lvl="1" eaLnBrk="1" hangingPunct="1">
              <a:spcBef>
                <a:spcPct val="20000"/>
              </a:spcBef>
              <a:buClr>
                <a:srgbClr val="0099FF"/>
              </a:buClr>
              <a:buFont typeface="Wingdings" panose="05000000000000000000" pitchFamily="2" charset="2"/>
              <a:buChar char="u"/>
            </a:pPr>
            <a:r>
              <a:rPr lang="zh-CN" altLang="en-US" sz="2800" dirty="0"/>
              <a:t>无记忆信源</a:t>
            </a:r>
            <a:endParaRPr lang="zh-CN" altLang="en-US" sz="2800" dirty="0"/>
          </a:p>
          <a:p>
            <a:pPr lvl="1" eaLnBrk="1" hangingPunct="1">
              <a:spcBef>
                <a:spcPct val="20000"/>
              </a:spcBef>
              <a:buClr>
                <a:srgbClr val="0099FF"/>
              </a:buClr>
              <a:buFont typeface="Wingdings" panose="05000000000000000000" pitchFamily="2" charset="2"/>
              <a:buNone/>
            </a:pPr>
            <a:r>
              <a:rPr lang="zh-CN" altLang="en-US" sz="2800" dirty="0"/>
              <a:t>    不同时刻发出的消息是独立的</a:t>
            </a:r>
            <a:endParaRPr lang="zh-CN" altLang="en-US" sz="2800" dirty="0"/>
          </a:p>
          <a:p>
            <a:pPr lvl="1" eaLnBrk="1" hangingPunct="1">
              <a:spcBef>
                <a:spcPct val="20000"/>
              </a:spcBef>
              <a:buClr>
                <a:srgbClr val="0099FF"/>
              </a:buClr>
              <a:buFont typeface="Wingdings" panose="05000000000000000000" pitchFamily="2" charset="2"/>
              <a:buChar char="u"/>
            </a:pPr>
            <a:r>
              <a:rPr lang="zh-CN" altLang="en-US" sz="2800" dirty="0"/>
              <a:t>有记忆信源</a:t>
            </a:r>
            <a:endParaRPr lang="zh-CN" altLang="en-US" sz="2800" dirty="0"/>
          </a:p>
          <a:p>
            <a:pPr lvl="1" eaLnBrk="1" hangingPunct="1">
              <a:spcBef>
                <a:spcPct val="20000"/>
              </a:spcBef>
              <a:buClr>
                <a:srgbClr val="0099FF"/>
              </a:buClr>
              <a:buFont typeface="Wingdings" panose="05000000000000000000" pitchFamily="2" charset="2"/>
              <a:buNone/>
            </a:pPr>
            <a:r>
              <a:rPr lang="zh-CN" altLang="en-US" sz="2800" dirty="0"/>
              <a:t>    不同时刻发出的消息是相互依赖的</a:t>
            </a:r>
            <a:endParaRPr lang="zh-CN" altLang="en-US" sz="2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3175" y="-6350"/>
            <a:ext cx="12198350" cy="68707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6350" y="-6350"/>
            <a:ext cx="12204700" cy="68707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Box 7"/>
          <p:cNvSpPr txBox="1">
            <a:spLocks noChangeArrowheads="1"/>
          </p:cNvSpPr>
          <p:nvPr/>
        </p:nvSpPr>
        <p:spPr bwMode="auto">
          <a:xfrm>
            <a:off x="1127572" y="1017717"/>
            <a:ext cx="9792866" cy="9531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ct val="20000"/>
              </a:spcBef>
              <a:spcAft>
                <a:spcPct val="2000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lnSpc>
                <a:spcPct val="90000"/>
              </a:lnSpc>
              <a:spcBef>
                <a:spcPct val="20000"/>
              </a:spcBef>
              <a:spcAft>
                <a:spcPct val="2000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Ø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lnSpc>
                <a:spcPct val="90000"/>
              </a:lnSpc>
              <a:spcBef>
                <a:spcPct val="20000"/>
              </a:spcBef>
              <a:spcAft>
                <a:spcPct val="2000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Char char="ü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lnSpc>
                <a:spcPct val="90000"/>
              </a:lnSpc>
              <a:spcBef>
                <a:spcPct val="20000"/>
              </a:spcBef>
              <a:spcAft>
                <a:spcPct val="2000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v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lnSpc>
                <a:spcPct val="90000"/>
              </a:lnSpc>
              <a:spcBef>
                <a:spcPct val="20000"/>
              </a:spcBef>
              <a:spcAft>
                <a:spcPct val="2000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2000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2000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2000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2000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marL="342900" indent="-342900" algn="just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FF"/>
              </a:buClr>
              <a:buSzPct val="80000"/>
            </a:pPr>
            <a:r>
              <a:rPr lang="zh-CN" altLang="en-US" sz="2800" dirty="0">
                <a:solidFill>
                  <a:srgbClr val="0000FF"/>
                </a:solidFill>
              </a:rPr>
              <a:t>单符号离散信源</a:t>
            </a:r>
            <a:r>
              <a:rPr lang="zh-CN" altLang="en-US" sz="2800" b="0" dirty="0">
                <a:solidFill>
                  <a:srgbClr val="0000FF"/>
                </a:solidFill>
              </a:rPr>
              <a:t>：</a:t>
            </a:r>
            <a:r>
              <a:rPr lang="zh-CN" altLang="en-US" sz="2800" b="0" dirty="0">
                <a:solidFill>
                  <a:schemeClr val="tx1"/>
                </a:solidFill>
              </a:rPr>
              <a:t>若</a:t>
            </a:r>
            <a:r>
              <a:rPr kumimoji="0" lang="zh-CN" altLang="en-US" sz="2800" b="0" dirty="0"/>
              <a:t>信源输出的消息数</a:t>
            </a:r>
            <a:r>
              <a:rPr kumimoji="0" lang="zh-CN" altLang="en-US" sz="2800" b="0" dirty="0">
                <a:solidFill>
                  <a:srgbClr val="FF0000"/>
                </a:solidFill>
              </a:rPr>
              <a:t>有限或可数</a:t>
            </a:r>
            <a:r>
              <a:rPr kumimoji="0" lang="zh-CN" altLang="en-US" sz="2800" b="0" dirty="0"/>
              <a:t>，</a:t>
            </a:r>
            <a:endParaRPr kumimoji="0" lang="en-US" altLang="zh-CN" sz="2800" b="0" dirty="0"/>
          </a:p>
          <a:p>
            <a:pPr marL="342900" indent="-342900" algn="just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FF"/>
              </a:buClr>
              <a:buSzPct val="80000"/>
            </a:pPr>
            <a:r>
              <a:rPr kumimoji="0" lang="zh-CN" altLang="en-US" sz="2800" b="0" dirty="0"/>
              <a:t>                                且每次只输出符号集中的</a:t>
            </a:r>
            <a:r>
              <a:rPr kumimoji="0" lang="zh-CN" altLang="en-US" sz="2800" b="0" dirty="0">
                <a:solidFill>
                  <a:srgbClr val="FF0000"/>
                </a:solidFill>
              </a:rPr>
              <a:t>一个消息</a:t>
            </a:r>
            <a:r>
              <a:rPr kumimoji="0" lang="zh-CN" altLang="en-US" sz="2800" b="0" dirty="0"/>
              <a:t>。</a:t>
            </a:r>
            <a:endParaRPr kumimoji="0" lang="zh-CN" altLang="en-US" sz="2800" b="0" dirty="0"/>
          </a:p>
        </p:txBody>
      </p:sp>
      <p:sp>
        <p:nvSpPr>
          <p:cNvPr id="13" name="Rectangle 3"/>
          <p:cNvSpPr txBox="1">
            <a:spLocks noChangeArrowheads="1"/>
          </p:cNvSpPr>
          <p:nvPr/>
        </p:nvSpPr>
        <p:spPr bwMode="auto">
          <a:xfrm>
            <a:off x="1162050" y="2139950"/>
            <a:ext cx="7528560" cy="12680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marL="257175" indent="-257175" algn="just" rtl="0" eaLnBrk="0" fontAlgn="base" hangingPunct="0">
              <a:lnSpc>
                <a:spcPct val="125000"/>
              </a:lnSpc>
              <a:spcBef>
                <a:spcPts val="600"/>
              </a:spcBef>
              <a:spcAft>
                <a:spcPts val="60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1pPr>
            <a:lvl2pPr marL="557530" indent="-214630" algn="just" rtl="0" eaLnBrk="0" fontAlgn="base" hangingPunct="0">
              <a:lnSpc>
                <a:spcPct val="113000"/>
              </a:lnSpc>
              <a:spcBef>
                <a:spcPct val="0"/>
              </a:spcBef>
              <a:spcAft>
                <a:spcPts val="60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Ø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857250" indent="-171450" algn="just" rtl="0" eaLnBrk="0" fontAlgn="base" hangingPunct="0">
              <a:lnSpc>
                <a:spcPct val="125000"/>
              </a:lnSpc>
              <a:spcBef>
                <a:spcPts val="600"/>
              </a:spcBef>
              <a:spcAft>
                <a:spcPts val="60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200150" indent="-171450" algn="just" rtl="0" eaLnBrk="0" fontAlgn="base" hangingPunct="0">
              <a:lnSpc>
                <a:spcPct val="125000"/>
              </a:lnSpc>
              <a:spcBef>
                <a:spcPts val="600"/>
              </a:spcBef>
              <a:spcAft>
                <a:spcPts val="60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1543050" indent="-171450" algn="l" rtl="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2000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1500" b="1">
                <a:solidFill>
                  <a:srgbClr val="0000FF"/>
                </a:solidFill>
                <a:latin typeface="+mn-lt"/>
                <a:ea typeface="+mn-ea"/>
              </a:defRPr>
            </a:lvl5pPr>
            <a:lvl6pPr marL="1885950" indent="-171450" algn="l" rtl="0" fontAlgn="base">
              <a:lnSpc>
                <a:spcPct val="90000"/>
              </a:lnSpc>
              <a:spcBef>
                <a:spcPct val="20000"/>
              </a:spcBef>
              <a:spcAft>
                <a:spcPct val="2000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1500" b="1">
                <a:solidFill>
                  <a:schemeClr val="tx1"/>
                </a:solidFill>
                <a:latin typeface="+mn-lt"/>
                <a:ea typeface="+mn-ea"/>
              </a:defRPr>
            </a:lvl6pPr>
            <a:lvl7pPr marL="2228850" indent="-171450" algn="l" rtl="0" fontAlgn="base">
              <a:lnSpc>
                <a:spcPct val="90000"/>
              </a:lnSpc>
              <a:spcBef>
                <a:spcPct val="20000"/>
              </a:spcBef>
              <a:spcAft>
                <a:spcPct val="2000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1500" b="1">
                <a:solidFill>
                  <a:schemeClr val="tx1"/>
                </a:solidFill>
                <a:latin typeface="+mn-lt"/>
                <a:ea typeface="+mn-ea"/>
              </a:defRPr>
            </a:lvl7pPr>
            <a:lvl8pPr marL="2571750" indent="-171450" algn="l" rtl="0" fontAlgn="base">
              <a:lnSpc>
                <a:spcPct val="90000"/>
              </a:lnSpc>
              <a:spcBef>
                <a:spcPct val="20000"/>
              </a:spcBef>
              <a:spcAft>
                <a:spcPct val="2000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1500" b="1">
                <a:solidFill>
                  <a:schemeClr val="tx1"/>
                </a:solidFill>
                <a:latin typeface="+mn-lt"/>
                <a:ea typeface="+mn-ea"/>
              </a:defRPr>
            </a:lvl8pPr>
            <a:lvl9pPr marL="2914650" indent="-171450" algn="l" rtl="0" fontAlgn="base">
              <a:lnSpc>
                <a:spcPct val="90000"/>
              </a:lnSpc>
              <a:spcBef>
                <a:spcPct val="20000"/>
              </a:spcBef>
              <a:spcAft>
                <a:spcPct val="2000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1500" b="1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eaLnBrk="1" hangingPunct="1">
              <a:lnSpc>
                <a:spcPct val="114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None/>
            </a:pPr>
            <a:r>
              <a:rPr lang="zh-CN" altLang="en-US" kern="0" dirty="0">
                <a:solidFill>
                  <a:schemeClr val="hlink"/>
                </a:solidFill>
              </a:rPr>
              <a:t>样本空间：</a:t>
            </a:r>
            <a:r>
              <a:rPr lang="zh-CN" altLang="en-US" b="0" kern="0" dirty="0"/>
              <a:t>事物所有可能选择的消息的集合</a:t>
            </a:r>
            <a:endParaRPr lang="zh-CN" altLang="en-US" kern="0" dirty="0"/>
          </a:p>
          <a:p>
            <a:pPr eaLnBrk="1" hangingPunct="1">
              <a:lnSpc>
                <a:spcPct val="114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None/>
            </a:pPr>
            <a:r>
              <a:rPr lang="zh-CN" altLang="en-US" kern="0" dirty="0">
                <a:solidFill>
                  <a:schemeClr val="hlink"/>
                </a:solidFill>
              </a:rPr>
              <a:t>概率空间：</a:t>
            </a:r>
            <a:r>
              <a:rPr lang="zh-CN" altLang="en-US" b="0" kern="0" dirty="0"/>
              <a:t>一个样本空间和它的概率分布</a:t>
            </a:r>
            <a:r>
              <a:rPr lang="en-US" altLang="zh-CN" b="0" kern="0" dirty="0"/>
              <a:t> </a:t>
            </a:r>
            <a:r>
              <a:rPr lang="en-US" altLang="zh-CN" b="0" i="1" kern="0" dirty="0">
                <a:solidFill>
                  <a:srgbClr val="FF0000"/>
                </a:solidFill>
              </a:rPr>
              <a:t>P</a:t>
            </a:r>
            <a:r>
              <a:rPr lang="zh-CN" altLang="en-US" kern="0" dirty="0"/>
              <a:t>。</a:t>
            </a:r>
            <a:endParaRPr lang="zh-CN" altLang="en-US" kern="0" dirty="0"/>
          </a:p>
          <a:p>
            <a:pPr eaLnBrk="1" hangingPunct="1">
              <a:lnSpc>
                <a:spcPct val="114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zh-CN" altLang="en-US" kern="0" dirty="0">
                <a:solidFill>
                  <a:schemeClr val="hlink"/>
                </a:solidFill>
              </a:rPr>
              <a:t>随机变量：</a:t>
            </a:r>
            <a:r>
              <a:rPr lang="zh-CN" altLang="en-US" dirty="0">
                <a:solidFill>
                  <a:srgbClr val="0000FF"/>
                </a:solidFill>
              </a:rPr>
              <a:t>信源输出的消息是一个随机变 量</a:t>
            </a:r>
            <a:r>
              <a:rPr lang="en-US" altLang="zh-CN" dirty="0">
                <a:solidFill>
                  <a:srgbClr val="0000FF"/>
                </a:solidFill>
              </a:rPr>
              <a:t> </a:t>
            </a:r>
            <a:r>
              <a:rPr lang="en-US" altLang="zh-CN" b="0" i="1" dirty="0">
                <a:solidFill>
                  <a:srgbClr val="0000FF"/>
                </a:solidFill>
              </a:rPr>
              <a:t>X</a:t>
            </a:r>
            <a:r>
              <a:rPr lang="zh-CN" altLang="en-US" b="0" dirty="0">
                <a:solidFill>
                  <a:srgbClr val="0000FF"/>
                </a:solidFill>
              </a:rPr>
              <a:t>。</a:t>
            </a:r>
            <a:endParaRPr lang="zh-CN" altLang="en-US" b="0" kern="0" dirty="0">
              <a:solidFill>
                <a:srgbClr val="0000FF"/>
              </a:solidFill>
            </a:endParaRPr>
          </a:p>
        </p:txBody>
      </p:sp>
      <p:graphicFrame>
        <p:nvGraphicFramePr>
          <p:cNvPr id="15" name="Object 6"/>
          <p:cNvGraphicFramePr>
            <a:graphicFrameLocks noChangeAspect="1"/>
          </p:cNvGraphicFramePr>
          <p:nvPr/>
        </p:nvGraphicFramePr>
        <p:xfrm>
          <a:off x="4944110" y="4725035"/>
          <a:ext cx="3048000" cy="504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54" name="公式" r:id="rId1" imgW="1435100" imgH="279400" progId="Equation.3">
                  <p:embed/>
                </p:oleObj>
              </mc:Choice>
              <mc:Fallback>
                <p:oleObj name="公式" r:id="rId1" imgW="1435100" imgH="27940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44110" y="4725035"/>
                        <a:ext cx="3048000" cy="504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Object 8"/>
          <p:cNvGraphicFramePr>
            <a:graphicFrameLocks noChangeAspect="1"/>
          </p:cNvGraphicFramePr>
          <p:nvPr/>
        </p:nvGraphicFramePr>
        <p:xfrm>
          <a:off x="4064000" y="3726180"/>
          <a:ext cx="4824095" cy="9232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55" name="Equation" r:id="rId3" imgW="51511200" imgH="11582400" progId="Equation.DSMT4">
                  <p:embed/>
                </p:oleObj>
              </mc:Choice>
              <mc:Fallback>
                <p:oleObj name="Equation" r:id="rId3" imgW="51511200" imgH="11582400" progId="Equation.DSMT4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64000" y="3726180"/>
                        <a:ext cx="4824095" cy="92329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Object 9"/>
          <p:cNvGraphicFramePr>
            <a:graphicFrameLocks noChangeAspect="1"/>
          </p:cNvGraphicFramePr>
          <p:nvPr/>
        </p:nvGraphicFramePr>
        <p:xfrm>
          <a:off x="4818380" y="5229225"/>
          <a:ext cx="3651885" cy="89344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56" name="Equation" r:id="rId5" imgW="35966400" imgH="10363200" progId="Equation.DSMT4">
                  <p:embed/>
                </p:oleObj>
              </mc:Choice>
              <mc:Fallback>
                <p:oleObj name="Equation" r:id="rId5" imgW="35966400" imgH="10363200" progId="Equation.DSMT4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18380" y="5229225"/>
                        <a:ext cx="3651885" cy="89344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" name="标题 1"/>
          <p:cNvSpPr>
            <a:spLocks noGrp="1"/>
          </p:cNvSpPr>
          <p:nvPr>
            <p:ph type="title"/>
          </p:nvPr>
        </p:nvSpPr>
        <p:spPr>
          <a:xfrm>
            <a:off x="2391742" y="188641"/>
            <a:ext cx="7232650" cy="617537"/>
          </a:xfrm>
        </p:spPr>
        <p:txBody>
          <a:bodyPr/>
          <a:lstStyle/>
          <a:p>
            <a:r>
              <a:rPr lang="en-US" altLang="zh-CN" dirty="0"/>
              <a:t>2.1</a:t>
            </a:r>
            <a:r>
              <a:rPr lang="zh-CN" altLang="en-US" dirty="0"/>
              <a:t>信源的分类及数学模型</a:t>
            </a:r>
            <a:endParaRPr lang="zh-CN" altLang="en-US" dirty="0"/>
          </a:p>
        </p:txBody>
      </p:sp>
      <p:graphicFrame>
        <p:nvGraphicFramePr>
          <p:cNvPr id="14" name="Object 6"/>
          <p:cNvGraphicFramePr>
            <a:graphicFrameLocks noChangeAspect="1"/>
          </p:cNvGraphicFramePr>
          <p:nvPr/>
        </p:nvGraphicFramePr>
        <p:xfrm>
          <a:off x="8184515" y="2204720"/>
          <a:ext cx="2432685" cy="46545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57" name="Equation" r:id="rId7" imgW="27127200" imgH="6096000" progId="Equation.DSMT4">
                  <p:embed/>
                </p:oleObj>
              </mc:Choice>
              <mc:Fallback>
                <p:oleObj name="Equation" r:id="rId7" imgW="27127200" imgH="6096000" progId="Equation.DSMT4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184515" y="2204720"/>
                        <a:ext cx="2432685" cy="465455"/>
                      </a:xfrm>
                      <a:prstGeom prst="rect">
                        <a:avLst/>
                      </a:prstGeom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矩形 2"/>
          <p:cNvSpPr/>
          <p:nvPr/>
        </p:nvSpPr>
        <p:spPr>
          <a:xfrm>
            <a:off x="1559874" y="1488015"/>
            <a:ext cx="2659702" cy="461665"/>
          </a:xfrm>
          <a:prstGeom prst="rect">
            <a:avLst/>
          </a:prstGeom>
          <a:solidFill>
            <a:srgbClr val="B4E8FB"/>
          </a:solidFill>
        </p:spPr>
        <p:txBody>
          <a:bodyPr wrap="none">
            <a:spAutoFit/>
          </a:bodyPr>
          <a:lstStyle/>
          <a:p>
            <a:r>
              <a:rPr lang="zh-CN" altLang="en-US" sz="2400" kern="0" dirty="0">
                <a:solidFill>
                  <a:srgbClr val="C00000"/>
                </a:solidFill>
              </a:rPr>
              <a:t>（一维离散信源）</a:t>
            </a:r>
            <a:endParaRPr lang="zh-CN" altLang="en-US" sz="2400" dirty="0">
              <a:solidFill>
                <a:srgbClr val="C00000"/>
              </a:solidFill>
            </a:endParaRPr>
          </a:p>
        </p:txBody>
      </p:sp>
      <p:sp>
        <p:nvSpPr>
          <p:cNvPr id="11" name="Rectangle 13"/>
          <p:cNvSpPr>
            <a:spLocks noChangeArrowheads="1"/>
          </p:cNvSpPr>
          <p:nvPr/>
        </p:nvSpPr>
        <p:spPr bwMode="auto">
          <a:xfrm>
            <a:off x="1161415" y="6142990"/>
            <a:ext cx="10514965" cy="460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buFont typeface="Wingdings" panose="05000000000000000000" pitchFamily="2" charset="2"/>
              <a:buNone/>
            </a:pPr>
            <a:r>
              <a:rPr lang="zh-CN" altLang="en-US" sz="2400" dirty="0">
                <a:latin typeface="楷体_GB2312" pitchFamily="49" charset="-122"/>
              </a:rPr>
              <a:t>注意：大写字母 </a:t>
            </a:r>
            <a:r>
              <a:rPr lang="en-US" altLang="zh-CN" sz="2400" i="1" dirty="0">
                <a:solidFill>
                  <a:srgbClr val="FF0000"/>
                </a:solidFill>
                <a:latin typeface="+mn-lt"/>
              </a:rPr>
              <a:t>X </a:t>
            </a:r>
            <a:r>
              <a:rPr lang="zh-CN" altLang="en-US" sz="2400" dirty="0">
                <a:latin typeface="楷体_GB2312" pitchFamily="49" charset="-122"/>
              </a:rPr>
              <a:t>代表随机变量，小写字母 </a:t>
            </a:r>
            <a:r>
              <a:rPr lang="en-US" altLang="zh-CN" sz="2400" i="1" dirty="0">
                <a:solidFill>
                  <a:srgbClr val="FF0000"/>
                </a:solidFill>
                <a:latin typeface="+mn-lt"/>
              </a:rPr>
              <a:t>x </a:t>
            </a:r>
            <a:r>
              <a:rPr lang="zh-CN" altLang="en-US" sz="2400" dirty="0">
                <a:latin typeface="楷体_GB2312" pitchFamily="49" charset="-122"/>
              </a:rPr>
              <a:t>代表随机事件，即</a:t>
            </a:r>
            <a:r>
              <a:rPr lang="zh-CN" altLang="en-US" sz="2400" dirty="0">
                <a:latin typeface="楷体_GB2312" pitchFamily="49" charset="-122"/>
              </a:rPr>
              <a:t>样本。</a:t>
            </a:r>
            <a:endParaRPr lang="zh-CN" altLang="en-US" sz="2400" dirty="0">
              <a:latin typeface="楷体_GB2312" pitchFamily="49" charset="-122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2.1</a:t>
            </a:r>
            <a:r>
              <a:rPr lang="zh-CN" altLang="en-US" dirty="0"/>
              <a:t>信源的分类及数学模型</a:t>
            </a:r>
            <a:endParaRPr lang="zh-CN" altLang="en-US" dirty="0"/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 bwMode="auto">
          <a:xfrm>
            <a:off x="1855919" y="1196752"/>
            <a:ext cx="8245673" cy="1073785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wrap="square" lIns="91440" tIns="45720" rIns="91440" bIns="45720" numCol="1" anchor="t" anchorCtr="0" compatLnSpc="1">
            <a:spAutoFit/>
          </a:bodyPr>
          <a:lstStyle>
            <a:lvl1pPr marL="257175" indent="-257175" algn="l" rtl="0" eaLnBrk="0" fontAlgn="base" hangingPunct="0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2800" b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1pPr>
            <a:lvl2pPr marL="557530" indent="-214630" algn="l" rtl="0" eaLnBrk="0" fontAlgn="base" hangingPunct="0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Ø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857250" indent="-171450" algn="l" rtl="0" eaLnBrk="0" fontAlgn="base" hangingPunct="0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200150" indent="-171450" algn="l" rtl="0" eaLnBrk="0" fontAlgn="base" hangingPunct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1543050" indent="-171450" algn="l" rtl="0" eaLnBrk="0" fontAlgn="base" hangingPunct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1500" b="1">
                <a:solidFill>
                  <a:schemeClr val="tx1"/>
                </a:solidFill>
                <a:latin typeface="+mn-lt"/>
                <a:ea typeface="+mn-ea"/>
              </a:defRPr>
            </a:lvl5pPr>
            <a:lvl6pPr marL="1885950" indent="-171450" algn="l" rtl="0" fontAlgn="base">
              <a:lnSpc>
                <a:spcPct val="90000"/>
              </a:lnSpc>
              <a:spcBef>
                <a:spcPct val="20000"/>
              </a:spcBef>
              <a:spcAft>
                <a:spcPct val="2000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1500" b="1">
                <a:solidFill>
                  <a:schemeClr val="tx1"/>
                </a:solidFill>
                <a:latin typeface="+mn-lt"/>
                <a:ea typeface="+mn-ea"/>
              </a:defRPr>
            </a:lvl6pPr>
            <a:lvl7pPr marL="2228850" indent="-171450" algn="l" rtl="0" fontAlgn="base">
              <a:lnSpc>
                <a:spcPct val="90000"/>
              </a:lnSpc>
              <a:spcBef>
                <a:spcPct val="20000"/>
              </a:spcBef>
              <a:spcAft>
                <a:spcPct val="2000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1500" b="1">
                <a:solidFill>
                  <a:schemeClr val="tx1"/>
                </a:solidFill>
                <a:latin typeface="+mn-lt"/>
                <a:ea typeface="+mn-ea"/>
              </a:defRPr>
            </a:lvl7pPr>
            <a:lvl8pPr marL="2571750" indent="-171450" algn="l" rtl="0" fontAlgn="base">
              <a:lnSpc>
                <a:spcPct val="90000"/>
              </a:lnSpc>
              <a:spcBef>
                <a:spcPct val="20000"/>
              </a:spcBef>
              <a:spcAft>
                <a:spcPct val="2000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1500" b="1">
                <a:solidFill>
                  <a:schemeClr val="tx1"/>
                </a:solidFill>
                <a:latin typeface="+mn-lt"/>
                <a:ea typeface="+mn-ea"/>
              </a:defRPr>
            </a:lvl8pPr>
            <a:lvl9pPr marL="2914650" indent="-171450" algn="l" rtl="0" fontAlgn="base">
              <a:lnSpc>
                <a:spcPct val="90000"/>
              </a:lnSpc>
              <a:spcBef>
                <a:spcPct val="20000"/>
              </a:spcBef>
              <a:spcAft>
                <a:spcPct val="2000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1500" b="1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342900" lvl="1" indent="0" eaLnBrk="1" hangingPunct="1">
              <a:buNone/>
            </a:pPr>
            <a:r>
              <a:rPr lang="zh-CN" altLang="en-US" sz="2800" b="0" kern="0" dirty="0">
                <a:solidFill>
                  <a:srgbClr val="000000"/>
                </a:solidFill>
              </a:rPr>
              <a:t>在英文通信中，</a:t>
            </a:r>
            <a:r>
              <a:rPr lang="zh-CN" altLang="en-US" sz="2800" b="0" kern="0" dirty="0"/>
              <a:t>符号集</a:t>
            </a:r>
            <a:r>
              <a:rPr lang="en-US" altLang="zh-CN" sz="2800" b="0" kern="0" dirty="0"/>
              <a:t> </a:t>
            </a:r>
            <a:r>
              <a:rPr lang="en-US" altLang="zh-CN" sz="2800" b="0" i="1" kern="0" dirty="0"/>
              <a:t>A </a:t>
            </a:r>
            <a:r>
              <a:rPr lang="zh-CN" altLang="en-US" sz="2800" b="0" kern="0" dirty="0"/>
              <a:t>包含英文字母、数字、标点符号等</a:t>
            </a:r>
            <a:r>
              <a:rPr lang="en-US" altLang="zh-CN" sz="2800" b="0" kern="0" dirty="0"/>
              <a:t>, </a:t>
            </a:r>
            <a:r>
              <a:rPr lang="zh-CN" altLang="en-US" sz="2800" b="0" kern="0" dirty="0"/>
              <a:t>英文字母的概率分布为：</a:t>
            </a:r>
            <a:endParaRPr lang="zh-CN" altLang="en-US" sz="2800" b="0" i="1" kern="0" dirty="0">
              <a:solidFill>
                <a:srgbClr val="000000"/>
              </a:solidFill>
            </a:endParaRPr>
          </a:p>
        </p:txBody>
      </p:sp>
      <p:graphicFrame>
        <p:nvGraphicFramePr>
          <p:cNvPr id="6" name="Group 60"/>
          <p:cNvGraphicFramePr>
            <a:graphicFrameLocks noGrp="1"/>
          </p:cNvGraphicFramePr>
          <p:nvPr>
            <p:ph sz="half" idx="4294967295"/>
            <p:custDataLst>
              <p:tags r:id="rId1"/>
            </p:custDataLst>
          </p:nvPr>
        </p:nvGraphicFramePr>
        <p:xfrm>
          <a:off x="2764790" y="2714625"/>
          <a:ext cx="6944360" cy="3023870"/>
        </p:xfrm>
        <a:graphic>
          <a:graphicData uri="http://schemas.openxmlformats.org/drawingml/2006/table">
            <a:tbl>
              <a:tblPr/>
              <a:tblGrid>
                <a:gridCol w="1736090"/>
                <a:gridCol w="1736090"/>
                <a:gridCol w="1736090"/>
                <a:gridCol w="1736090"/>
              </a:tblGrid>
              <a:tr h="47498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</a:rPr>
                        <a:t>字母      概率</a:t>
                      </a:r>
                      <a:endParaRPr kumimoji="0" lang="zh-CN" alt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楷体_GB2312" pitchFamily="49" charset="-122"/>
                      </a:endParaRPr>
                    </a:p>
                  </a:txBody>
                  <a:tcPr marL="90000" marR="90000" marT="46800" marB="4680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</a:rPr>
                        <a:t>字母      概率</a:t>
                      </a:r>
                      <a:endParaRPr kumimoji="0" lang="zh-CN" alt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楷体_GB2312" pitchFamily="49" charset="-122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</a:rPr>
                        <a:t>字母      概率</a:t>
                      </a:r>
                      <a:endParaRPr kumimoji="0" lang="zh-CN" alt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楷体_GB2312" pitchFamily="49" charset="-122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</a:rPr>
                        <a:t>字母      概率</a:t>
                      </a:r>
                      <a:endParaRPr kumimoji="0" lang="zh-CN" alt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楷体_GB2312" pitchFamily="49" charset="-122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5488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</a:rPr>
                        <a:t>空格    </a:t>
                      </a: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</a:rPr>
                        <a:t>0.1859 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楷体_GB2312" pitchFamily="49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</a:rPr>
                        <a:t>A        0.0642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楷体_GB2312" pitchFamily="49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</a:rPr>
                        <a:t>B       0.0127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楷体_GB2312" pitchFamily="49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</a:rPr>
                        <a:t>C       0.0218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楷体_GB2312" pitchFamily="49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</a:rPr>
                        <a:t>D       0.0317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楷体_GB2312" pitchFamily="49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</a:rPr>
                        <a:t>E       0.1031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楷体_GB2312" pitchFamily="49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</a:rPr>
                        <a:t>F       0.0208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楷体_GB2312" pitchFamily="49" charset="-122"/>
                      </a:endParaRPr>
                    </a:p>
                  </a:txBody>
                  <a:tcPr marL="90000" marR="90000" marT="46800" marB="4680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</a:rPr>
                        <a:t>G        0.0152</a:t>
                      </a:r>
                      <a:endParaRPr kumimoji="0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楷体_GB2312" pitchFamily="49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</a:rPr>
                        <a:t>H       0.0467</a:t>
                      </a:r>
                      <a:endParaRPr kumimoji="0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楷体_GB2312" pitchFamily="49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</a:rPr>
                        <a:t>I       0.0575</a:t>
                      </a:r>
                      <a:endParaRPr kumimoji="0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楷体_GB2312" pitchFamily="49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</a:rPr>
                        <a:t>J       0.0008</a:t>
                      </a:r>
                      <a:endParaRPr kumimoji="0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楷体_GB2312" pitchFamily="49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</a:rPr>
                        <a:t>K       0.0049</a:t>
                      </a:r>
                      <a:endParaRPr kumimoji="0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楷体_GB2312" pitchFamily="49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</a:rPr>
                        <a:t>L       0.0321</a:t>
                      </a:r>
                      <a:endParaRPr kumimoji="0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楷体_GB2312" pitchFamily="49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</a:rPr>
                        <a:t>M       0.0198</a:t>
                      </a:r>
                      <a:endParaRPr kumimoji="0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楷体_GB2312" pitchFamily="49" charset="-122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</a:rPr>
                        <a:t>N       0.0574</a:t>
                      </a:r>
                      <a:endParaRPr kumimoji="0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楷体_GB2312" pitchFamily="49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</a:rPr>
                        <a:t>O        0.0632</a:t>
                      </a:r>
                      <a:endParaRPr kumimoji="0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楷体_GB2312" pitchFamily="49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</a:rPr>
                        <a:t>P       0.0152</a:t>
                      </a:r>
                      <a:endParaRPr kumimoji="0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楷体_GB2312" pitchFamily="49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</a:rPr>
                        <a:t>Q       0.0008</a:t>
                      </a:r>
                      <a:endParaRPr kumimoji="0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楷体_GB2312" pitchFamily="49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</a:rPr>
                        <a:t>R       0.0484</a:t>
                      </a:r>
                      <a:endParaRPr kumimoji="0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楷体_GB2312" pitchFamily="49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</a:rPr>
                        <a:t>S       0.0514</a:t>
                      </a:r>
                      <a:endParaRPr kumimoji="0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楷体_GB2312" pitchFamily="49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</a:rPr>
                        <a:t>T       0.0796</a:t>
                      </a:r>
                      <a:endParaRPr kumimoji="0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楷体_GB2312" pitchFamily="49" charset="-122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</a:rPr>
                        <a:t>U       0.0228</a:t>
                      </a:r>
                      <a:endParaRPr kumimoji="0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楷体_GB2312" pitchFamily="49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</a:rPr>
                        <a:t>V        0.0083</a:t>
                      </a:r>
                      <a:endParaRPr kumimoji="0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楷体_GB2312" pitchFamily="49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</a:rPr>
                        <a:t>W       0.0175</a:t>
                      </a:r>
                      <a:endParaRPr kumimoji="0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楷体_GB2312" pitchFamily="49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</a:rPr>
                        <a:t>X       0.0013</a:t>
                      </a:r>
                      <a:endParaRPr kumimoji="0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楷体_GB2312" pitchFamily="49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</a:rPr>
                        <a:t>Y       0.0164</a:t>
                      </a:r>
                      <a:endParaRPr kumimoji="0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楷体_GB2312" pitchFamily="49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</a:rPr>
                        <a:t>Z       0.0005</a:t>
                      </a:r>
                      <a:endParaRPr kumimoji="0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楷体_GB2312" pitchFamily="49" charset="-122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2.1</a:t>
            </a:r>
            <a:r>
              <a:rPr lang="zh-CN" altLang="en-US" dirty="0"/>
              <a:t>信源的分类及数学模型</a:t>
            </a:r>
            <a:endParaRPr lang="zh-CN" altLang="en-US" dirty="0"/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 bwMode="auto">
          <a:xfrm>
            <a:off x="679450" y="1124585"/>
            <a:ext cx="11133455" cy="1073785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wrap="square" lIns="91440" tIns="45720" rIns="91440" bIns="45720" numCol="1" anchor="t" anchorCtr="0" compatLnSpc="1">
            <a:spAutoFit/>
          </a:bodyPr>
          <a:lstStyle>
            <a:lvl1pPr marL="257175" indent="-257175" algn="l" rtl="0" eaLnBrk="0" fontAlgn="base" hangingPunct="0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2800" b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1pPr>
            <a:lvl2pPr marL="557530" indent="-214630" algn="l" rtl="0" eaLnBrk="0" fontAlgn="base" hangingPunct="0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Ø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857250" indent="-171450" algn="l" rtl="0" eaLnBrk="0" fontAlgn="base" hangingPunct="0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200150" indent="-171450" algn="l" rtl="0" eaLnBrk="0" fontAlgn="base" hangingPunct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1543050" indent="-171450" algn="l" rtl="0" eaLnBrk="0" fontAlgn="base" hangingPunct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1500" b="1">
                <a:solidFill>
                  <a:schemeClr val="tx1"/>
                </a:solidFill>
                <a:latin typeface="+mn-lt"/>
                <a:ea typeface="+mn-ea"/>
              </a:defRPr>
            </a:lvl5pPr>
            <a:lvl6pPr marL="1885950" indent="-171450" algn="l" rtl="0" fontAlgn="base">
              <a:lnSpc>
                <a:spcPct val="90000"/>
              </a:lnSpc>
              <a:spcBef>
                <a:spcPct val="20000"/>
              </a:spcBef>
              <a:spcAft>
                <a:spcPct val="2000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1500" b="1">
                <a:solidFill>
                  <a:schemeClr val="tx1"/>
                </a:solidFill>
                <a:latin typeface="+mn-lt"/>
                <a:ea typeface="+mn-ea"/>
              </a:defRPr>
            </a:lvl6pPr>
            <a:lvl7pPr marL="2228850" indent="-171450" algn="l" rtl="0" fontAlgn="base">
              <a:lnSpc>
                <a:spcPct val="90000"/>
              </a:lnSpc>
              <a:spcBef>
                <a:spcPct val="20000"/>
              </a:spcBef>
              <a:spcAft>
                <a:spcPct val="2000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1500" b="1">
                <a:solidFill>
                  <a:schemeClr val="tx1"/>
                </a:solidFill>
                <a:latin typeface="+mn-lt"/>
                <a:ea typeface="+mn-ea"/>
              </a:defRPr>
            </a:lvl7pPr>
            <a:lvl8pPr marL="2571750" indent="-171450" algn="l" rtl="0" fontAlgn="base">
              <a:lnSpc>
                <a:spcPct val="90000"/>
              </a:lnSpc>
              <a:spcBef>
                <a:spcPct val="20000"/>
              </a:spcBef>
              <a:spcAft>
                <a:spcPct val="2000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1500" b="1">
                <a:solidFill>
                  <a:schemeClr val="tx1"/>
                </a:solidFill>
                <a:latin typeface="+mn-lt"/>
                <a:ea typeface="+mn-ea"/>
              </a:defRPr>
            </a:lvl8pPr>
            <a:lvl9pPr marL="2914650" indent="-171450" algn="l" rtl="0" fontAlgn="base">
              <a:lnSpc>
                <a:spcPct val="90000"/>
              </a:lnSpc>
              <a:spcBef>
                <a:spcPct val="20000"/>
              </a:spcBef>
              <a:spcAft>
                <a:spcPct val="2000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1500" b="1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342900" lvl="1" indent="0" eaLnBrk="1" hangingPunct="1">
              <a:buNone/>
            </a:pPr>
            <a:r>
              <a:rPr lang="zh-CN" altLang="en-US" sz="2800" b="0" kern="0" dirty="0">
                <a:solidFill>
                  <a:srgbClr val="000000"/>
                </a:solidFill>
              </a:rPr>
              <a:t>在中文通信中，</a:t>
            </a:r>
            <a:r>
              <a:rPr lang="zh-CN" altLang="en-US" sz="2800" b="0" kern="0" dirty="0"/>
              <a:t>符号集</a:t>
            </a:r>
            <a:r>
              <a:rPr lang="en-US" altLang="zh-CN" sz="2800" b="0" i="1" kern="0" dirty="0"/>
              <a:t>A</a:t>
            </a:r>
            <a:r>
              <a:rPr lang="zh-CN" altLang="en-US" sz="2800" b="0" kern="0" dirty="0"/>
              <a:t>包含中文字（常取一级汉字）、外文字母、数字、标点符号等，</a:t>
            </a:r>
            <a:r>
              <a:rPr lang="en-US" altLang="zh-CN" sz="2800" b="0" kern="0" dirty="0"/>
              <a:t> </a:t>
            </a:r>
            <a:r>
              <a:rPr lang="zh-CN" altLang="en-US" sz="2800" b="0" kern="0" dirty="0"/>
              <a:t>最常用的十个汉字的概率分布为：</a:t>
            </a:r>
            <a:endParaRPr lang="zh-CN" altLang="en-US" sz="2800" b="0" kern="0" dirty="0"/>
          </a:p>
        </p:txBody>
      </p:sp>
      <p:graphicFrame>
        <p:nvGraphicFramePr>
          <p:cNvPr id="6" name="Group 243"/>
          <p:cNvGraphicFramePr>
            <a:graphicFrameLocks noGrp="1"/>
          </p:cNvGraphicFramePr>
          <p:nvPr>
            <p:ph sz="half" idx="4294967295"/>
          </p:nvPr>
        </p:nvGraphicFramePr>
        <p:xfrm>
          <a:off x="2856305" y="2348682"/>
          <a:ext cx="7058025" cy="4415040"/>
        </p:xfrm>
        <a:graphic>
          <a:graphicData uri="http://schemas.openxmlformats.org/drawingml/2006/table">
            <a:tbl>
              <a:tblPr/>
              <a:tblGrid>
                <a:gridCol w="787400"/>
                <a:gridCol w="739775"/>
                <a:gridCol w="1195388"/>
                <a:gridCol w="901700"/>
                <a:gridCol w="1182687"/>
                <a:gridCol w="877888"/>
                <a:gridCol w="1373187"/>
              </a:tblGrid>
              <a:tr h="157163">
                <a:tc rowSpan="2"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rgbClr val="0099FF"/>
                        </a:buClr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rgbClr val="0000FF"/>
                        </a:buClr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5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</a:rPr>
                        <a:t>序</a:t>
                      </a:r>
                      <a:endParaRPr kumimoji="0" lang="zh-CN" alt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楷体_GB2312" pitchFamily="49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</a:rPr>
                        <a:t>号 </a:t>
                      </a:r>
                      <a:endParaRPr kumimoji="0" lang="zh-CN" alt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楷体_GB2312" pitchFamily="49" charset="-122"/>
                      </a:endParaRPr>
                    </a:p>
                  </a:txBody>
                  <a:tcPr marL="90000" marR="90000" marT="46800" marB="4680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rgbClr val="0099FF"/>
                        </a:buClr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rgbClr val="0000FF"/>
                        </a:buClr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5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</a:rPr>
                        <a:t>政治</a:t>
                      </a:r>
                      <a:endParaRPr kumimoji="0" lang="zh-CN" alt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楷体_GB2312" pitchFamily="49" charset="-122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cPr/>
                </a:tc>
                <a:tc gridSpan="2"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rgbClr val="0099FF"/>
                        </a:buClr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rgbClr val="0000FF"/>
                        </a:buClr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5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</a:rPr>
                        <a:t>科技</a:t>
                      </a:r>
                      <a:endParaRPr kumimoji="0" lang="zh-CN" alt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楷体_GB2312" pitchFamily="49" charset="-122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cPr/>
                </a:tc>
                <a:tc gridSpan="2"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rgbClr val="0099FF"/>
                        </a:buClr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rgbClr val="0000FF"/>
                        </a:buClr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5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</a:rPr>
                        <a:t>综合</a:t>
                      </a:r>
                      <a:endParaRPr kumimoji="0" lang="zh-CN" alt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楷体_GB2312" pitchFamily="49" charset="-122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cPr/>
                </a:tc>
              </a:tr>
              <a:tr h="344488">
                <a:tc vMerge="1">
                  <a:tcPr/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rgbClr val="0099FF"/>
                        </a:buClr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rgbClr val="0000FF"/>
                        </a:buClr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5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</a:rPr>
                        <a:t>字母</a:t>
                      </a:r>
                      <a:endParaRPr kumimoji="0" lang="zh-CN" alt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楷体_GB2312" pitchFamily="49" charset="-122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rgbClr val="0099FF"/>
                        </a:buClr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rgbClr val="0000FF"/>
                        </a:buClr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5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</a:rPr>
                        <a:t>概率</a:t>
                      </a:r>
                      <a:endParaRPr kumimoji="0" lang="zh-CN" alt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楷体_GB2312" pitchFamily="49" charset="-122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rgbClr val="0099FF"/>
                        </a:buClr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rgbClr val="0000FF"/>
                        </a:buClr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5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</a:rPr>
                        <a:t>字母</a:t>
                      </a:r>
                      <a:endParaRPr kumimoji="0" lang="zh-CN" alt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楷体_GB2312" pitchFamily="49" charset="-122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rgbClr val="0099FF"/>
                        </a:buClr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rgbClr val="0000FF"/>
                        </a:buClr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5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</a:rPr>
                        <a:t>概率</a:t>
                      </a:r>
                      <a:endParaRPr kumimoji="0" lang="zh-CN" alt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楷体_GB2312" pitchFamily="49" charset="-122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rgbClr val="0099FF"/>
                        </a:buClr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rgbClr val="0000FF"/>
                        </a:buClr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5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</a:rPr>
                        <a:t>字母</a:t>
                      </a:r>
                      <a:endParaRPr kumimoji="0" lang="zh-CN" alt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楷体_GB2312" pitchFamily="49" charset="-122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rgbClr val="0099FF"/>
                        </a:buClr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rgbClr val="0000FF"/>
                        </a:buClr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5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</a:rPr>
                        <a:t>概率</a:t>
                      </a:r>
                      <a:endParaRPr kumimoji="0" lang="zh-CN" alt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楷体_GB2312" pitchFamily="49" charset="-122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46075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rgbClr val="0099FF"/>
                        </a:buClr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rgbClr val="0000FF"/>
                        </a:buClr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5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</a:rPr>
                        <a:t>1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楷体_GB2312" pitchFamily="49" charset="-122"/>
                      </a:endParaRPr>
                    </a:p>
                  </a:txBody>
                  <a:tcPr marL="90000" marR="90000" marT="46800" marB="4680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rgbClr val="0099FF"/>
                        </a:buClr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rgbClr val="0000FF"/>
                        </a:buClr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5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</a:rPr>
                        <a:t>的</a:t>
                      </a:r>
                      <a:endParaRPr kumimoji="0" lang="zh-CN" alt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楷体_GB2312" pitchFamily="49" charset="-122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rgbClr val="0099FF"/>
                        </a:buClr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rgbClr val="0000FF"/>
                        </a:buClr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5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</a:rPr>
                        <a:t>0.0536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楷体_GB2312" pitchFamily="49" charset="-122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rgbClr val="0099FF"/>
                        </a:buClr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rgbClr val="0000FF"/>
                        </a:buClr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5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</a:rPr>
                        <a:t>的</a:t>
                      </a:r>
                      <a:endParaRPr kumimoji="0" lang="zh-CN" alt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楷体_GB2312" pitchFamily="49" charset="-122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rgbClr val="0099FF"/>
                        </a:buClr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rgbClr val="0000FF"/>
                        </a:buClr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5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</a:rPr>
                        <a:t>0.0320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楷体_GB2312" pitchFamily="49" charset="-122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rgbClr val="0099FF"/>
                        </a:buClr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rgbClr val="0000FF"/>
                        </a:buClr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5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</a:rPr>
                        <a:t>的</a:t>
                      </a:r>
                      <a:endParaRPr kumimoji="0" lang="zh-CN" alt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楷体_GB2312" pitchFamily="49" charset="-122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rgbClr val="0099FF"/>
                        </a:buClr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rgbClr val="0000FF"/>
                        </a:buClr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5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</a:rPr>
                        <a:t>0.0384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楷体_GB2312" pitchFamily="49" charset="-122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44488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rgbClr val="0099FF"/>
                        </a:buClr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rgbClr val="0000FF"/>
                        </a:buClr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5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</a:rPr>
                        <a:t>2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楷体_GB2312" pitchFamily="49" charset="-122"/>
                      </a:endParaRPr>
                    </a:p>
                  </a:txBody>
                  <a:tcPr marL="90000" marR="90000" marT="46800" marB="4680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rgbClr val="0099FF"/>
                        </a:buClr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rgbClr val="0000FF"/>
                        </a:buClr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5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</a:rPr>
                        <a:t>是</a:t>
                      </a:r>
                      <a:endParaRPr kumimoji="0" lang="zh-CN" alt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楷体_GB2312" pitchFamily="49" charset="-122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rgbClr val="0099FF"/>
                        </a:buClr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rgbClr val="0000FF"/>
                        </a:buClr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5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</a:rPr>
                        <a:t>0.0165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楷体_GB2312" pitchFamily="49" charset="-122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rgbClr val="0099FF"/>
                        </a:buClr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rgbClr val="0000FF"/>
                        </a:buClr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5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</a:rPr>
                        <a:t>一</a:t>
                      </a:r>
                      <a:endParaRPr kumimoji="0" lang="zh-CN" alt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楷体_GB2312" pitchFamily="49" charset="-122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rgbClr val="0099FF"/>
                        </a:buClr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rgbClr val="0000FF"/>
                        </a:buClr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5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</a:rPr>
                        <a:t>0.0097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楷体_GB2312" pitchFamily="49" charset="-122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rgbClr val="0099FF"/>
                        </a:buClr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rgbClr val="0000FF"/>
                        </a:buClr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5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</a:rPr>
                        <a:t>一</a:t>
                      </a:r>
                      <a:endParaRPr kumimoji="0" lang="zh-CN" alt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楷体_GB2312" pitchFamily="49" charset="-122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rgbClr val="0099FF"/>
                        </a:buClr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rgbClr val="0000FF"/>
                        </a:buClr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5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</a:rPr>
                        <a:t>0.0125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楷体_GB2312" pitchFamily="49" charset="-122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46075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rgbClr val="0099FF"/>
                        </a:buClr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rgbClr val="0000FF"/>
                        </a:buClr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5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</a:rPr>
                        <a:t>3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楷体_GB2312" pitchFamily="49" charset="-122"/>
                      </a:endParaRPr>
                    </a:p>
                  </a:txBody>
                  <a:tcPr marL="90000" marR="90000" marT="46800" marB="4680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rgbClr val="0099FF"/>
                        </a:buClr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rgbClr val="0000FF"/>
                        </a:buClr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5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</a:rPr>
                        <a:t>一</a:t>
                      </a:r>
                      <a:endParaRPr kumimoji="0" lang="zh-CN" alt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楷体_GB2312" pitchFamily="49" charset="-122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rgbClr val="0099FF"/>
                        </a:buClr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rgbClr val="0000FF"/>
                        </a:buClr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5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</a:rPr>
                        <a:t>0.0136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楷体_GB2312" pitchFamily="49" charset="-122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rgbClr val="0099FF"/>
                        </a:buClr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rgbClr val="0000FF"/>
                        </a:buClr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5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</a:rPr>
                        <a:t>在</a:t>
                      </a:r>
                      <a:endParaRPr kumimoji="0" lang="zh-CN" alt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楷体_GB2312" pitchFamily="49" charset="-122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rgbClr val="0099FF"/>
                        </a:buClr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rgbClr val="0000FF"/>
                        </a:buClr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5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</a:rPr>
                        <a:t>0.0092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楷体_GB2312" pitchFamily="49" charset="-122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rgbClr val="0099FF"/>
                        </a:buClr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rgbClr val="0000FF"/>
                        </a:buClr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5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</a:rPr>
                        <a:t>是</a:t>
                      </a:r>
                      <a:endParaRPr kumimoji="0" lang="zh-CN" alt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楷体_GB2312" pitchFamily="49" charset="-122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rgbClr val="0099FF"/>
                        </a:buClr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rgbClr val="0000FF"/>
                        </a:buClr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5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</a:rPr>
                        <a:t>0.0098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楷体_GB2312" pitchFamily="49" charset="-122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44488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rgbClr val="0099FF"/>
                        </a:buClr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rgbClr val="0000FF"/>
                        </a:buClr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5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</a:rPr>
                        <a:t>4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楷体_GB2312" pitchFamily="49" charset="-122"/>
                      </a:endParaRPr>
                    </a:p>
                  </a:txBody>
                  <a:tcPr marL="90000" marR="90000" marT="46800" marB="4680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rgbClr val="0099FF"/>
                        </a:buClr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rgbClr val="0000FF"/>
                        </a:buClr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5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</a:rPr>
                        <a:t>在</a:t>
                      </a:r>
                      <a:endParaRPr kumimoji="0" lang="zh-CN" alt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楷体_GB2312" pitchFamily="49" charset="-122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rgbClr val="0099FF"/>
                        </a:buClr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rgbClr val="0000FF"/>
                        </a:buClr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5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</a:rPr>
                        <a:t>0.0115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楷体_GB2312" pitchFamily="49" charset="-122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rgbClr val="0099FF"/>
                        </a:buClr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rgbClr val="0000FF"/>
                        </a:buClr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5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</a:rPr>
                        <a:t>用</a:t>
                      </a:r>
                      <a:endParaRPr kumimoji="0" lang="zh-CN" alt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楷体_GB2312" pitchFamily="49" charset="-122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rgbClr val="0099FF"/>
                        </a:buClr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rgbClr val="0000FF"/>
                        </a:buClr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5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</a:rPr>
                        <a:t>0.0079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楷体_GB2312" pitchFamily="49" charset="-122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rgbClr val="0099FF"/>
                        </a:buClr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rgbClr val="0000FF"/>
                        </a:buClr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5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</a:rPr>
                        <a:t>在</a:t>
                      </a:r>
                      <a:endParaRPr kumimoji="0" lang="zh-CN" alt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楷体_GB2312" pitchFamily="49" charset="-122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rgbClr val="0099FF"/>
                        </a:buClr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rgbClr val="0000FF"/>
                        </a:buClr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5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</a:rPr>
                        <a:t>0.0095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楷体_GB2312" pitchFamily="49" charset="-122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46075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rgbClr val="0099FF"/>
                        </a:buClr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rgbClr val="0000FF"/>
                        </a:buClr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5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</a:rPr>
                        <a:t>5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楷体_GB2312" pitchFamily="49" charset="-122"/>
                      </a:endParaRPr>
                    </a:p>
                  </a:txBody>
                  <a:tcPr marL="90000" marR="90000" marT="46800" marB="4680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rgbClr val="0099FF"/>
                        </a:buClr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rgbClr val="0000FF"/>
                        </a:buClr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5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</a:rPr>
                        <a:t>这</a:t>
                      </a:r>
                      <a:endParaRPr kumimoji="0" lang="zh-CN" alt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楷体_GB2312" pitchFamily="49" charset="-122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rgbClr val="0099FF"/>
                        </a:buClr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rgbClr val="0000FF"/>
                        </a:buClr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5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</a:rPr>
                        <a:t>0.0109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楷体_GB2312" pitchFamily="49" charset="-122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rgbClr val="0099FF"/>
                        </a:buClr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rgbClr val="0000FF"/>
                        </a:buClr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5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</a:rPr>
                        <a:t>有</a:t>
                      </a:r>
                      <a:endParaRPr kumimoji="0" lang="zh-CN" alt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楷体_GB2312" pitchFamily="49" charset="-122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rgbClr val="0099FF"/>
                        </a:buClr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rgbClr val="0000FF"/>
                        </a:buClr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5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</a:rPr>
                        <a:t>0.0073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楷体_GB2312" pitchFamily="49" charset="-122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rgbClr val="0099FF"/>
                        </a:buClr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rgbClr val="0000FF"/>
                        </a:buClr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5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</a:rPr>
                        <a:t>了</a:t>
                      </a:r>
                      <a:endParaRPr kumimoji="0" lang="zh-CN" alt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楷体_GB2312" pitchFamily="49" charset="-122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rgbClr val="0099FF"/>
                        </a:buClr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rgbClr val="0000FF"/>
                        </a:buClr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5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</a:rPr>
                        <a:t>0.0082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楷体_GB2312" pitchFamily="49" charset="-122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44488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rgbClr val="0099FF"/>
                        </a:buClr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rgbClr val="0000FF"/>
                        </a:buClr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5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</a:rPr>
                        <a:t>6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楷体_GB2312" pitchFamily="49" charset="-122"/>
                      </a:endParaRPr>
                    </a:p>
                  </a:txBody>
                  <a:tcPr marL="90000" marR="90000" marT="46800" marB="4680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rgbClr val="0099FF"/>
                        </a:buClr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rgbClr val="0000FF"/>
                        </a:buClr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5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</a:rPr>
                        <a:t>主</a:t>
                      </a:r>
                      <a:endParaRPr kumimoji="0" lang="zh-CN" alt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楷体_GB2312" pitchFamily="49" charset="-122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rgbClr val="0099FF"/>
                        </a:buClr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rgbClr val="0000FF"/>
                        </a:buClr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5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</a:rPr>
                        <a:t>0.0108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楷体_GB2312" pitchFamily="49" charset="-122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rgbClr val="0099FF"/>
                        </a:buClr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rgbClr val="0000FF"/>
                        </a:buClr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5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</a:rPr>
                        <a:t>是</a:t>
                      </a:r>
                      <a:endParaRPr kumimoji="0" lang="zh-CN" alt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楷体_GB2312" pitchFamily="49" charset="-122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rgbClr val="0099FF"/>
                        </a:buClr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rgbClr val="0000FF"/>
                        </a:buClr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5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</a:rPr>
                        <a:t>0.0070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楷体_GB2312" pitchFamily="49" charset="-122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rgbClr val="0099FF"/>
                        </a:buClr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rgbClr val="0000FF"/>
                        </a:buClr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5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</a:rPr>
                        <a:t>不</a:t>
                      </a:r>
                      <a:endParaRPr kumimoji="0" lang="zh-CN" alt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楷体_GB2312" pitchFamily="49" charset="-122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rgbClr val="0099FF"/>
                        </a:buClr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rgbClr val="0000FF"/>
                        </a:buClr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5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</a:rPr>
                        <a:t>0.0081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楷体_GB2312" pitchFamily="49" charset="-122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46075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rgbClr val="0099FF"/>
                        </a:buClr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rgbClr val="0000FF"/>
                        </a:buClr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5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</a:rPr>
                        <a:t>7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楷体_GB2312" pitchFamily="49" charset="-122"/>
                      </a:endParaRPr>
                    </a:p>
                  </a:txBody>
                  <a:tcPr marL="90000" marR="90000" marT="46800" marB="4680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rgbClr val="0099FF"/>
                        </a:buClr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rgbClr val="0000FF"/>
                        </a:buClr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5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</a:rPr>
                        <a:t>不</a:t>
                      </a:r>
                      <a:endParaRPr kumimoji="0" lang="zh-CN" alt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楷体_GB2312" pitchFamily="49" charset="-122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rgbClr val="0099FF"/>
                        </a:buClr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rgbClr val="0000FF"/>
                        </a:buClr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5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</a:rPr>
                        <a:t>0.0101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楷体_GB2312" pitchFamily="49" charset="-122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rgbClr val="0099FF"/>
                        </a:buClr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rgbClr val="0000FF"/>
                        </a:buClr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5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</a:rPr>
                        <a:t>不</a:t>
                      </a:r>
                      <a:endParaRPr kumimoji="0" lang="zh-CN" alt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楷体_GB2312" pitchFamily="49" charset="-122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rgbClr val="0099FF"/>
                        </a:buClr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rgbClr val="0000FF"/>
                        </a:buClr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5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</a:rPr>
                        <a:t>0.0069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楷体_GB2312" pitchFamily="49" charset="-122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rgbClr val="0099FF"/>
                        </a:buClr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rgbClr val="0000FF"/>
                        </a:buClr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5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</a:rPr>
                        <a:t>和</a:t>
                      </a:r>
                      <a:endParaRPr kumimoji="0" lang="zh-CN" alt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楷体_GB2312" pitchFamily="49" charset="-122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rgbClr val="0099FF"/>
                        </a:buClr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rgbClr val="0000FF"/>
                        </a:buClr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5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</a:rPr>
                        <a:t>0.0075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楷体_GB2312" pitchFamily="49" charset="-122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44488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rgbClr val="0099FF"/>
                        </a:buClr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rgbClr val="0000FF"/>
                        </a:buClr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5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</a:rPr>
                        <a:t>8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楷体_GB2312" pitchFamily="49" charset="-122"/>
                      </a:endParaRPr>
                    </a:p>
                  </a:txBody>
                  <a:tcPr marL="90000" marR="90000" marT="46800" marB="4680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rgbClr val="0099FF"/>
                        </a:buClr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rgbClr val="0000FF"/>
                        </a:buClr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5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</a:rPr>
                        <a:t>和</a:t>
                      </a:r>
                      <a:endParaRPr kumimoji="0" lang="zh-CN" alt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楷体_GB2312" pitchFamily="49" charset="-122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rgbClr val="0099FF"/>
                        </a:buClr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rgbClr val="0000FF"/>
                        </a:buClr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5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</a:rPr>
                        <a:t>0.0098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楷体_GB2312" pitchFamily="49" charset="-122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rgbClr val="0099FF"/>
                        </a:buClr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rgbClr val="0000FF"/>
                        </a:buClr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5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</a:rPr>
                        <a:t>中</a:t>
                      </a:r>
                      <a:endParaRPr kumimoji="0" lang="zh-CN" alt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楷体_GB2312" pitchFamily="49" charset="-122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rgbClr val="0099FF"/>
                        </a:buClr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rgbClr val="0000FF"/>
                        </a:buClr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5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</a:rPr>
                        <a:t>0.0066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楷体_GB2312" pitchFamily="49" charset="-122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rgbClr val="0099FF"/>
                        </a:buClr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rgbClr val="0000FF"/>
                        </a:buClr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5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</a:rPr>
                        <a:t>有</a:t>
                      </a:r>
                      <a:endParaRPr kumimoji="0" lang="zh-CN" alt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楷体_GB2312" pitchFamily="49" charset="-122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rgbClr val="0099FF"/>
                        </a:buClr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rgbClr val="0000FF"/>
                        </a:buClr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5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</a:rPr>
                        <a:t>0.0069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楷体_GB2312" pitchFamily="49" charset="-122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46075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rgbClr val="0099FF"/>
                        </a:buClr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rgbClr val="0000FF"/>
                        </a:buClr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5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</a:rPr>
                        <a:t>9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楷体_GB2312" pitchFamily="49" charset="-122"/>
                      </a:endParaRPr>
                    </a:p>
                  </a:txBody>
                  <a:tcPr marL="90000" marR="90000" marT="46800" marB="4680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rgbClr val="0099FF"/>
                        </a:buClr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rgbClr val="0000FF"/>
                        </a:buClr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5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</a:rPr>
                        <a:t>人</a:t>
                      </a:r>
                      <a:endParaRPr kumimoji="0" lang="zh-CN" alt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楷体_GB2312" pitchFamily="49" charset="-122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rgbClr val="0099FF"/>
                        </a:buClr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rgbClr val="0000FF"/>
                        </a:buClr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5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</a:rPr>
                        <a:t>0.0087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楷体_GB2312" pitchFamily="49" charset="-122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rgbClr val="0099FF"/>
                        </a:buClr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rgbClr val="0000FF"/>
                        </a:buClr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5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</a:rPr>
                        <a:t>大</a:t>
                      </a:r>
                      <a:endParaRPr kumimoji="0" lang="zh-CN" alt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楷体_GB2312" pitchFamily="49" charset="-122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rgbClr val="0099FF"/>
                        </a:buClr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rgbClr val="0000FF"/>
                        </a:buClr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5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</a:rPr>
                        <a:t>0.0064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楷体_GB2312" pitchFamily="49" charset="-122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rgbClr val="0099FF"/>
                        </a:buClr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rgbClr val="0000FF"/>
                        </a:buClr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5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</a:rPr>
                        <a:t>大</a:t>
                      </a:r>
                      <a:endParaRPr kumimoji="0" lang="zh-CN" alt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楷体_GB2312" pitchFamily="49" charset="-122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rgbClr val="0099FF"/>
                        </a:buClr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rgbClr val="0000FF"/>
                        </a:buClr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5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</a:rPr>
                        <a:t>0.0069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楷体_GB2312" pitchFamily="49" charset="-122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44488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rgbClr val="0099FF"/>
                        </a:buClr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rgbClr val="0000FF"/>
                        </a:buClr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5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</a:rPr>
                        <a:t>10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楷体_GB2312" pitchFamily="49" charset="-122"/>
                      </a:endParaRPr>
                    </a:p>
                  </a:txBody>
                  <a:tcPr marL="90000" marR="90000" marT="46800" marB="4680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rgbClr val="0099FF"/>
                        </a:buClr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rgbClr val="0000FF"/>
                        </a:buClr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5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</a:rPr>
                        <a:t>们</a:t>
                      </a:r>
                      <a:endParaRPr kumimoji="0" lang="zh-CN" alt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楷体_GB2312" pitchFamily="49" charset="-122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rgbClr val="0099FF"/>
                        </a:buClr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rgbClr val="0000FF"/>
                        </a:buClr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5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</a:rPr>
                        <a:t>0.0087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楷体_GB2312" pitchFamily="49" charset="-122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rgbClr val="0099FF"/>
                        </a:buClr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rgbClr val="0000FF"/>
                        </a:buClr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5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</a:rPr>
                        <a:t>时</a:t>
                      </a:r>
                      <a:endParaRPr kumimoji="0" lang="zh-CN" alt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楷体_GB2312" pitchFamily="49" charset="-122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rgbClr val="0099FF"/>
                        </a:buClr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rgbClr val="0000FF"/>
                        </a:buClr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5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</a:rPr>
                        <a:t>0.0053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楷体_GB2312" pitchFamily="49" charset="-122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rgbClr val="0099FF"/>
                        </a:buClr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rgbClr val="0000FF"/>
                        </a:buClr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5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</a:rPr>
                        <a:t>这</a:t>
                      </a:r>
                      <a:endParaRPr kumimoji="0" lang="zh-CN" alt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楷体_GB2312" pitchFamily="49" charset="-122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rgbClr val="0099FF"/>
                        </a:buClr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rgbClr val="0000FF"/>
                        </a:buClr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5000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</a:rPr>
                        <a:t>0.0054</a:t>
                      </a:r>
                      <a:endParaRPr kumimoji="0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楷体_GB2312" pitchFamily="49" charset="-122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156990" y="188641"/>
            <a:ext cx="9643533" cy="617537"/>
          </a:xfrm>
        </p:spPr>
        <p:txBody>
          <a:bodyPr/>
          <a:lstStyle/>
          <a:p>
            <a:r>
              <a:rPr lang="en-US" altLang="zh-CN" dirty="0"/>
              <a:t>2.1</a:t>
            </a:r>
            <a:r>
              <a:rPr lang="zh-CN" altLang="en-US" dirty="0"/>
              <a:t>信源的分类及数学模型</a:t>
            </a:r>
            <a:endParaRPr lang="zh-CN" altLang="en-US" dirty="0"/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 bwMode="auto">
          <a:xfrm>
            <a:off x="1447800" y="1124585"/>
            <a:ext cx="9766300" cy="20783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marL="257175" indent="-257175" algn="l" rtl="0" eaLnBrk="0" fontAlgn="base" hangingPunct="0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2800" b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1pPr>
            <a:lvl2pPr marL="557530" indent="-214630" algn="l" rtl="0" eaLnBrk="0" fontAlgn="base" hangingPunct="0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Ø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857250" indent="-171450" algn="l" rtl="0" eaLnBrk="0" fontAlgn="base" hangingPunct="0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200150" indent="-171450" algn="l" rtl="0" eaLnBrk="0" fontAlgn="base" hangingPunct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1543050" indent="-171450" algn="l" rtl="0" eaLnBrk="0" fontAlgn="base" hangingPunct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1500" b="1">
                <a:solidFill>
                  <a:schemeClr val="tx1"/>
                </a:solidFill>
                <a:latin typeface="+mn-lt"/>
                <a:ea typeface="+mn-ea"/>
              </a:defRPr>
            </a:lvl5pPr>
            <a:lvl6pPr marL="1885950" indent="-171450" algn="l" rtl="0" fontAlgn="base">
              <a:lnSpc>
                <a:spcPct val="90000"/>
              </a:lnSpc>
              <a:spcBef>
                <a:spcPct val="20000"/>
              </a:spcBef>
              <a:spcAft>
                <a:spcPct val="2000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1500" b="1">
                <a:solidFill>
                  <a:schemeClr val="tx1"/>
                </a:solidFill>
                <a:latin typeface="+mn-lt"/>
                <a:ea typeface="+mn-ea"/>
              </a:defRPr>
            </a:lvl6pPr>
            <a:lvl7pPr marL="2228850" indent="-171450" algn="l" rtl="0" fontAlgn="base">
              <a:lnSpc>
                <a:spcPct val="90000"/>
              </a:lnSpc>
              <a:spcBef>
                <a:spcPct val="20000"/>
              </a:spcBef>
              <a:spcAft>
                <a:spcPct val="2000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1500" b="1">
                <a:solidFill>
                  <a:schemeClr val="tx1"/>
                </a:solidFill>
                <a:latin typeface="+mn-lt"/>
                <a:ea typeface="+mn-ea"/>
              </a:defRPr>
            </a:lvl7pPr>
            <a:lvl8pPr marL="2571750" indent="-171450" algn="l" rtl="0" fontAlgn="base">
              <a:lnSpc>
                <a:spcPct val="90000"/>
              </a:lnSpc>
              <a:spcBef>
                <a:spcPct val="20000"/>
              </a:spcBef>
              <a:spcAft>
                <a:spcPct val="2000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1500" b="1">
                <a:solidFill>
                  <a:schemeClr val="tx1"/>
                </a:solidFill>
                <a:latin typeface="+mn-lt"/>
                <a:ea typeface="+mn-ea"/>
              </a:defRPr>
            </a:lvl8pPr>
            <a:lvl9pPr marL="2914650" indent="-171450" algn="l" rtl="0" fontAlgn="base">
              <a:lnSpc>
                <a:spcPct val="90000"/>
              </a:lnSpc>
              <a:spcBef>
                <a:spcPct val="20000"/>
              </a:spcBef>
              <a:spcAft>
                <a:spcPct val="2000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1500" b="1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>
              <a:buFont typeface="Wingdings" panose="05000000000000000000" pitchFamily="2" charset="2"/>
              <a:buNone/>
              <a:defRPr/>
            </a:pPr>
            <a:r>
              <a:rPr lang="zh-CN" altLang="en-US" b="1" kern="0" dirty="0">
                <a:solidFill>
                  <a:srgbClr val="C00000"/>
                </a:solidFill>
              </a:rPr>
              <a:t>例</a:t>
            </a:r>
            <a:r>
              <a:rPr lang="en-US" altLang="zh-CN" b="1" kern="0" dirty="0">
                <a:solidFill>
                  <a:srgbClr val="C00000"/>
                </a:solidFill>
              </a:rPr>
              <a:t>1</a:t>
            </a:r>
            <a:r>
              <a:rPr lang="zh-CN" altLang="en-US" kern="0" dirty="0"/>
              <a:t>：布袋中有</a:t>
            </a:r>
            <a:r>
              <a:rPr lang="en-US" altLang="zh-CN" kern="0" dirty="0"/>
              <a:t>100</a:t>
            </a:r>
            <a:r>
              <a:rPr lang="zh-CN" altLang="en-US" kern="0" dirty="0"/>
              <a:t>个球，其中红球</a:t>
            </a:r>
            <a:r>
              <a:rPr lang="en-US" altLang="zh-CN" kern="0" dirty="0"/>
              <a:t>80</a:t>
            </a:r>
            <a:r>
              <a:rPr lang="zh-CN" altLang="en-US" kern="0" dirty="0"/>
              <a:t>个，白球</a:t>
            </a:r>
            <a:r>
              <a:rPr lang="en-US" altLang="zh-CN" kern="0" dirty="0"/>
              <a:t>20</a:t>
            </a:r>
            <a:r>
              <a:rPr lang="zh-CN" altLang="en-US" kern="0" dirty="0"/>
              <a:t>个，若取出一个球，记下其颜色，试构建这个信源的概率空间。</a:t>
            </a:r>
            <a:endParaRPr kumimoji="0" lang="zh-CN" altLang="en-US" kern="0" dirty="0"/>
          </a:p>
        </p:txBody>
      </p:sp>
      <p:graphicFrame>
        <p:nvGraphicFramePr>
          <p:cNvPr id="7" name="Object 6"/>
          <p:cNvGraphicFramePr>
            <a:graphicFrameLocks noGrp="1" noChangeAspect="1"/>
          </p:cNvGraphicFramePr>
          <p:nvPr>
            <p:ph sz="half" idx="4294967295"/>
          </p:nvPr>
        </p:nvGraphicFramePr>
        <p:xfrm>
          <a:off x="4512945" y="2363470"/>
          <a:ext cx="3432810" cy="1257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8" name="Equation" r:id="rId1" imgW="21640800" imgH="7924800" progId="Equation.DSMT4">
                  <p:embed/>
                </p:oleObj>
              </mc:Choice>
              <mc:Fallback>
                <p:oleObj name="Equation" r:id="rId1" imgW="21640800" imgH="7924800" progId="Equation.DSMT4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12945" y="2363470"/>
                        <a:ext cx="3432810" cy="1257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6"/>
          <p:cNvGraphicFramePr>
            <a:graphicFrameLocks noGrp="1" noChangeAspect="1"/>
          </p:cNvGraphicFramePr>
          <p:nvPr>
            <p:ph sz="half" idx="4294967295"/>
          </p:nvPr>
        </p:nvGraphicFramePr>
        <p:xfrm>
          <a:off x="4512945" y="4877435"/>
          <a:ext cx="3452495" cy="13804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9" name="Equation" r:id="rId3" imgW="19812000" imgH="7924800" progId="Equation.DSMT4">
                  <p:embed/>
                </p:oleObj>
              </mc:Choice>
              <mc:Fallback>
                <p:oleObj name="Equation" r:id="rId3" imgW="19812000" imgH="7924800" progId="Equation.DSMT4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12945" y="4877435"/>
                        <a:ext cx="3452495" cy="138049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矩形 7"/>
          <p:cNvSpPr/>
          <p:nvPr/>
        </p:nvSpPr>
        <p:spPr>
          <a:xfrm>
            <a:off x="1447165" y="3935095"/>
            <a:ext cx="9017635" cy="5403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marL="257175" indent="-257175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chemeClr val="folHlink"/>
              </a:buClr>
              <a:buSzPct val="60000"/>
            </a:pPr>
            <a:r>
              <a:rPr kumimoji="1" lang="zh-CN" altLang="en-US" sz="2800" kern="0" dirty="0">
                <a:solidFill>
                  <a:srgbClr val="C00000"/>
                </a:solidFill>
                <a:ea typeface="宋体" panose="02010600030101010101" pitchFamily="2" charset="-122"/>
              </a:rPr>
              <a:t>例</a:t>
            </a:r>
            <a:r>
              <a:rPr kumimoji="1" lang="en-US" altLang="zh-CN" sz="2800" kern="0" dirty="0">
                <a:solidFill>
                  <a:srgbClr val="C00000"/>
                </a:solidFill>
                <a:ea typeface="宋体" panose="02010600030101010101" pitchFamily="2" charset="-122"/>
              </a:rPr>
              <a:t>2</a:t>
            </a:r>
            <a:r>
              <a:rPr lang="zh-CN" altLang="en-US" sz="2800" kern="0" dirty="0">
                <a:solidFill>
                  <a:srgbClr val="C00000"/>
                </a:solidFill>
              </a:rPr>
              <a:t> ：</a:t>
            </a:r>
            <a:r>
              <a:rPr kumimoji="1" lang="zh-CN" altLang="en-US" sz="2800" b="0" kern="0" dirty="0">
                <a:ea typeface="宋体" panose="02010600030101010101" pitchFamily="2" charset="-122"/>
              </a:rPr>
              <a:t>二进制等概信源的概率空间：</a:t>
            </a:r>
            <a:endParaRPr kumimoji="1" lang="zh-CN" altLang="en-US" sz="2800" b="0" kern="0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2.1</a:t>
            </a:r>
            <a:r>
              <a:rPr lang="zh-CN" altLang="en-US" dirty="0"/>
              <a:t>信源的分类及数学模型</a:t>
            </a:r>
            <a:endParaRPr lang="zh-CN" altLang="en-US" dirty="0"/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 bwMode="auto">
          <a:xfrm>
            <a:off x="1415480" y="1166449"/>
            <a:ext cx="9721080" cy="17584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marL="257175" indent="-257175" algn="just" rtl="0" eaLnBrk="0" fontAlgn="base" hangingPunct="0">
              <a:lnSpc>
                <a:spcPct val="125000"/>
              </a:lnSpc>
              <a:spcBef>
                <a:spcPts val="600"/>
              </a:spcBef>
              <a:spcAft>
                <a:spcPts val="60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1pPr>
            <a:lvl2pPr marL="557530" indent="-214630" algn="just" rtl="0" eaLnBrk="0" fontAlgn="base" hangingPunct="0">
              <a:lnSpc>
                <a:spcPct val="113000"/>
              </a:lnSpc>
              <a:spcBef>
                <a:spcPct val="0"/>
              </a:spcBef>
              <a:spcAft>
                <a:spcPts val="60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Ø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857250" indent="-171450" algn="just" rtl="0" eaLnBrk="0" fontAlgn="base" hangingPunct="0">
              <a:lnSpc>
                <a:spcPct val="125000"/>
              </a:lnSpc>
              <a:spcBef>
                <a:spcPts val="600"/>
              </a:spcBef>
              <a:spcAft>
                <a:spcPts val="60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200150" indent="-171450" algn="just" rtl="0" eaLnBrk="0" fontAlgn="base" hangingPunct="0">
              <a:lnSpc>
                <a:spcPct val="125000"/>
              </a:lnSpc>
              <a:spcBef>
                <a:spcPts val="600"/>
              </a:spcBef>
              <a:spcAft>
                <a:spcPts val="60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1543050" indent="-171450" algn="l" rtl="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2000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1500" b="1">
                <a:solidFill>
                  <a:srgbClr val="0000FF"/>
                </a:solidFill>
                <a:latin typeface="+mn-lt"/>
                <a:ea typeface="+mn-ea"/>
              </a:defRPr>
            </a:lvl5pPr>
            <a:lvl6pPr marL="1885950" indent="-171450" algn="l" rtl="0" fontAlgn="base">
              <a:lnSpc>
                <a:spcPct val="90000"/>
              </a:lnSpc>
              <a:spcBef>
                <a:spcPct val="20000"/>
              </a:spcBef>
              <a:spcAft>
                <a:spcPct val="2000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1500" b="1">
                <a:solidFill>
                  <a:schemeClr val="tx1"/>
                </a:solidFill>
                <a:latin typeface="+mn-lt"/>
                <a:ea typeface="+mn-ea"/>
              </a:defRPr>
            </a:lvl6pPr>
            <a:lvl7pPr marL="2228850" indent="-171450" algn="l" rtl="0" fontAlgn="base">
              <a:lnSpc>
                <a:spcPct val="90000"/>
              </a:lnSpc>
              <a:spcBef>
                <a:spcPct val="20000"/>
              </a:spcBef>
              <a:spcAft>
                <a:spcPct val="2000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1500" b="1">
                <a:solidFill>
                  <a:schemeClr val="tx1"/>
                </a:solidFill>
                <a:latin typeface="+mn-lt"/>
                <a:ea typeface="+mn-ea"/>
              </a:defRPr>
            </a:lvl7pPr>
            <a:lvl8pPr marL="2571750" indent="-171450" algn="l" rtl="0" fontAlgn="base">
              <a:lnSpc>
                <a:spcPct val="90000"/>
              </a:lnSpc>
              <a:spcBef>
                <a:spcPct val="20000"/>
              </a:spcBef>
              <a:spcAft>
                <a:spcPct val="2000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1500" b="1">
                <a:solidFill>
                  <a:schemeClr val="tx1"/>
                </a:solidFill>
                <a:latin typeface="+mn-lt"/>
                <a:ea typeface="+mn-ea"/>
              </a:defRPr>
            </a:lvl8pPr>
            <a:lvl9pPr marL="2914650" indent="-171450" algn="l" rtl="0" fontAlgn="base">
              <a:lnSpc>
                <a:spcPct val="90000"/>
              </a:lnSpc>
              <a:spcBef>
                <a:spcPct val="20000"/>
              </a:spcBef>
              <a:spcAft>
                <a:spcPct val="2000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1500" b="1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eaLnBrk="1" hangingPunct="1"/>
            <a:r>
              <a:rPr lang="zh-CN" altLang="en-US" sz="3200" kern="0" dirty="0">
                <a:solidFill>
                  <a:srgbClr val="0000FF"/>
                </a:solidFill>
              </a:rPr>
              <a:t>单符号连续信源（一维连续信源）：</a:t>
            </a:r>
            <a:endParaRPr lang="zh-CN" altLang="en-US" sz="3200" kern="0" dirty="0"/>
          </a:p>
          <a:p>
            <a:pPr lvl="1">
              <a:buFont typeface="Wingdings" panose="05000000000000000000" pitchFamily="2" charset="2"/>
              <a:buNone/>
            </a:pPr>
            <a:r>
              <a:rPr kumimoji="0" lang="zh-CN" altLang="en-US" sz="2800" b="0" kern="0" dirty="0"/>
              <a:t>信源输出的是单个符号的消息，但是其可能出现的消息数是</a:t>
            </a:r>
            <a:r>
              <a:rPr kumimoji="0" lang="zh-CN" altLang="en-US" sz="2800" b="0" kern="0" dirty="0">
                <a:solidFill>
                  <a:srgbClr val="FF0000"/>
                </a:solidFill>
              </a:rPr>
              <a:t>不可数的无限值</a:t>
            </a:r>
            <a:r>
              <a:rPr kumimoji="0" lang="zh-CN" altLang="en-US" sz="2800" b="0" kern="0" dirty="0"/>
              <a:t>，即输出消息的取值是</a:t>
            </a:r>
            <a:r>
              <a:rPr kumimoji="0" lang="zh-CN" altLang="en-US" sz="2800" b="0" kern="0" dirty="0">
                <a:solidFill>
                  <a:srgbClr val="FF0000"/>
                </a:solidFill>
              </a:rPr>
              <a:t>连续</a:t>
            </a:r>
            <a:r>
              <a:rPr kumimoji="0" lang="zh-CN" altLang="en-US" sz="2800" b="0" kern="0" dirty="0"/>
              <a:t>的</a:t>
            </a:r>
            <a:endParaRPr kumimoji="0" lang="zh-CN" altLang="en-US" sz="2800" b="0" kern="0" dirty="0"/>
          </a:p>
        </p:txBody>
      </p:sp>
      <p:grpSp>
        <p:nvGrpSpPr>
          <p:cNvPr id="6" name="Group 5"/>
          <p:cNvGrpSpPr/>
          <p:nvPr/>
        </p:nvGrpSpPr>
        <p:grpSpPr bwMode="auto">
          <a:xfrm>
            <a:off x="2897505" y="3339465"/>
            <a:ext cx="5920740" cy="2115185"/>
            <a:chOff x="790" y="2284"/>
            <a:chExt cx="3491" cy="1383"/>
          </a:xfrm>
        </p:grpSpPr>
        <p:graphicFrame>
          <p:nvGraphicFramePr>
            <p:cNvPr id="7" name="Object 6"/>
            <p:cNvGraphicFramePr>
              <a:graphicFrameLocks noChangeAspect="1"/>
            </p:cNvGraphicFramePr>
            <p:nvPr/>
          </p:nvGraphicFramePr>
          <p:xfrm>
            <a:off x="790" y="2284"/>
            <a:ext cx="1540" cy="76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154" name="Equation" r:id="rId1" imgW="23469600" imgH="11582400" progId="Equation.DSMT4">
                    <p:embed/>
                  </p:oleObj>
                </mc:Choice>
                <mc:Fallback>
                  <p:oleObj name="Equation" r:id="rId1" imgW="23469600" imgH="11582400" progId="Equation.DSMT4">
                    <p:embed/>
                    <p:pic>
                      <p:nvPicPr>
                        <p:cNvPr id="0" name="Object 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90" y="2284"/>
                          <a:ext cx="1540" cy="76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8" name="Text Box 7"/>
            <p:cNvSpPr txBox="1">
              <a:spLocks noChangeArrowheads="1"/>
            </p:cNvSpPr>
            <p:nvPr/>
          </p:nvSpPr>
          <p:spPr bwMode="auto">
            <a:xfrm>
              <a:off x="2592" y="2496"/>
              <a:ext cx="323" cy="30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lnSpc>
                  <a:spcPct val="90000"/>
                </a:lnSpc>
                <a:spcBef>
                  <a:spcPct val="20000"/>
                </a:spcBef>
                <a:spcAft>
                  <a:spcPct val="2000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32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lnSpc>
                  <a:spcPct val="90000"/>
                </a:lnSpc>
                <a:spcBef>
                  <a:spcPct val="20000"/>
                </a:spcBef>
                <a:spcAft>
                  <a:spcPct val="2000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Ø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>
                <a:lnSpc>
                  <a:spcPct val="90000"/>
                </a:lnSpc>
                <a:spcBef>
                  <a:spcPct val="20000"/>
                </a:spcBef>
                <a:spcAft>
                  <a:spcPct val="20000"/>
                </a:spcAft>
                <a:buClr>
                  <a:schemeClr val="folHlink"/>
                </a:buClr>
                <a:buSzPct val="90000"/>
                <a:buFont typeface="Wingdings" panose="05000000000000000000" pitchFamily="2" charset="2"/>
                <a:buChar char="ü"/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>
                <a:lnSpc>
                  <a:spcPct val="90000"/>
                </a:lnSpc>
                <a:spcBef>
                  <a:spcPct val="20000"/>
                </a:spcBef>
                <a:spcAft>
                  <a:spcPct val="20000"/>
                </a:spcAft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v"/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>
                <a:lnSpc>
                  <a:spcPct val="90000"/>
                </a:lnSpc>
                <a:spcBef>
                  <a:spcPct val="20000"/>
                </a:spcBef>
                <a:spcAft>
                  <a:spcPct val="2000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ct val="20000"/>
                </a:spcBef>
                <a:spcAft>
                  <a:spcPct val="2000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ct val="20000"/>
                </a:spcBef>
                <a:spcAft>
                  <a:spcPct val="2000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ct val="20000"/>
                </a:spcBef>
                <a:spcAft>
                  <a:spcPct val="2000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ct val="20000"/>
                </a:spcBef>
                <a:spcAft>
                  <a:spcPct val="2000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zh-CN" altLang="en-US" sz="2400" b="0" dirty="0">
                  <a:ea typeface="宋体" panose="02010600030101010101" pitchFamily="2" charset="-122"/>
                </a:rPr>
                <a:t>或</a:t>
              </a:r>
              <a:endParaRPr lang="zh-CN" altLang="en-US" sz="2400" b="0" dirty="0">
                <a:ea typeface="宋体" panose="02010600030101010101" pitchFamily="2" charset="-122"/>
              </a:endParaRPr>
            </a:p>
          </p:txBody>
        </p:sp>
        <p:graphicFrame>
          <p:nvGraphicFramePr>
            <p:cNvPr id="9" name="Object 8"/>
            <p:cNvGraphicFramePr>
              <a:graphicFrameLocks noChangeAspect="1"/>
            </p:cNvGraphicFramePr>
            <p:nvPr/>
          </p:nvGraphicFramePr>
          <p:xfrm>
            <a:off x="3096" y="2284"/>
            <a:ext cx="913" cy="7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155" name="Equation" r:id="rId3" imgW="13411200" imgH="11582400" progId="Equation.DSMT4">
                    <p:embed/>
                  </p:oleObj>
                </mc:Choice>
                <mc:Fallback>
                  <p:oleObj name="Equation" r:id="rId3" imgW="13411200" imgH="11582400" progId="Equation.DSMT4">
                    <p:embed/>
                    <p:pic>
                      <p:nvPicPr>
                        <p:cNvPr id="0" name="Object 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096" y="2284"/>
                          <a:ext cx="913" cy="78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0" name="Object 9"/>
            <p:cNvGraphicFramePr>
              <a:graphicFrameLocks noChangeAspect="1"/>
            </p:cNvGraphicFramePr>
            <p:nvPr/>
          </p:nvGraphicFramePr>
          <p:xfrm>
            <a:off x="893" y="3168"/>
            <a:ext cx="1383" cy="49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156" name="Equation" r:id="rId5" imgW="21945600" imgH="7924800" progId="Equation.DSMT4">
                    <p:embed/>
                  </p:oleObj>
                </mc:Choice>
                <mc:Fallback>
                  <p:oleObj name="Equation" r:id="rId5" imgW="21945600" imgH="7924800" progId="Equation.DSMT4">
                    <p:embed/>
                    <p:pic>
                      <p:nvPicPr>
                        <p:cNvPr id="0" name="Object 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93" y="3168"/>
                          <a:ext cx="1383" cy="49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1" name="Text Box 10"/>
            <p:cNvSpPr txBox="1">
              <a:spLocks noChangeArrowheads="1"/>
            </p:cNvSpPr>
            <p:nvPr/>
          </p:nvSpPr>
          <p:spPr bwMode="auto">
            <a:xfrm>
              <a:off x="2400" y="3264"/>
              <a:ext cx="323" cy="30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lnSpc>
                  <a:spcPct val="90000"/>
                </a:lnSpc>
                <a:spcBef>
                  <a:spcPct val="20000"/>
                </a:spcBef>
                <a:spcAft>
                  <a:spcPct val="2000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32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lnSpc>
                  <a:spcPct val="90000"/>
                </a:lnSpc>
                <a:spcBef>
                  <a:spcPct val="20000"/>
                </a:spcBef>
                <a:spcAft>
                  <a:spcPct val="2000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Ø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>
                <a:lnSpc>
                  <a:spcPct val="90000"/>
                </a:lnSpc>
                <a:spcBef>
                  <a:spcPct val="20000"/>
                </a:spcBef>
                <a:spcAft>
                  <a:spcPct val="20000"/>
                </a:spcAft>
                <a:buClr>
                  <a:schemeClr val="folHlink"/>
                </a:buClr>
                <a:buSzPct val="90000"/>
                <a:buFont typeface="Wingdings" panose="05000000000000000000" pitchFamily="2" charset="2"/>
                <a:buChar char="ü"/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>
                <a:lnSpc>
                  <a:spcPct val="90000"/>
                </a:lnSpc>
                <a:spcBef>
                  <a:spcPct val="20000"/>
                </a:spcBef>
                <a:spcAft>
                  <a:spcPct val="20000"/>
                </a:spcAft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v"/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>
                <a:lnSpc>
                  <a:spcPct val="90000"/>
                </a:lnSpc>
                <a:spcBef>
                  <a:spcPct val="20000"/>
                </a:spcBef>
                <a:spcAft>
                  <a:spcPct val="2000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ct val="20000"/>
                </a:spcBef>
                <a:spcAft>
                  <a:spcPct val="2000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ct val="20000"/>
                </a:spcBef>
                <a:spcAft>
                  <a:spcPct val="2000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ct val="20000"/>
                </a:spcBef>
                <a:spcAft>
                  <a:spcPct val="2000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ct val="20000"/>
                </a:spcBef>
                <a:spcAft>
                  <a:spcPct val="2000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zh-CN" altLang="en-US" sz="2400" b="0">
                  <a:ea typeface="宋体" panose="02010600030101010101" pitchFamily="2" charset="-122"/>
                </a:rPr>
                <a:t>或</a:t>
              </a:r>
              <a:endParaRPr lang="zh-CN" altLang="en-US" sz="2400" b="0">
                <a:ea typeface="宋体" panose="02010600030101010101" pitchFamily="2" charset="-122"/>
              </a:endParaRPr>
            </a:p>
          </p:txBody>
        </p:sp>
        <p:graphicFrame>
          <p:nvGraphicFramePr>
            <p:cNvPr id="12" name="Object 11"/>
            <p:cNvGraphicFramePr>
              <a:graphicFrameLocks noChangeAspect="1"/>
            </p:cNvGraphicFramePr>
            <p:nvPr/>
          </p:nvGraphicFramePr>
          <p:xfrm>
            <a:off x="2900" y="3168"/>
            <a:ext cx="1381" cy="49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157" name="Equation" r:id="rId7" imgW="21945600" imgH="7924800" progId="Equation.DSMT4">
                    <p:embed/>
                  </p:oleObj>
                </mc:Choice>
                <mc:Fallback>
                  <p:oleObj name="Equation" r:id="rId7" imgW="21945600" imgH="7924800" progId="Equation.DSMT4">
                    <p:embed/>
                    <p:pic>
                      <p:nvPicPr>
                        <p:cNvPr id="0" name="Object 1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900" y="3168"/>
                          <a:ext cx="1381" cy="49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6350" y="-6350"/>
            <a:ext cx="12204700" cy="68707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6350" y="-6350"/>
            <a:ext cx="12204700" cy="68707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6350" y="-6350"/>
            <a:ext cx="12204700" cy="6870700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rcRect l="16191" t="7979" r="22273"/>
        </p:blipFill>
        <p:spPr>
          <a:xfrm>
            <a:off x="3863975" y="621030"/>
            <a:ext cx="1146175" cy="1141095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79875" y="3068955"/>
            <a:ext cx="2903220" cy="493395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6350" y="-6350"/>
            <a:ext cx="12204700" cy="6870700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rcRect l="16191" t="7979" r="22273"/>
        </p:blipFill>
        <p:spPr>
          <a:xfrm>
            <a:off x="3863975" y="621030"/>
            <a:ext cx="1146175" cy="1141095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2.1</a:t>
            </a:r>
            <a:r>
              <a:rPr lang="zh-CN" altLang="en-US" dirty="0"/>
              <a:t>信源的分类及数学模型</a:t>
            </a:r>
            <a:endParaRPr lang="zh-CN" altLang="en-US" dirty="0"/>
          </a:p>
        </p:txBody>
      </p:sp>
      <p:sp>
        <p:nvSpPr>
          <p:cNvPr id="5" name="Text Box 2"/>
          <p:cNvSpPr txBox="1">
            <a:spLocks noChangeArrowheads="1"/>
          </p:cNvSpPr>
          <p:nvPr/>
        </p:nvSpPr>
        <p:spPr bwMode="auto">
          <a:xfrm>
            <a:off x="1214120" y="1196975"/>
            <a:ext cx="10256520" cy="43732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50000"/>
              </a:spcBef>
            </a:pPr>
            <a:r>
              <a:rPr kumimoji="1" lang="zh-CN" altLang="en-US" sz="3200" dirty="0">
                <a:solidFill>
                  <a:srgbClr val="0000FF"/>
                </a:solidFill>
                <a:latin typeface="宋体" panose="02010600030101010101" pitchFamily="2" charset="-122"/>
              </a:rPr>
              <a:t>独立同分布信源</a:t>
            </a:r>
            <a:endParaRPr kumimoji="1" lang="zh-CN" altLang="en-US" sz="3200" dirty="0">
              <a:solidFill>
                <a:srgbClr val="0000FF"/>
              </a:solidFill>
              <a:latin typeface="宋体" panose="02010600030101010101" pitchFamily="2" charset="-122"/>
            </a:endParaRPr>
          </a:p>
          <a:p>
            <a:pPr eaLnBrk="1" hangingPunct="1">
              <a:lnSpc>
                <a:spcPct val="120000"/>
              </a:lnSpc>
              <a:spcBef>
                <a:spcPct val="50000"/>
              </a:spcBef>
            </a:pPr>
            <a:r>
              <a:rPr kumimoji="1" lang="zh-CN" altLang="en-US" sz="3200" b="0" dirty="0">
                <a:latin typeface="宋体" panose="02010600030101010101" pitchFamily="2" charset="-122"/>
              </a:rPr>
              <a:t>    在离散无记忆信源中，信源输出的每个符号是</a:t>
            </a:r>
            <a:r>
              <a:rPr kumimoji="1" lang="zh-CN" altLang="en-US" sz="3200" b="0" dirty="0">
                <a:solidFill>
                  <a:schemeClr val="hlink"/>
                </a:solidFill>
                <a:latin typeface="宋体" panose="02010600030101010101" pitchFamily="2" charset="-122"/>
              </a:rPr>
              <a:t>统计独立</a:t>
            </a:r>
            <a:r>
              <a:rPr kumimoji="1" lang="zh-CN" altLang="en-US" sz="3200" b="0" dirty="0">
                <a:latin typeface="宋体" panose="02010600030101010101" pitchFamily="2" charset="-122"/>
              </a:rPr>
              <a:t>的，且具有</a:t>
            </a:r>
            <a:r>
              <a:rPr kumimoji="1" lang="zh-CN" altLang="en-US" sz="3200" b="0" dirty="0">
                <a:solidFill>
                  <a:schemeClr val="hlink"/>
                </a:solidFill>
                <a:latin typeface="宋体" panose="02010600030101010101" pitchFamily="2" charset="-122"/>
              </a:rPr>
              <a:t>相同的概率空间</a:t>
            </a:r>
            <a:r>
              <a:rPr kumimoji="1" lang="zh-CN" altLang="en-US" sz="3200" b="0" dirty="0">
                <a:latin typeface="宋体" panose="02010600030101010101" pitchFamily="2" charset="-122"/>
              </a:rPr>
              <a:t>，即有</a:t>
            </a:r>
            <a:endParaRPr kumimoji="1" lang="zh-CN" altLang="en-US" sz="3200" b="0" dirty="0">
              <a:latin typeface="宋体" panose="02010600030101010101" pitchFamily="2" charset="-122"/>
            </a:endParaRPr>
          </a:p>
          <a:p>
            <a:pPr algn="ctr" eaLnBrk="1" hangingPunct="1">
              <a:lnSpc>
                <a:spcPct val="120000"/>
              </a:lnSpc>
              <a:spcBef>
                <a:spcPct val="50000"/>
              </a:spcBef>
            </a:pPr>
            <a:r>
              <a:rPr kumimoji="1" lang="en-US" altLang="zh-CN" sz="3200" b="0" i="1" dirty="0">
                <a:latin typeface="+mn-lt"/>
                <a:ea typeface="黑体" panose="02010609060101010101" pitchFamily="49" charset="-122"/>
              </a:rPr>
              <a:t>p</a:t>
            </a:r>
            <a:r>
              <a:rPr kumimoji="1" lang="en-US" altLang="zh-CN" sz="3200" b="0" dirty="0">
                <a:latin typeface="+mn-lt"/>
                <a:ea typeface="黑体" panose="02010609060101010101" pitchFamily="49" charset="-122"/>
              </a:rPr>
              <a:t>(</a:t>
            </a:r>
            <a:r>
              <a:rPr kumimoji="1" lang="en-US" altLang="zh-CN" sz="3200" b="0" i="1" dirty="0" err="1">
                <a:latin typeface="+mn-lt"/>
                <a:ea typeface="黑体" panose="02010609060101010101" pitchFamily="49" charset="-122"/>
              </a:rPr>
              <a:t>X</a:t>
            </a:r>
            <a:r>
              <a:rPr kumimoji="1" lang="en-US" altLang="zh-CN" sz="3200" b="0" baseline="-30000" dirty="0" err="1">
                <a:latin typeface="+mn-lt"/>
                <a:ea typeface="黑体" panose="02010609060101010101" pitchFamily="49" charset="-122"/>
              </a:rPr>
              <a:t>1</a:t>
            </a:r>
            <a:r>
              <a:rPr kumimoji="1" lang="en-US" altLang="zh-CN" sz="3200" b="0" dirty="0">
                <a:latin typeface="+mn-lt"/>
                <a:ea typeface="黑体" panose="02010609060101010101" pitchFamily="49" charset="-122"/>
              </a:rPr>
              <a:t>)=</a:t>
            </a:r>
            <a:r>
              <a:rPr kumimoji="1" lang="en-US" altLang="zh-CN" sz="3200" b="0" i="1" dirty="0">
                <a:latin typeface="+mn-lt"/>
                <a:ea typeface="黑体" panose="02010609060101010101" pitchFamily="49" charset="-122"/>
              </a:rPr>
              <a:t>p</a:t>
            </a:r>
            <a:r>
              <a:rPr kumimoji="1" lang="en-US" altLang="zh-CN" sz="3200" b="0" dirty="0">
                <a:latin typeface="+mn-lt"/>
                <a:ea typeface="黑体" panose="02010609060101010101" pitchFamily="49" charset="-122"/>
              </a:rPr>
              <a:t>(</a:t>
            </a:r>
            <a:r>
              <a:rPr kumimoji="1" lang="en-US" altLang="zh-CN" sz="3200" b="0" i="1" dirty="0">
                <a:latin typeface="+mn-lt"/>
                <a:ea typeface="黑体" panose="02010609060101010101" pitchFamily="49" charset="-122"/>
              </a:rPr>
              <a:t>X</a:t>
            </a:r>
            <a:r>
              <a:rPr kumimoji="1" lang="en-US" altLang="zh-CN" sz="3200" b="0" i="1" baseline="-25000" dirty="0">
                <a:latin typeface="+mn-lt"/>
                <a:ea typeface="黑体" panose="02010609060101010101" pitchFamily="49" charset="-122"/>
              </a:rPr>
              <a:t>i</a:t>
            </a:r>
            <a:r>
              <a:rPr kumimoji="1" lang="en-US" altLang="zh-CN" sz="3200" b="0" dirty="0">
                <a:latin typeface="+mn-lt"/>
                <a:ea typeface="黑体" panose="02010609060101010101" pitchFamily="49" charset="-122"/>
              </a:rPr>
              <a:t>)</a:t>
            </a:r>
            <a:endParaRPr kumimoji="1" lang="en-US" altLang="zh-CN" sz="3200" b="0" dirty="0">
              <a:latin typeface="+mn-lt"/>
              <a:ea typeface="黑体" panose="02010609060101010101" pitchFamily="49" charset="-122"/>
            </a:endParaRPr>
          </a:p>
          <a:p>
            <a:pPr eaLnBrk="1" hangingPunct="1">
              <a:lnSpc>
                <a:spcPct val="120000"/>
              </a:lnSpc>
              <a:spcBef>
                <a:spcPct val="50000"/>
              </a:spcBef>
            </a:pPr>
            <a:r>
              <a:rPr kumimoji="1" lang="zh-CN" altLang="en-US" sz="3200" b="0" dirty="0">
                <a:latin typeface="宋体" panose="02010600030101010101" pitchFamily="2" charset="-122"/>
              </a:rPr>
              <a:t>则该信源是</a:t>
            </a:r>
            <a:r>
              <a:rPr kumimoji="1" lang="zh-CN" altLang="en-US" sz="3200" b="0" dirty="0">
                <a:solidFill>
                  <a:srgbClr val="0000FF"/>
                </a:solidFill>
                <a:latin typeface="宋体" panose="02010600030101010101" pitchFamily="2" charset="-122"/>
              </a:rPr>
              <a:t>离散平稳无记忆信源</a:t>
            </a:r>
            <a:r>
              <a:rPr kumimoji="1" lang="zh-CN" altLang="en-US" sz="3200" b="0" dirty="0">
                <a:latin typeface="宋体" panose="02010600030101010101" pitchFamily="2" charset="-122"/>
              </a:rPr>
              <a:t>，亦称为</a:t>
            </a:r>
            <a:r>
              <a:rPr kumimoji="1" lang="zh-CN" altLang="en-US" sz="3200" b="0" dirty="0">
                <a:solidFill>
                  <a:schemeClr val="hlink"/>
                </a:solidFill>
                <a:latin typeface="宋体" panose="02010600030101010101" pitchFamily="2" charset="-122"/>
              </a:rPr>
              <a:t>独立同分布</a:t>
            </a:r>
            <a:r>
              <a:rPr kumimoji="1" lang="en-US" altLang="zh-CN" sz="3200" b="0" dirty="0">
                <a:latin typeface="+mn-lt"/>
                <a:ea typeface="黑体" panose="02010609060101010101" pitchFamily="49" charset="-122"/>
              </a:rPr>
              <a:t>(independently identical distribution</a:t>
            </a:r>
            <a:r>
              <a:rPr kumimoji="1" lang="zh-CN" altLang="en-US" sz="3200" b="0" dirty="0">
                <a:latin typeface="+mn-lt"/>
                <a:ea typeface="黑体" panose="02010609060101010101" pitchFamily="49" charset="-122"/>
              </a:rPr>
              <a:t>，</a:t>
            </a:r>
            <a:r>
              <a:rPr kumimoji="1" lang="en-US" altLang="zh-CN" sz="3200" b="0" dirty="0" err="1">
                <a:solidFill>
                  <a:schemeClr val="hlink"/>
                </a:solidFill>
                <a:latin typeface="+mn-lt"/>
                <a:ea typeface="黑体" panose="02010609060101010101" pitchFamily="49" charset="-122"/>
              </a:rPr>
              <a:t>i.i.d</a:t>
            </a:r>
            <a:r>
              <a:rPr kumimoji="1" lang="en-US" altLang="zh-CN" sz="3200" b="0" dirty="0">
                <a:solidFill>
                  <a:schemeClr val="hlink"/>
                </a:solidFill>
                <a:latin typeface="+mn-lt"/>
                <a:ea typeface="黑体" panose="02010609060101010101" pitchFamily="49" charset="-122"/>
              </a:rPr>
              <a:t>.</a:t>
            </a:r>
            <a:r>
              <a:rPr kumimoji="1" lang="en-US" altLang="zh-CN" sz="3200" b="0" dirty="0">
                <a:latin typeface="+mn-lt"/>
                <a:ea typeface="黑体" panose="02010609060101010101" pitchFamily="49" charset="-122"/>
              </a:rPr>
              <a:t>)</a:t>
            </a:r>
            <a:r>
              <a:rPr kumimoji="1" lang="zh-CN" altLang="en-US" sz="3200" b="0" dirty="0">
                <a:latin typeface="宋体" panose="02010600030101010101" pitchFamily="2" charset="-122"/>
              </a:rPr>
              <a:t>信源</a:t>
            </a:r>
            <a:r>
              <a:rPr kumimoji="1" lang="zh-CN" altLang="en-US" sz="3200" b="0" dirty="0">
                <a:latin typeface="黑体" panose="02010609060101010101" pitchFamily="49" charset="-122"/>
                <a:ea typeface="黑体" panose="02010609060101010101" pitchFamily="49" charset="-122"/>
              </a:rPr>
              <a:t>。 </a:t>
            </a:r>
            <a:endParaRPr kumimoji="1" lang="zh-CN" altLang="en-US" sz="3200" b="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2.1</a:t>
            </a:r>
            <a:r>
              <a:rPr lang="zh-CN" altLang="en-US" dirty="0"/>
              <a:t>信源的分类及数学模型</a:t>
            </a:r>
            <a:endParaRPr lang="zh-CN" altLang="en-US" dirty="0"/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 bwMode="auto">
          <a:xfrm>
            <a:off x="1271270" y="990600"/>
            <a:ext cx="10415905" cy="10293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marL="257175" indent="-257175" algn="l" rtl="0" eaLnBrk="0" fontAlgn="base" hangingPunct="0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2800" b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1pPr>
            <a:lvl2pPr marL="557530" indent="-214630" algn="l" rtl="0" eaLnBrk="0" fontAlgn="base" hangingPunct="0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Ø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857250" indent="-171450" algn="l" rtl="0" eaLnBrk="0" fontAlgn="base" hangingPunct="0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200150" indent="-171450" algn="l" rtl="0" eaLnBrk="0" fontAlgn="base" hangingPunct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1543050" indent="-171450" algn="l" rtl="0" eaLnBrk="0" fontAlgn="base" hangingPunct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1500" b="1">
                <a:solidFill>
                  <a:schemeClr val="tx1"/>
                </a:solidFill>
                <a:latin typeface="+mn-lt"/>
                <a:ea typeface="+mn-ea"/>
              </a:defRPr>
            </a:lvl5pPr>
            <a:lvl6pPr marL="1885950" indent="-171450" algn="l" rtl="0" fontAlgn="base">
              <a:lnSpc>
                <a:spcPct val="90000"/>
              </a:lnSpc>
              <a:spcBef>
                <a:spcPct val="20000"/>
              </a:spcBef>
              <a:spcAft>
                <a:spcPct val="2000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1500" b="1">
                <a:solidFill>
                  <a:schemeClr val="tx1"/>
                </a:solidFill>
                <a:latin typeface="+mn-lt"/>
                <a:ea typeface="+mn-ea"/>
              </a:defRPr>
            </a:lvl6pPr>
            <a:lvl7pPr marL="2228850" indent="-171450" algn="l" rtl="0" fontAlgn="base">
              <a:lnSpc>
                <a:spcPct val="90000"/>
              </a:lnSpc>
              <a:spcBef>
                <a:spcPct val="20000"/>
              </a:spcBef>
              <a:spcAft>
                <a:spcPct val="2000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1500" b="1">
                <a:solidFill>
                  <a:schemeClr val="tx1"/>
                </a:solidFill>
                <a:latin typeface="+mn-lt"/>
                <a:ea typeface="+mn-ea"/>
              </a:defRPr>
            </a:lvl7pPr>
            <a:lvl8pPr marL="2571750" indent="-171450" algn="l" rtl="0" fontAlgn="base">
              <a:lnSpc>
                <a:spcPct val="90000"/>
              </a:lnSpc>
              <a:spcBef>
                <a:spcPct val="20000"/>
              </a:spcBef>
              <a:spcAft>
                <a:spcPct val="2000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1500" b="1">
                <a:solidFill>
                  <a:schemeClr val="tx1"/>
                </a:solidFill>
                <a:latin typeface="+mn-lt"/>
                <a:ea typeface="+mn-ea"/>
              </a:defRPr>
            </a:lvl8pPr>
            <a:lvl9pPr marL="2914650" indent="-171450" algn="l" rtl="0" fontAlgn="base">
              <a:lnSpc>
                <a:spcPct val="90000"/>
              </a:lnSpc>
              <a:spcBef>
                <a:spcPct val="20000"/>
              </a:spcBef>
              <a:spcAft>
                <a:spcPct val="2000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1500" b="1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>
              <a:defRPr/>
            </a:pPr>
            <a:r>
              <a:rPr lang="zh-CN" altLang="en-US" sz="3200" b="1" kern="0" dirty="0">
                <a:solidFill>
                  <a:srgbClr val="0000FF"/>
                </a:solidFill>
              </a:rPr>
              <a:t>离散序列信源：</a:t>
            </a:r>
            <a:r>
              <a:rPr lang="zh-CN" altLang="en-US" kern="0" dirty="0"/>
              <a:t>是指信源每次发出一组含</a:t>
            </a:r>
            <a:r>
              <a:rPr lang="en-US" altLang="zh-CN" i="1" kern="0" dirty="0"/>
              <a:t>L</a:t>
            </a:r>
            <a:r>
              <a:rPr lang="zh-CN" altLang="en-US" kern="0" dirty="0"/>
              <a:t>个符号的符号序列代表一个消息。</a:t>
            </a:r>
            <a:endParaRPr lang="zh-CN" altLang="en-US" kern="0" dirty="0">
              <a:solidFill>
                <a:srgbClr val="0000FF"/>
              </a:solidFill>
            </a:endParaRPr>
          </a:p>
        </p:txBody>
      </p:sp>
      <p:graphicFrame>
        <p:nvGraphicFramePr>
          <p:cNvPr id="7" name="Object 4"/>
          <p:cNvGraphicFramePr>
            <a:graphicFrameLocks noChangeAspect="1"/>
          </p:cNvGraphicFramePr>
          <p:nvPr/>
        </p:nvGraphicFramePr>
        <p:xfrm>
          <a:off x="3287395" y="2204085"/>
          <a:ext cx="7122795" cy="116649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78" name="Equation" r:id="rId1" imgW="70713600" imgH="11582400" progId="Equation.DSMT4">
                  <p:embed/>
                </p:oleObj>
              </mc:Choice>
              <mc:Fallback>
                <p:oleObj name="Equation" r:id="rId1" imgW="70713600" imgH="11582400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87395" y="2204085"/>
                        <a:ext cx="7122795" cy="116649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7"/>
          <p:cNvGraphicFramePr>
            <a:graphicFrameLocks noChangeAspect="1"/>
          </p:cNvGraphicFramePr>
          <p:nvPr/>
        </p:nvGraphicFramePr>
        <p:xfrm>
          <a:off x="1083945" y="4549140"/>
          <a:ext cx="10692130" cy="5511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79" name="Equation" r:id="rId3" imgW="106680000" imgH="5486400" progId="Equation.DSMT4">
                  <p:embed/>
                </p:oleObj>
              </mc:Choice>
              <mc:Fallback>
                <p:oleObj name="Equation" r:id="rId3" imgW="106680000" imgH="5486400" progId="Equation.DSMT4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83945" y="4549140"/>
                        <a:ext cx="10692130" cy="55118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9"/>
          <p:cNvGraphicFramePr>
            <a:graphicFrameLocks noChangeAspect="1"/>
          </p:cNvGraphicFramePr>
          <p:nvPr/>
        </p:nvGraphicFramePr>
        <p:xfrm>
          <a:off x="3643630" y="5139690"/>
          <a:ext cx="3658870" cy="558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80" name="Equation" r:id="rId5" imgW="35966400" imgH="5486400" progId="Equation.DSMT4">
                  <p:embed/>
                </p:oleObj>
              </mc:Choice>
              <mc:Fallback>
                <p:oleObj name="Equation" r:id="rId5" imgW="35966400" imgH="5486400" progId="Equation.DSMT4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43630" y="5139690"/>
                        <a:ext cx="3658870" cy="558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5"/>
          <p:cNvGraphicFramePr>
            <a:graphicFrameLocks noChangeAspect="1"/>
          </p:cNvGraphicFramePr>
          <p:nvPr/>
        </p:nvGraphicFramePr>
        <p:xfrm>
          <a:off x="3719830" y="3349625"/>
          <a:ext cx="3886835" cy="74993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81" name="Equation" r:id="rId7" imgW="1320165" imgH="292100" progId="Equation.DSMT4">
                  <p:embed/>
                </p:oleObj>
              </mc:Choice>
              <mc:Fallback>
                <p:oleObj name="Equation" r:id="rId7" imgW="1320165" imgH="292100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19830" y="3349625"/>
                        <a:ext cx="3886835" cy="74993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矩形 2"/>
          <p:cNvSpPr/>
          <p:nvPr/>
        </p:nvSpPr>
        <p:spPr>
          <a:xfrm>
            <a:off x="4364944" y="6133307"/>
            <a:ext cx="4472940" cy="52197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none">
            <a:spAutoFit/>
          </a:bodyPr>
          <a:lstStyle/>
          <a:p>
            <a:r>
              <a:rPr lang="zh-CN" altLang="en-US" sz="2800" kern="0" dirty="0">
                <a:solidFill>
                  <a:srgbClr val="0000FF"/>
                </a:solidFill>
              </a:rPr>
              <a:t>无记忆离散序列的联合概率</a:t>
            </a:r>
            <a:endParaRPr lang="zh-CN" altLang="en-US" sz="2800" kern="0" dirty="0">
              <a:solidFill>
                <a:srgbClr val="0000FF"/>
              </a:solidFill>
            </a:endParaRPr>
          </a:p>
        </p:txBody>
      </p:sp>
      <p:sp>
        <p:nvSpPr>
          <p:cNvPr id="11" name="上箭头 10"/>
          <p:cNvSpPr/>
          <p:nvPr/>
        </p:nvSpPr>
        <p:spPr bwMode="auto">
          <a:xfrm>
            <a:off x="4900563" y="5581651"/>
            <a:ext cx="432048" cy="408781"/>
          </a:xfrm>
          <a:prstGeom prst="upArrow">
            <a:avLst/>
          </a:prstGeom>
          <a:solidFill>
            <a:schemeClr val="accent1"/>
          </a:solidFill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algn="just"/>
            <a:endParaRPr lang="zh-CN" altLang="en-US">
              <a:latin typeface="Times New Roman" panose="02020603050405020304" pitchFamily="18" charset="0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1722342" y="2262355"/>
            <a:ext cx="1440160" cy="830997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zh-CN" altLang="en-US" sz="2400" dirty="0"/>
              <a:t>粗体字体表示向量</a:t>
            </a:r>
            <a:endParaRPr lang="zh-CN" altLang="en-US" sz="2400" dirty="0"/>
          </a:p>
        </p:txBody>
      </p:sp>
      <p:sp>
        <p:nvSpPr>
          <p:cNvPr id="6" name="矩形 5"/>
          <p:cNvSpPr/>
          <p:nvPr/>
        </p:nvSpPr>
        <p:spPr>
          <a:xfrm>
            <a:off x="1459865" y="3949065"/>
            <a:ext cx="2905125" cy="4603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None/>
              <a:defRPr/>
            </a:pPr>
            <a:r>
              <a:rPr lang="zh-CN" altLang="en-US" sz="2400" kern="0" dirty="0">
                <a:solidFill>
                  <a:srgbClr val="0000FF"/>
                </a:solidFill>
              </a:rPr>
              <a:t>联合概率：</a:t>
            </a:r>
            <a:endParaRPr lang="zh-CN" altLang="en-US" sz="2400" kern="0" dirty="0">
              <a:solidFill>
                <a:srgbClr val="0000FF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1" name="直接箭头连接符 20"/>
          <p:cNvCxnSpPr/>
          <p:nvPr/>
        </p:nvCxnSpPr>
        <p:spPr bwMode="auto">
          <a:xfrm flipH="1" flipV="1">
            <a:off x="5232375" y="5304654"/>
            <a:ext cx="472656" cy="718748"/>
          </a:xfrm>
          <a:prstGeom prst="straightConnector1">
            <a:avLst/>
          </a:prstGeom>
          <a:ln>
            <a:headEnd type="none" w="med" len="med"/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2.1</a:t>
            </a:r>
            <a:r>
              <a:rPr lang="zh-CN" altLang="en-US" dirty="0"/>
              <a:t>信源的分类及数学模型</a:t>
            </a:r>
            <a:endParaRPr lang="zh-CN" altLang="en-US" dirty="0"/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 bwMode="auto">
          <a:xfrm>
            <a:off x="801370" y="1062355"/>
            <a:ext cx="11157585" cy="1584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marL="257175" indent="-257175" algn="l" rtl="0" eaLnBrk="0" fontAlgn="base" hangingPunct="0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2800" b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1pPr>
            <a:lvl2pPr marL="557530" indent="-214630" algn="l" rtl="0" eaLnBrk="0" fontAlgn="base" hangingPunct="0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Ø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857250" indent="-171450" algn="l" rtl="0" eaLnBrk="0" fontAlgn="base" hangingPunct="0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200150" indent="-171450" algn="l" rtl="0" eaLnBrk="0" fontAlgn="base" hangingPunct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1543050" indent="-171450" algn="l" rtl="0" eaLnBrk="0" fontAlgn="base" hangingPunct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1500" b="1">
                <a:solidFill>
                  <a:schemeClr val="tx1"/>
                </a:solidFill>
                <a:latin typeface="+mn-lt"/>
                <a:ea typeface="+mn-ea"/>
              </a:defRPr>
            </a:lvl5pPr>
            <a:lvl6pPr marL="1885950" indent="-171450" algn="l" rtl="0" fontAlgn="base">
              <a:lnSpc>
                <a:spcPct val="90000"/>
              </a:lnSpc>
              <a:spcBef>
                <a:spcPct val="20000"/>
              </a:spcBef>
              <a:spcAft>
                <a:spcPct val="2000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1500" b="1">
                <a:solidFill>
                  <a:schemeClr val="tx1"/>
                </a:solidFill>
                <a:latin typeface="+mn-lt"/>
                <a:ea typeface="+mn-ea"/>
              </a:defRPr>
            </a:lvl6pPr>
            <a:lvl7pPr marL="2228850" indent="-171450" algn="l" rtl="0" fontAlgn="base">
              <a:lnSpc>
                <a:spcPct val="90000"/>
              </a:lnSpc>
              <a:spcBef>
                <a:spcPct val="20000"/>
              </a:spcBef>
              <a:spcAft>
                <a:spcPct val="2000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1500" b="1">
                <a:solidFill>
                  <a:schemeClr val="tx1"/>
                </a:solidFill>
                <a:latin typeface="+mn-lt"/>
                <a:ea typeface="+mn-ea"/>
              </a:defRPr>
            </a:lvl7pPr>
            <a:lvl8pPr marL="2571750" indent="-171450" algn="l" rtl="0" fontAlgn="base">
              <a:lnSpc>
                <a:spcPct val="90000"/>
              </a:lnSpc>
              <a:spcBef>
                <a:spcPct val="20000"/>
              </a:spcBef>
              <a:spcAft>
                <a:spcPct val="2000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1500" b="1">
                <a:solidFill>
                  <a:schemeClr val="tx1"/>
                </a:solidFill>
                <a:latin typeface="+mn-lt"/>
                <a:ea typeface="+mn-ea"/>
              </a:defRPr>
            </a:lvl8pPr>
            <a:lvl9pPr marL="2914650" indent="-171450" algn="l" rtl="0" fontAlgn="base">
              <a:lnSpc>
                <a:spcPct val="90000"/>
              </a:lnSpc>
              <a:spcBef>
                <a:spcPct val="20000"/>
              </a:spcBef>
              <a:spcAft>
                <a:spcPct val="2000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1500" b="1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>
              <a:buFont typeface="Wingdings" panose="05000000000000000000" pitchFamily="2" charset="2"/>
              <a:buNone/>
              <a:defRPr/>
            </a:pPr>
            <a:r>
              <a:rPr lang="zh-CN" altLang="en-US" b="1" kern="0" dirty="0">
                <a:solidFill>
                  <a:srgbClr val="C00000"/>
                </a:solidFill>
              </a:rPr>
              <a:t>例</a:t>
            </a:r>
            <a:r>
              <a:rPr lang="en-US" altLang="zh-CN" b="1" kern="0" dirty="0">
                <a:solidFill>
                  <a:srgbClr val="C00000"/>
                </a:solidFill>
              </a:rPr>
              <a:t>4</a:t>
            </a:r>
            <a:r>
              <a:rPr lang="zh-CN" altLang="en-US" b="1" kern="0" dirty="0">
                <a:solidFill>
                  <a:srgbClr val="C00000"/>
                </a:solidFill>
              </a:rPr>
              <a:t>：</a:t>
            </a:r>
            <a:r>
              <a:rPr lang="zh-CN" altLang="en-US" kern="0" dirty="0"/>
              <a:t>布袋中有</a:t>
            </a:r>
            <a:r>
              <a:rPr lang="en-US" altLang="zh-CN" kern="0" dirty="0"/>
              <a:t>100</a:t>
            </a:r>
            <a:r>
              <a:rPr lang="zh-CN" altLang="en-US" kern="0" dirty="0"/>
              <a:t>个球，其中红球</a:t>
            </a:r>
            <a:r>
              <a:rPr lang="en-US" altLang="zh-CN" kern="0" dirty="0"/>
              <a:t>80</a:t>
            </a:r>
            <a:r>
              <a:rPr lang="zh-CN" altLang="en-US" kern="0" dirty="0"/>
              <a:t>个，白球</a:t>
            </a:r>
            <a:r>
              <a:rPr lang="en-US" altLang="zh-CN" kern="0" dirty="0"/>
              <a:t>20</a:t>
            </a:r>
            <a:r>
              <a:rPr lang="zh-CN" altLang="en-US" kern="0" dirty="0"/>
              <a:t>个，若先取出一个球，记下其颜色后</a:t>
            </a:r>
            <a:r>
              <a:rPr lang="zh-CN" altLang="en-US" kern="0" dirty="0">
                <a:solidFill>
                  <a:srgbClr val="0000FF"/>
                </a:solidFill>
              </a:rPr>
              <a:t>放回</a:t>
            </a:r>
            <a:r>
              <a:rPr lang="zh-CN" altLang="en-US" kern="0" dirty="0"/>
              <a:t>布袋，再取出另一个球，两次取出的球的颜色组成消息，试建立其概率空间。</a:t>
            </a:r>
            <a:endParaRPr lang="zh-CN" altLang="en-US" kern="0" dirty="0"/>
          </a:p>
        </p:txBody>
      </p:sp>
      <p:graphicFrame>
        <p:nvGraphicFramePr>
          <p:cNvPr id="9" name="Object 6"/>
          <p:cNvGraphicFramePr>
            <a:graphicFrameLocks noGrp="1" noChangeAspect="1"/>
          </p:cNvGraphicFramePr>
          <p:nvPr>
            <p:ph sz="half" idx="4294967295"/>
          </p:nvPr>
        </p:nvGraphicFramePr>
        <p:xfrm>
          <a:off x="5093866" y="2709049"/>
          <a:ext cx="2692400" cy="9858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86" name="Equation" r:id="rId1" imgW="21640800" imgH="7924800" progId="Equation.DSMT4">
                  <p:embed/>
                </p:oleObj>
              </mc:Choice>
              <mc:Fallback>
                <p:oleObj name="Equation" r:id="rId1" imgW="21640800" imgH="7924800" progId="Equation.DSMT4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93866" y="2709049"/>
                        <a:ext cx="2692400" cy="9858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6"/>
          <p:cNvGraphicFramePr>
            <a:graphicFrameLocks noGrp="1" noChangeAspect="1"/>
          </p:cNvGraphicFramePr>
          <p:nvPr>
            <p:ph sz="half" idx="4294967295"/>
          </p:nvPr>
        </p:nvGraphicFramePr>
        <p:xfrm>
          <a:off x="4809704" y="4429900"/>
          <a:ext cx="4238625" cy="8747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87" name="Equation" r:id="rId3" imgW="38404800" imgH="7924800" progId="Equation.DSMT4">
                  <p:embed/>
                </p:oleObj>
              </mc:Choice>
              <mc:Fallback>
                <p:oleObj name="Equation" r:id="rId3" imgW="38404800" imgH="7924800" progId="Equation.DSMT4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09704" y="4429900"/>
                        <a:ext cx="4238625" cy="8747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左弧形箭头 11"/>
          <p:cNvSpPr/>
          <p:nvPr/>
        </p:nvSpPr>
        <p:spPr bwMode="auto">
          <a:xfrm>
            <a:off x="3288159" y="3202334"/>
            <a:ext cx="432048" cy="1803440"/>
          </a:xfrm>
          <a:prstGeom prst="curvedRightArrow">
            <a:avLst/>
          </a:prstGeom>
          <a:solidFill>
            <a:srgbClr val="B4E8FB"/>
          </a:solidFill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algn="just"/>
            <a:endParaRPr lang="zh-CN" altLang="en-US">
              <a:latin typeface="Times New Roman" panose="02020603050405020304" pitchFamily="18" charset="0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3653868" y="2806571"/>
            <a:ext cx="1224136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2400" dirty="0">
                <a:solidFill>
                  <a:srgbClr val="FF0000"/>
                </a:solidFill>
              </a:rPr>
              <a:t>单符号离散</a:t>
            </a:r>
            <a:endParaRPr lang="en-US" altLang="zh-CN" sz="2400" dirty="0">
              <a:solidFill>
                <a:srgbClr val="FF0000"/>
              </a:solidFill>
            </a:endParaRPr>
          </a:p>
          <a:p>
            <a:pPr algn="ctr"/>
            <a:r>
              <a:rPr lang="zh-CN" altLang="en-US" sz="2400" dirty="0">
                <a:solidFill>
                  <a:srgbClr val="FF0000"/>
                </a:solidFill>
              </a:rPr>
              <a:t>信源</a:t>
            </a:r>
            <a:endParaRPr lang="zh-CN" altLang="en-US" sz="2400" dirty="0">
              <a:solidFill>
                <a:srgbClr val="FF0000"/>
              </a:solidFill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3642581" y="4314259"/>
            <a:ext cx="1152128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2400" dirty="0">
                <a:solidFill>
                  <a:srgbClr val="FF0000"/>
                </a:solidFill>
              </a:rPr>
              <a:t>无记忆</a:t>
            </a:r>
            <a:endParaRPr lang="en-US" altLang="zh-CN" sz="2400" dirty="0">
              <a:solidFill>
                <a:srgbClr val="FF0000"/>
              </a:solidFill>
            </a:endParaRPr>
          </a:p>
          <a:p>
            <a:pPr algn="ctr"/>
            <a:r>
              <a:rPr lang="zh-CN" altLang="en-US" sz="2400" dirty="0">
                <a:solidFill>
                  <a:srgbClr val="FF0000"/>
                </a:solidFill>
              </a:rPr>
              <a:t>离散</a:t>
            </a:r>
            <a:endParaRPr lang="en-US" altLang="zh-CN" sz="2400" dirty="0">
              <a:solidFill>
                <a:srgbClr val="FF0000"/>
              </a:solidFill>
            </a:endParaRPr>
          </a:p>
          <a:p>
            <a:pPr algn="ctr"/>
            <a:r>
              <a:rPr lang="zh-CN" altLang="en-US" sz="2400" dirty="0">
                <a:solidFill>
                  <a:srgbClr val="FF0000"/>
                </a:solidFill>
              </a:rPr>
              <a:t>序列</a:t>
            </a:r>
            <a:endParaRPr lang="en-US" altLang="zh-CN" sz="2400" dirty="0">
              <a:solidFill>
                <a:srgbClr val="FF0000"/>
              </a:solidFill>
            </a:endParaRPr>
          </a:p>
          <a:p>
            <a:pPr algn="ctr"/>
            <a:r>
              <a:rPr lang="zh-CN" altLang="en-US" sz="2400" dirty="0">
                <a:solidFill>
                  <a:srgbClr val="FF0000"/>
                </a:solidFill>
              </a:rPr>
              <a:t>信源</a:t>
            </a:r>
            <a:endParaRPr lang="zh-CN" altLang="en-US" sz="2400" dirty="0">
              <a:solidFill>
                <a:srgbClr val="FF0000"/>
              </a:solidFill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2784104" y="3607014"/>
            <a:ext cx="365709" cy="83099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zh-CN" altLang="en-US" sz="2400" dirty="0">
                <a:solidFill>
                  <a:srgbClr val="FF0000"/>
                </a:solidFill>
              </a:rPr>
              <a:t>扩展</a:t>
            </a:r>
            <a:endParaRPr lang="zh-CN" altLang="en-US" sz="2400" dirty="0">
              <a:solidFill>
                <a:srgbClr val="FF0000"/>
              </a:solidFill>
            </a:endParaRPr>
          </a:p>
        </p:txBody>
      </p:sp>
      <p:sp>
        <p:nvSpPr>
          <p:cNvPr id="19" name="矩形 18"/>
          <p:cNvSpPr/>
          <p:nvPr/>
        </p:nvSpPr>
        <p:spPr>
          <a:xfrm>
            <a:off x="5658458" y="5792570"/>
            <a:ext cx="2767704" cy="46166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zh-CN" altLang="en-US" sz="2400" dirty="0"/>
              <a:t>粗体字体表示向量</a:t>
            </a:r>
            <a:endParaRPr lang="zh-CN" altLang="en-US" sz="24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2.1</a:t>
            </a:r>
            <a:r>
              <a:rPr lang="zh-CN" altLang="en-US" dirty="0"/>
              <a:t>信源的分类及数学模型</a:t>
            </a:r>
            <a:endParaRPr lang="zh-CN" altLang="en-US" dirty="0"/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 bwMode="auto">
          <a:xfrm>
            <a:off x="1991544" y="990600"/>
            <a:ext cx="8447856" cy="5257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marL="257175" indent="-257175" algn="l" rtl="0" eaLnBrk="0" fontAlgn="base" hangingPunct="0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2800" b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1pPr>
            <a:lvl2pPr marL="557530" indent="-214630" algn="l" rtl="0" eaLnBrk="0" fontAlgn="base" hangingPunct="0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Ø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857250" indent="-171450" algn="l" rtl="0" eaLnBrk="0" fontAlgn="base" hangingPunct="0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200150" indent="-171450" algn="l" rtl="0" eaLnBrk="0" fontAlgn="base" hangingPunct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1543050" indent="-171450" algn="l" rtl="0" eaLnBrk="0" fontAlgn="base" hangingPunct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1500" b="1">
                <a:solidFill>
                  <a:schemeClr val="tx1"/>
                </a:solidFill>
                <a:latin typeface="+mn-lt"/>
                <a:ea typeface="+mn-ea"/>
              </a:defRPr>
            </a:lvl5pPr>
            <a:lvl6pPr marL="1885950" indent="-171450" algn="l" rtl="0" fontAlgn="base">
              <a:lnSpc>
                <a:spcPct val="90000"/>
              </a:lnSpc>
              <a:spcBef>
                <a:spcPct val="20000"/>
              </a:spcBef>
              <a:spcAft>
                <a:spcPct val="2000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1500" b="1">
                <a:solidFill>
                  <a:schemeClr val="tx1"/>
                </a:solidFill>
                <a:latin typeface="+mn-lt"/>
                <a:ea typeface="+mn-ea"/>
              </a:defRPr>
            </a:lvl6pPr>
            <a:lvl7pPr marL="2228850" indent="-171450" algn="l" rtl="0" fontAlgn="base">
              <a:lnSpc>
                <a:spcPct val="90000"/>
              </a:lnSpc>
              <a:spcBef>
                <a:spcPct val="20000"/>
              </a:spcBef>
              <a:spcAft>
                <a:spcPct val="2000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1500" b="1">
                <a:solidFill>
                  <a:schemeClr val="tx1"/>
                </a:solidFill>
                <a:latin typeface="+mn-lt"/>
                <a:ea typeface="+mn-ea"/>
              </a:defRPr>
            </a:lvl7pPr>
            <a:lvl8pPr marL="2571750" indent="-171450" algn="l" rtl="0" fontAlgn="base">
              <a:lnSpc>
                <a:spcPct val="90000"/>
              </a:lnSpc>
              <a:spcBef>
                <a:spcPct val="20000"/>
              </a:spcBef>
              <a:spcAft>
                <a:spcPct val="2000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1500" b="1">
                <a:solidFill>
                  <a:schemeClr val="tx1"/>
                </a:solidFill>
                <a:latin typeface="+mn-lt"/>
                <a:ea typeface="+mn-ea"/>
              </a:defRPr>
            </a:lvl8pPr>
            <a:lvl9pPr marL="2914650" indent="-171450" algn="l" rtl="0" fontAlgn="base">
              <a:lnSpc>
                <a:spcPct val="90000"/>
              </a:lnSpc>
              <a:spcBef>
                <a:spcPct val="20000"/>
              </a:spcBef>
              <a:spcAft>
                <a:spcPct val="2000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1500" b="1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>
              <a:buFont typeface="Wingdings" panose="05000000000000000000" pitchFamily="2" charset="2"/>
              <a:buNone/>
              <a:defRPr/>
            </a:pPr>
            <a:r>
              <a:rPr lang="zh-CN" altLang="en-US" kern="0" dirty="0"/>
              <a:t>离散序列信源例子：</a:t>
            </a:r>
            <a:endParaRPr lang="en-US" altLang="zh-CN" kern="0" dirty="0"/>
          </a:p>
          <a:p>
            <a:pPr>
              <a:buFont typeface="Wingdings" panose="05000000000000000000" pitchFamily="2" charset="2"/>
              <a:buNone/>
              <a:defRPr/>
            </a:pPr>
            <a:endParaRPr lang="en-US" altLang="zh-CN" kern="0" dirty="0"/>
          </a:p>
        </p:txBody>
      </p:sp>
      <p:sp>
        <p:nvSpPr>
          <p:cNvPr id="6" name="Rectangle 3"/>
          <p:cNvSpPr txBox="1">
            <a:spLocks noChangeArrowheads="1"/>
          </p:cNvSpPr>
          <p:nvPr/>
        </p:nvSpPr>
        <p:spPr bwMode="auto">
          <a:xfrm>
            <a:off x="1981200" y="1600200"/>
            <a:ext cx="7616190" cy="45262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marL="257175" indent="-257175" algn="l" rtl="0" eaLnBrk="0" fontAlgn="base" hangingPunct="0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2800" b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1pPr>
            <a:lvl2pPr marL="557530" indent="-214630" algn="l" rtl="0" eaLnBrk="0" fontAlgn="base" hangingPunct="0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Ø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857250" indent="-171450" algn="l" rtl="0" eaLnBrk="0" fontAlgn="base" hangingPunct="0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200150" indent="-171450" algn="l" rtl="0" eaLnBrk="0" fontAlgn="base" hangingPunct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1543050" indent="-171450" algn="l" rtl="0" eaLnBrk="0" fontAlgn="base" hangingPunct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1500" b="1">
                <a:solidFill>
                  <a:schemeClr val="tx1"/>
                </a:solidFill>
                <a:latin typeface="+mn-lt"/>
                <a:ea typeface="+mn-ea"/>
              </a:defRPr>
            </a:lvl5pPr>
            <a:lvl6pPr marL="1885950" indent="-171450" algn="l" rtl="0" fontAlgn="base">
              <a:lnSpc>
                <a:spcPct val="90000"/>
              </a:lnSpc>
              <a:spcBef>
                <a:spcPct val="20000"/>
              </a:spcBef>
              <a:spcAft>
                <a:spcPct val="2000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1500" b="1">
                <a:solidFill>
                  <a:schemeClr val="tx1"/>
                </a:solidFill>
                <a:latin typeface="+mn-lt"/>
                <a:ea typeface="+mn-ea"/>
              </a:defRPr>
            </a:lvl6pPr>
            <a:lvl7pPr marL="2228850" indent="-171450" algn="l" rtl="0" fontAlgn="base">
              <a:lnSpc>
                <a:spcPct val="90000"/>
              </a:lnSpc>
              <a:spcBef>
                <a:spcPct val="20000"/>
              </a:spcBef>
              <a:spcAft>
                <a:spcPct val="2000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1500" b="1">
                <a:solidFill>
                  <a:schemeClr val="tx1"/>
                </a:solidFill>
                <a:latin typeface="+mn-lt"/>
                <a:ea typeface="+mn-ea"/>
              </a:defRPr>
            </a:lvl7pPr>
            <a:lvl8pPr marL="2571750" indent="-171450" algn="l" rtl="0" fontAlgn="base">
              <a:lnSpc>
                <a:spcPct val="90000"/>
              </a:lnSpc>
              <a:spcBef>
                <a:spcPct val="20000"/>
              </a:spcBef>
              <a:spcAft>
                <a:spcPct val="2000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1500" b="1">
                <a:solidFill>
                  <a:schemeClr val="tx1"/>
                </a:solidFill>
                <a:latin typeface="+mn-lt"/>
                <a:ea typeface="+mn-ea"/>
              </a:defRPr>
            </a:lvl8pPr>
            <a:lvl9pPr marL="2914650" indent="-171450" algn="l" rtl="0" fontAlgn="base">
              <a:lnSpc>
                <a:spcPct val="90000"/>
              </a:lnSpc>
              <a:spcBef>
                <a:spcPct val="20000"/>
              </a:spcBef>
              <a:spcAft>
                <a:spcPct val="2000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1500" b="1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eaLnBrk="1" hangingPunct="1">
              <a:buFont typeface="Monotype Sorts" pitchFamily="2" charset="2"/>
              <a:buChar char=" "/>
              <a:defRPr/>
            </a:pPr>
            <a:r>
              <a:rPr lang="en-US" altLang="zh-CN" b="1" kern="0" dirty="0">
                <a:solidFill>
                  <a:srgbClr val="0000FF"/>
                </a:solidFill>
              </a:rPr>
              <a:t>3</a:t>
            </a:r>
            <a:r>
              <a:rPr lang="zh-CN" altLang="en-US" b="1" kern="0" dirty="0">
                <a:solidFill>
                  <a:srgbClr val="0000FF"/>
                </a:solidFill>
              </a:rPr>
              <a:t>位</a:t>
            </a:r>
            <a:r>
              <a:rPr lang="en-US" altLang="zh-CN" b="1" kern="0" dirty="0" err="1">
                <a:solidFill>
                  <a:srgbClr val="0000FF"/>
                </a:solidFill>
              </a:rPr>
              <a:t>PCM</a:t>
            </a:r>
            <a:r>
              <a:rPr lang="zh-CN" altLang="en-US" b="1" kern="0" dirty="0" err="1">
                <a:solidFill>
                  <a:srgbClr val="0000FF"/>
                </a:solidFill>
              </a:rPr>
              <a:t>（脉冲编码调制）</a:t>
            </a:r>
            <a:r>
              <a:rPr lang="zh-CN" altLang="en-US" b="1" kern="0" dirty="0">
                <a:solidFill>
                  <a:srgbClr val="0000FF"/>
                </a:solidFill>
              </a:rPr>
              <a:t>信源（无记忆）</a:t>
            </a:r>
            <a:r>
              <a:rPr lang="en-US" altLang="zh-CN" b="1" kern="0" dirty="0">
                <a:solidFill>
                  <a:srgbClr val="0000FF"/>
                </a:solidFill>
              </a:rPr>
              <a:t>:</a:t>
            </a:r>
            <a:endParaRPr lang="zh-CN" altLang="en-US" b="1" kern="0" dirty="0">
              <a:solidFill>
                <a:srgbClr val="0000FF"/>
              </a:solidFill>
            </a:endParaRPr>
          </a:p>
          <a:p>
            <a:pPr eaLnBrk="1" hangingPunct="1">
              <a:buFont typeface="Monotype Sorts" pitchFamily="2" charset="2"/>
              <a:buChar char=" "/>
              <a:defRPr/>
            </a:pPr>
            <a:endParaRPr lang="zh-CN" altLang="en-US" sz="2400" b="1" kern="0" dirty="0"/>
          </a:p>
          <a:p>
            <a:pPr eaLnBrk="1" hangingPunct="1">
              <a:buFont typeface="Monotype Sorts" pitchFamily="2" charset="2"/>
              <a:buChar char=" "/>
              <a:defRPr/>
            </a:pPr>
            <a:endParaRPr lang="zh-CN" altLang="en-US" sz="2400" b="1" kern="0" dirty="0"/>
          </a:p>
          <a:p>
            <a:pPr eaLnBrk="1" hangingPunct="1">
              <a:buFont typeface="Monotype Sorts" pitchFamily="2" charset="2"/>
              <a:buChar char=" "/>
              <a:defRPr/>
            </a:pPr>
            <a:endParaRPr lang="zh-CN" altLang="en-US" sz="2400" b="1" kern="0" dirty="0"/>
          </a:p>
          <a:p>
            <a:pPr eaLnBrk="1" hangingPunct="1">
              <a:buFont typeface="Monotype Sorts" pitchFamily="2" charset="2"/>
              <a:buChar char=" "/>
              <a:defRPr/>
            </a:pPr>
            <a:r>
              <a:rPr lang="zh-CN" altLang="en-US" sz="2400" b="1" kern="0" dirty="0"/>
              <a:t>当</a:t>
            </a:r>
            <a:endParaRPr lang="zh-CN" altLang="en-US" sz="2400" b="1" kern="0" dirty="0"/>
          </a:p>
        </p:txBody>
      </p:sp>
      <p:graphicFrame>
        <p:nvGraphicFramePr>
          <p:cNvPr id="7" name="Object 5"/>
          <p:cNvGraphicFramePr>
            <a:graphicFrameLocks noChangeAspect="1"/>
          </p:cNvGraphicFramePr>
          <p:nvPr/>
        </p:nvGraphicFramePr>
        <p:xfrm>
          <a:off x="3375026" y="4059239"/>
          <a:ext cx="5707063" cy="1193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15" name="Equation" r:id="rId1" imgW="64008000" imgH="13411200" progId="Equation.DSMT4">
                  <p:embed/>
                </p:oleObj>
              </mc:Choice>
              <mc:Fallback>
                <p:oleObj name="Equation" r:id="rId1" imgW="64008000" imgH="13411200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75026" y="4059239"/>
                        <a:ext cx="5707063" cy="1193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6"/>
          <p:cNvGraphicFramePr>
            <a:graphicFrameLocks noChangeAspect="1"/>
          </p:cNvGraphicFramePr>
          <p:nvPr/>
        </p:nvGraphicFramePr>
        <p:xfrm>
          <a:off x="3375026" y="2286001"/>
          <a:ext cx="5707063" cy="10334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16" name="Equation" r:id="rId3" imgW="64008000" imgH="11582400" progId="Equation.DSMT4">
                  <p:embed/>
                </p:oleObj>
              </mc:Choice>
              <mc:Fallback>
                <p:oleObj name="Equation" r:id="rId3" imgW="64008000" imgH="11582400" progId="Equation.DSMT4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75026" y="2286001"/>
                        <a:ext cx="5707063" cy="10334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7"/>
          <p:cNvGraphicFramePr>
            <a:graphicFrameLocks noChangeAspect="1"/>
          </p:cNvGraphicFramePr>
          <p:nvPr/>
        </p:nvGraphicFramePr>
        <p:xfrm>
          <a:off x="2714626" y="3533776"/>
          <a:ext cx="1900237" cy="495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17" name="Equation" r:id="rId5" imgW="21031200" imgH="5486400" progId="Equation.DSMT4">
                  <p:embed/>
                </p:oleObj>
              </mc:Choice>
              <mc:Fallback>
                <p:oleObj name="Equation" r:id="rId5" imgW="21031200" imgH="5486400" progId="Equation.DSMT4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14626" y="3533776"/>
                        <a:ext cx="1900237" cy="495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矩形 9"/>
          <p:cNvSpPr/>
          <p:nvPr/>
        </p:nvSpPr>
        <p:spPr>
          <a:xfrm>
            <a:off x="5369955" y="6007696"/>
            <a:ext cx="2767704" cy="46166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zh-CN" altLang="en-US" sz="2400" dirty="0"/>
              <a:t>粗体字体表示向量</a:t>
            </a:r>
            <a:endParaRPr lang="zh-CN" altLang="en-US" sz="24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2.1</a:t>
            </a:r>
            <a:r>
              <a:rPr lang="zh-CN" altLang="en-US" dirty="0"/>
              <a:t>信源的分类及数学模型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sz="3200" b="1" dirty="0">
                <a:solidFill>
                  <a:srgbClr val="0000FF"/>
                </a:solidFill>
              </a:rPr>
              <a:t>离散有记忆序列信源</a:t>
            </a:r>
            <a:endParaRPr lang="en-US" altLang="zh-CN" sz="3200" b="1" dirty="0">
              <a:solidFill>
                <a:srgbClr val="0000FF"/>
              </a:solidFill>
            </a:endParaRPr>
          </a:p>
          <a:p>
            <a:pPr marL="0" indent="0" eaLnBrk="1" hangingPunct="1">
              <a:buNone/>
              <a:defRPr/>
            </a:pPr>
            <a:r>
              <a:rPr lang="en-US" altLang="zh-CN" sz="3200" b="1" dirty="0"/>
              <a:t>	</a:t>
            </a:r>
            <a:r>
              <a:rPr lang="zh-CN" altLang="en-US" b="1" dirty="0"/>
              <a:t>当信源输出的随机矢量中</a:t>
            </a:r>
            <a:r>
              <a:rPr lang="zh-CN" altLang="en-US" b="1" dirty="0">
                <a:solidFill>
                  <a:schemeClr val="hlink"/>
                </a:solidFill>
              </a:rPr>
              <a:t>各个分量之间不相互独立</a:t>
            </a:r>
            <a:r>
              <a:rPr lang="zh-CN" altLang="en-US" b="1" dirty="0"/>
              <a:t>而可以是任意相关的</a:t>
            </a:r>
            <a:r>
              <a:rPr lang="en-US" altLang="zh-CN" b="1" dirty="0"/>
              <a:t>,</a:t>
            </a:r>
            <a:r>
              <a:rPr lang="zh-CN" altLang="en-US" b="1" dirty="0"/>
              <a:t>则称此类信源为有记忆信源。</a:t>
            </a:r>
            <a:endParaRPr lang="zh-CN" altLang="en-US" dirty="0"/>
          </a:p>
          <a:p>
            <a:pPr eaLnBrk="1" hangingPunct="1">
              <a:lnSpc>
                <a:spcPct val="120000"/>
              </a:lnSpc>
              <a:buFont typeface="Monotype Sorts" pitchFamily="2" charset="2"/>
              <a:buChar char="u"/>
              <a:defRPr/>
            </a:pPr>
            <a:r>
              <a:rPr lang="zh-CN" altLang="en-US" dirty="0"/>
              <a:t>布袋摸球实验，每次取出两个球，由两个球的颜色组成的消息就是符号序列。</a:t>
            </a:r>
            <a:endParaRPr lang="zh-CN" altLang="en-US" dirty="0"/>
          </a:p>
          <a:p>
            <a:pPr eaLnBrk="1" hangingPunct="1">
              <a:lnSpc>
                <a:spcPct val="120000"/>
              </a:lnSpc>
              <a:buFont typeface="Monotype Sorts" pitchFamily="2" charset="2"/>
              <a:buChar char="u"/>
              <a:defRPr/>
            </a:pPr>
            <a:r>
              <a:rPr lang="zh-CN" altLang="en-US" dirty="0"/>
              <a:t>若先取出一个球，记下颜色</a:t>
            </a:r>
            <a:r>
              <a:rPr lang="zh-CN" altLang="en-US" dirty="0">
                <a:solidFill>
                  <a:schemeClr val="hlink"/>
                </a:solidFill>
              </a:rPr>
              <a:t>不放回布袋</a:t>
            </a:r>
            <a:r>
              <a:rPr lang="zh-CN" altLang="en-US" dirty="0"/>
              <a:t>，再取第二个球。</a:t>
            </a:r>
            <a:endParaRPr lang="zh-CN" altLang="en-US" dirty="0"/>
          </a:p>
          <a:p>
            <a:endParaRPr lang="zh-CN" altLang="en-US" dirty="0"/>
          </a:p>
        </p:txBody>
      </p:sp>
      <p:graphicFrame>
        <p:nvGraphicFramePr>
          <p:cNvPr id="5" name="Object 3"/>
          <p:cNvGraphicFramePr>
            <a:graphicFrameLocks noChangeAspect="1"/>
          </p:cNvGraphicFramePr>
          <p:nvPr/>
        </p:nvGraphicFramePr>
        <p:xfrm>
          <a:off x="1056005" y="5949315"/>
          <a:ext cx="10762615" cy="66484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25" name="Equation" r:id="rId1" imgW="88392000" imgH="5486400" progId="Equation.DSMT4">
                  <p:embed/>
                </p:oleObj>
              </mc:Choice>
              <mc:Fallback>
                <p:oleObj name="Equation" r:id="rId1" imgW="88392000" imgH="5486400" progId="Equation.DSMT4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56005" y="5949315"/>
                        <a:ext cx="10762615" cy="66484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4" name="图片 3"/>
          <p:cNvPicPr/>
          <p:nvPr/>
        </p:nvPicPr>
        <p:blipFill>
          <a:blip r:embed="rId3"/>
        </p:blipFill>
        <p:spPr>
          <a:xfrm>
            <a:off x="2279650" y="4220845"/>
            <a:ext cx="6374130" cy="155892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6350" y="-6350"/>
            <a:ext cx="12204700" cy="68707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6350" y="-6350"/>
            <a:ext cx="12204700" cy="68707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2"/>
          <p:cNvSpPr txBox="1">
            <a:spLocks noChangeArrowheads="1"/>
          </p:cNvSpPr>
          <p:nvPr/>
        </p:nvSpPr>
        <p:spPr bwMode="auto">
          <a:xfrm>
            <a:off x="2063552" y="1124744"/>
            <a:ext cx="6800602" cy="38164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marL="257175" indent="-257175" algn="l" rtl="0" eaLnBrk="0" fontAlgn="base" hangingPunct="0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2800" b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1pPr>
            <a:lvl2pPr marL="557530" indent="-214630" algn="l" rtl="0" eaLnBrk="0" fontAlgn="base" hangingPunct="0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Ø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857250" indent="-171450" algn="l" rtl="0" eaLnBrk="0" fontAlgn="base" hangingPunct="0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200150" indent="-171450" algn="l" rtl="0" eaLnBrk="0" fontAlgn="base" hangingPunct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1543050" indent="-171450" algn="l" rtl="0" eaLnBrk="0" fontAlgn="base" hangingPunct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1500" b="1">
                <a:solidFill>
                  <a:schemeClr val="tx1"/>
                </a:solidFill>
                <a:latin typeface="+mn-lt"/>
                <a:ea typeface="+mn-ea"/>
              </a:defRPr>
            </a:lvl5pPr>
            <a:lvl6pPr marL="1885950" indent="-171450" algn="l" rtl="0" fontAlgn="base">
              <a:lnSpc>
                <a:spcPct val="90000"/>
              </a:lnSpc>
              <a:spcBef>
                <a:spcPct val="20000"/>
              </a:spcBef>
              <a:spcAft>
                <a:spcPct val="2000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1500" b="1">
                <a:solidFill>
                  <a:schemeClr val="tx1"/>
                </a:solidFill>
                <a:latin typeface="+mn-lt"/>
                <a:ea typeface="+mn-ea"/>
              </a:defRPr>
            </a:lvl6pPr>
            <a:lvl7pPr marL="2228850" indent="-171450" algn="l" rtl="0" fontAlgn="base">
              <a:lnSpc>
                <a:spcPct val="90000"/>
              </a:lnSpc>
              <a:spcBef>
                <a:spcPct val="20000"/>
              </a:spcBef>
              <a:spcAft>
                <a:spcPct val="2000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1500" b="1">
                <a:solidFill>
                  <a:schemeClr val="tx1"/>
                </a:solidFill>
                <a:latin typeface="+mn-lt"/>
                <a:ea typeface="+mn-ea"/>
              </a:defRPr>
            </a:lvl7pPr>
            <a:lvl8pPr marL="2571750" indent="-171450" algn="l" rtl="0" fontAlgn="base">
              <a:lnSpc>
                <a:spcPct val="90000"/>
              </a:lnSpc>
              <a:spcBef>
                <a:spcPct val="20000"/>
              </a:spcBef>
              <a:spcAft>
                <a:spcPct val="2000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1500" b="1">
                <a:solidFill>
                  <a:schemeClr val="tx1"/>
                </a:solidFill>
                <a:latin typeface="+mn-lt"/>
                <a:ea typeface="+mn-ea"/>
              </a:defRPr>
            </a:lvl8pPr>
            <a:lvl9pPr marL="2914650" indent="-171450" algn="l" rtl="0" fontAlgn="base">
              <a:lnSpc>
                <a:spcPct val="90000"/>
              </a:lnSpc>
              <a:spcBef>
                <a:spcPct val="20000"/>
              </a:spcBef>
              <a:spcAft>
                <a:spcPct val="2000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1500" b="1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 eaLnBrk="1" hangingPunct="1">
              <a:buNone/>
              <a:defRPr/>
            </a:pPr>
            <a:r>
              <a:rPr lang="zh-CN" altLang="en-US" sz="4000" b="1" kern="0" dirty="0">
                <a:solidFill>
                  <a:srgbClr val="0000FF"/>
                </a:solidFill>
              </a:rPr>
              <a:t>连续信源</a:t>
            </a:r>
            <a:endParaRPr lang="zh-CN" altLang="en-US" sz="4000" b="1" kern="0" dirty="0">
              <a:solidFill>
                <a:srgbClr val="0000FF"/>
              </a:solidFill>
            </a:endParaRPr>
          </a:p>
          <a:p>
            <a:pPr eaLnBrk="1" hangingPunct="1">
              <a:buFont typeface="Wingdings" panose="05000000000000000000" pitchFamily="2" charset="2"/>
              <a:buChar char="u"/>
              <a:defRPr/>
            </a:pPr>
            <a:r>
              <a:rPr lang="zh-CN" altLang="en-US" sz="3600" b="1" kern="0" dirty="0"/>
              <a:t>连续平稳信源</a:t>
            </a:r>
            <a:endParaRPr lang="zh-CN" altLang="en-US" sz="3600" b="1" kern="0" dirty="0"/>
          </a:p>
          <a:p>
            <a:pPr lvl="1" eaLnBrk="1" hangingPunct="1">
              <a:buFontTx/>
              <a:buNone/>
              <a:defRPr/>
            </a:pPr>
            <a:r>
              <a:rPr lang="en-US" altLang="zh-CN" sz="3600" kern="0" dirty="0"/>
              <a:t>——</a:t>
            </a:r>
            <a:r>
              <a:rPr lang="zh-CN" altLang="en-US" sz="3600" kern="0" dirty="0"/>
              <a:t>时间离散，幅度连续</a:t>
            </a:r>
            <a:endParaRPr lang="zh-CN" altLang="en-US" sz="3600" kern="0" dirty="0"/>
          </a:p>
          <a:p>
            <a:pPr eaLnBrk="1" hangingPunct="1">
              <a:buFont typeface="Wingdings" panose="05000000000000000000" pitchFamily="2" charset="2"/>
              <a:buChar char="u"/>
              <a:defRPr/>
            </a:pPr>
            <a:r>
              <a:rPr lang="zh-CN" altLang="en-US" sz="3600" b="1" kern="0" dirty="0"/>
              <a:t>随机波形信源</a:t>
            </a:r>
            <a:endParaRPr lang="zh-CN" altLang="en-US" sz="3600" b="1" kern="0" dirty="0"/>
          </a:p>
          <a:p>
            <a:pPr lvl="1" eaLnBrk="1" hangingPunct="1">
              <a:buFontTx/>
              <a:buNone/>
              <a:defRPr/>
            </a:pPr>
            <a:r>
              <a:rPr lang="en-US" altLang="zh-CN" sz="3600" kern="0" dirty="0"/>
              <a:t>——</a:t>
            </a:r>
            <a:r>
              <a:rPr lang="zh-CN" altLang="en-US" sz="3600" kern="0" dirty="0"/>
              <a:t>时间、幅度均连续</a:t>
            </a:r>
            <a:endParaRPr lang="zh-CN" altLang="en-US" sz="3600" kern="0" dirty="0"/>
          </a:p>
        </p:txBody>
      </p:sp>
      <p:sp>
        <p:nvSpPr>
          <p:cNvPr id="7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2.1</a:t>
            </a:r>
            <a:r>
              <a:rPr lang="zh-CN" altLang="en-US" dirty="0"/>
              <a:t>信源的分类及数学模型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2.1</a:t>
            </a:r>
            <a:r>
              <a:rPr lang="zh-CN" altLang="en-US" dirty="0"/>
              <a:t>信源的分类及数学模型</a:t>
            </a:r>
            <a:endParaRPr lang="zh-CN" altLang="en-US" dirty="0"/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 bwMode="auto">
          <a:xfrm>
            <a:off x="1991544" y="1135496"/>
            <a:ext cx="8229600" cy="4929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marL="257175" indent="-257175" algn="l" rtl="0" eaLnBrk="0" fontAlgn="base" hangingPunct="0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2800" b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1pPr>
            <a:lvl2pPr marL="557530" indent="-214630" algn="l" rtl="0" eaLnBrk="0" fontAlgn="base" hangingPunct="0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Ø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857250" indent="-171450" algn="l" rtl="0" eaLnBrk="0" fontAlgn="base" hangingPunct="0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200150" indent="-171450" algn="l" rtl="0" eaLnBrk="0" fontAlgn="base" hangingPunct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1543050" indent="-171450" algn="l" rtl="0" eaLnBrk="0" fontAlgn="base" hangingPunct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1500" b="1">
                <a:solidFill>
                  <a:schemeClr val="tx1"/>
                </a:solidFill>
                <a:latin typeface="+mn-lt"/>
                <a:ea typeface="+mn-ea"/>
              </a:defRPr>
            </a:lvl5pPr>
            <a:lvl6pPr marL="1885950" indent="-171450" algn="l" rtl="0" fontAlgn="base">
              <a:lnSpc>
                <a:spcPct val="90000"/>
              </a:lnSpc>
              <a:spcBef>
                <a:spcPct val="20000"/>
              </a:spcBef>
              <a:spcAft>
                <a:spcPct val="2000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1500" b="1">
                <a:solidFill>
                  <a:schemeClr val="tx1"/>
                </a:solidFill>
                <a:latin typeface="+mn-lt"/>
                <a:ea typeface="+mn-ea"/>
              </a:defRPr>
            </a:lvl6pPr>
            <a:lvl7pPr marL="2228850" indent="-171450" algn="l" rtl="0" fontAlgn="base">
              <a:lnSpc>
                <a:spcPct val="90000"/>
              </a:lnSpc>
              <a:spcBef>
                <a:spcPct val="20000"/>
              </a:spcBef>
              <a:spcAft>
                <a:spcPct val="2000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1500" b="1">
                <a:solidFill>
                  <a:schemeClr val="tx1"/>
                </a:solidFill>
                <a:latin typeface="+mn-lt"/>
                <a:ea typeface="+mn-ea"/>
              </a:defRPr>
            </a:lvl7pPr>
            <a:lvl8pPr marL="2571750" indent="-171450" algn="l" rtl="0" fontAlgn="base">
              <a:lnSpc>
                <a:spcPct val="90000"/>
              </a:lnSpc>
              <a:spcBef>
                <a:spcPct val="20000"/>
              </a:spcBef>
              <a:spcAft>
                <a:spcPct val="2000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1500" b="1">
                <a:solidFill>
                  <a:schemeClr val="tx1"/>
                </a:solidFill>
                <a:latin typeface="+mn-lt"/>
                <a:ea typeface="+mn-ea"/>
              </a:defRPr>
            </a:lvl8pPr>
            <a:lvl9pPr marL="2914650" indent="-171450" algn="l" rtl="0" fontAlgn="base">
              <a:lnSpc>
                <a:spcPct val="90000"/>
              </a:lnSpc>
              <a:spcBef>
                <a:spcPct val="20000"/>
              </a:spcBef>
              <a:spcAft>
                <a:spcPct val="2000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1500" b="1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algn="l" eaLnBrk="1" hangingPunct="1">
              <a:lnSpc>
                <a:spcPct val="150000"/>
              </a:lnSpc>
              <a:defRPr/>
            </a:pPr>
            <a:r>
              <a:rPr lang="zh-CN" altLang="en-US" b="1" kern="0" dirty="0">
                <a:solidFill>
                  <a:srgbClr val="0000FF"/>
                </a:solidFill>
                <a:sym typeface="+mn-ea"/>
              </a:rPr>
              <a:t>连续平稳信源</a:t>
            </a:r>
            <a:endParaRPr lang="zh-CN" altLang="en-US" b="1" kern="0" dirty="0">
              <a:solidFill>
                <a:srgbClr val="0000FF"/>
              </a:solidFill>
            </a:endParaRPr>
          </a:p>
          <a:p>
            <a:pPr eaLnBrk="1" hangingPunct="1">
              <a:lnSpc>
                <a:spcPct val="115000"/>
              </a:lnSpc>
              <a:defRPr/>
            </a:pPr>
            <a:r>
              <a:rPr lang="en-US" altLang="zh-CN" kern="0" dirty="0"/>
              <a:t>N</a:t>
            </a:r>
            <a:r>
              <a:rPr lang="zh-CN" altLang="en-US" kern="0" dirty="0"/>
              <a:t>维随机矢量</a:t>
            </a:r>
            <a:r>
              <a:rPr lang="en-US" altLang="zh-CN" b="1" i="1" kern="0" dirty="0"/>
              <a:t>X</a:t>
            </a:r>
            <a:r>
              <a:rPr lang="en-US" altLang="zh-CN" kern="0" dirty="0"/>
              <a:t>=(</a:t>
            </a:r>
            <a:r>
              <a:rPr lang="en-US" altLang="zh-CN" i="1" kern="0" dirty="0" err="1"/>
              <a:t>X</a:t>
            </a:r>
            <a:r>
              <a:rPr lang="en-US" altLang="zh-CN" kern="0" baseline="-25000" dirty="0" err="1"/>
              <a:t>1</a:t>
            </a:r>
            <a:r>
              <a:rPr lang="en-US" altLang="zh-CN" kern="0" dirty="0" err="1"/>
              <a:t>,</a:t>
            </a:r>
            <a:r>
              <a:rPr lang="en-US" altLang="zh-CN" i="1" kern="0" dirty="0" err="1"/>
              <a:t>X</a:t>
            </a:r>
            <a:r>
              <a:rPr lang="en-US" altLang="zh-CN" kern="0" baseline="-25000" dirty="0" err="1"/>
              <a:t>2</a:t>
            </a:r>
            <a:r>
              <a:rPr lang="en-US" altLang="zh-CN" kern="0" dirty="0"/>
              <a:t>,…,</a:t>
            </a:r>
            <a:r>
              <a:rPr lang="en-US" altLang="zh-CN" i="1" kern="0" dirty="0" err="1"/>
              <a:t>X</a:t>
            </a:r>
            <a:r>
              <a:rPr lang="en-US" altLang="zh-CN" kern="0" baseline="-25000" dirty="0" err="1"/>
              <a:t>N</a:t>
            </a:r>
            <a:r>
              <a:rPr lang="en-US" altLang="zh-CN" kern="0" dirty="0"/>
              <a:t>)</a:t>
            </a:r>
            <a:r>
              <a:rPr lang="zh-CN" altLang="en-US" kern="0" dirty="0"/>
              <a:t>，每个随机分量</a:t>
            </a:r>
            <a:r>
              <a:rPr lang="en-US" altLang="zh-CN" i="1" kern="0" dirty="0"/>
              <a:t>X</a:t>
            </a:r>
            <a:r>
              <a:rPr lang="en-US" altLang="zh-CN" i="1" kern="0" baseline="-25000" dirty="0"/>
              <a:t>i</a:t>
            </a:r>
            <a:r>
              <a:rPr lang="zh-CN" altLang="en-US" kern="0" dirty="0"/>
              <a:t>都是取值连续的连续型随机变量，且满足随机矢量</a:t>
            </a:r>
            <a:r>
              <a:rPr lang="en-US" altLang="zh-CN" b="1" i="1" kern="0" dirty="0"/>
              <a:t>X</a:t>
            </a:r>
            <a:r>
              <a:rPr lang="zh-CN" altLang="en-US" kern="0" dirty="0"/>
              <a:t>的各维概率密度函数与时间起点无关</a:t>
            </a:r>
            <a:endParaRPr lang="zh-CN" altLang="en-US" kern="0" dirty="0"/>
          </a:p>
          <a:p>
            <a:pPr eaLnBrk="1" hangingPunct="1">
              <a:lnSpc>
                <a:spcPct val="115000"/>
              </a:lnSpc>
              <a:buFontTx/>
              <a:buNone/>
              <a:defRPr/>
            </a:pPr>
            <a:r>
              <a:rPr lang="zh-CN" altLang="en-US" sz="3200" kern="0" dirty="0"/>
              <a:t>     </a:t>
            </a:r>
            <a:r>
              <a:rPr lang="en-US" altLang="zh-CN" sz="3200" i="1" kern="0" dirty="0" err="1"/>
              <a:t>p</a:t>
            </a:r>
            <a:r>
              <a:rPr lang="en-US" altLang="zh-CN" sz="3200" i="1" kern="0" baseline="-25000" dirty="0" err="1"/>
              <a:t>X</a:t>
            </a:r>
            <a:r>
              <a:rPr lang="en-US" altLang="zh-CN" sz="3200" kern="0" dirty="0"/>
              <a:t>(</a:t>
            </a:r>
            <a:r>
              <a:rPr lang="en-US" altLang="zh-CN" sz="3200" b="1" i="1" kern="0" dirty="0"/>
              <a:t>x</a:t>
            </a:r>
            <a:r>
              <a:rPr lang="en-US" altLang="zh-CN" sz="3200" kern="0" dirty="0"/>
              <a:t>)=</a:t>
            </a:r>
            <a:r>
              <a:rPr lang="en-US" altLang="zh-CN" sz="3200" i="1" kern="0" dirty="0" err="1"/>
              <a:t>p</a:t>
            </a:r>
            <a:r>
              <a:rPr lang="en-US" altLang="zh-CN" sz="3200" i="1" kern="0" baseline="-25000" dirty="0" err="1"/>
              <a:t>X</a:t>
            </a:r>
            <a:r>
              <a:rPr lang="en-US" altLang="zh-CN" sz="3200" kern="0" dirty="0"/>
              <a:t>(</a:t>
            </a:r>
            <a:r>
              <a:rPr lang="en-US" altLang="zh-CN" sz="3200" i="1" kern="0" dirty="0" err="1"/>
              <a:t>x</a:t>
            </a:r>
            <a:r>
              <a:rPr lang="en-US" altLang="zh-CN" sz="3200" kern="0" baseline="-25000" dirty="0" err="1"/>
              <a:t>1</a:t>
            </a:r>
            <a:r>
              <a:rPr lang="en-US" altLang="zh-CN" sz="3200" kern="0" dirty="0" err="1"/>
              <a:t>,</a:t>
            </a:r>
            <a:r>
              <a:rPr lang="en-US" altLang="zh-CN" sz="3200" i="1" kern="0" dirty="0" err="1"/>
              <a:t>x</a:t>
            </a:r>
            <a:r>
              <a:rPr lang="en-US" altLang="zh-CN" sz="3200" kern="0" baseline="-25000" dirty="0" err="1"/>
              <a:t>2</a:t>
            </a:r>
            <a:r>
              <a:rPr lang="en-US" altLang="zh-CN" sz="3200" kern="0" dirty="0"/>
              <a:t>,…,</a:t>
            </a:r>
            <a:r>
              <a:rPr lang="en-US" altLang="zh-CN" sz="3200" i="1" kern="0" dirty="0" err="1"/>
              <a:t>x</a:t>
            </a:r>
            <a:r>
              <a:rPr lang="en-US" altLang="zh-CN" sz="3200" i="1" kern="0" baseline="-25000" dirty="0" err="1"/>
              <a:t>N</a:t>
            </a:r>
            <a:r>
              <a:rPr lang="en-US" altLang="zh-CN" sz="3200" kern="0" dirty="0"/>
              <a:t>)</a:t>
            </a:r>
            <a:endParaRPr lang="en-US" altLang="zh-CN" sz="3200" kern="0" dirty="0"/>
          </a:p>
          <a:p>
            <a:pPr eaLnBrk="1" hangingPunct="1">
              <a:lnSpc>
                <a:spcPct val="115000"/>
              </a:lnSpc>
              <a:buFontTx/>
              <a:buNone/>
              <a:defRPr/>
            </a:pPr>
            <a:r>
              <a:rPr lang="en-US" altLang="zh-CN" sz="3200" kern="0" dirty="0"/>
              <a:t>                                         </a:t>
            </a:r>
            <a:r>
              <a:rPr lang="zh-CN" altLang="en-US" sz="3200" kern="0" dirty="0"/>
              <a:t>（</a:t>
            </a:r>
            <a:r>
              <a:rPr lang="zh-CN" altLang="en-US" kern="0" dirty="0"/>
              <a:t>无记忆）</a:t>
            </a:r>
            <a:endParaRPr lang="zh-CN" altLang="en-US" sz="3200" kern="0" dirty="0"/>
          </a:p>
          <a:p>
            <a:pPr eaLnBrk="1" hangingPunct="1">
              <a:lnSpc>
                <a:spcPct val="115000"/>
              </a:lnSpc>
              <a:buFontTx/>
              <a:buNone/>
              <a:defRPr/>
            </a:pPr>
            <a:r>
              <a:rPr lang="zh-CN" altLang="en-US" sz="3200" kern="0" dirty="0"/>
              <a:t> </a:t>
            </a:r>
            <a:endParaRPr lang="zh-CN" altLang="en-US" sz="3200" kern="0" dirty="0"/>
          </a:p>
          <a:p>
            <a:pPr eaLnBrk="1" hangingPunct="1">
              <a:lnSpc>
                <a:spcPct val="115000"/>
              </a:lnSpc>
              <a:buFontTx/>
              <a:buNone/>
              <a:defRPr/>
            </a:pPr>
            <a:r>
              <a:rPr lang="zh-CN" altLang="en-US" sz="3200" kern="0" dirty="0"/>
              <a:t>                                         （</a:t>
            </a:r>
            <a:r>
              <a:rPr lang="en-US" altLang="zh-CN" sz="3200" kern="0" dirty="0" err="1"/>
              <a:t>i.i.d</a:t>
            </a:r>
            <a:r>
              <a:rPr lang="en-US" altLang="zh-CN" sz="3200" kern="0" dirty="0"/>
              <a:t>.</a:t>
            </a:r>
            <a:r>
              <a:rPr lang="zh-CN" altLang="en-US" sz="3200" kern="0" dirty="0"/>
              <a:t>）</a:t>
            </a:r>
            <a:r>
              <a:rPr lang="zh-CN" altLang="en-US" kern="0" dirty="0"/>
              <a:t>   </a:t>
            </a:r>
            <a:endParaRPr lang="zh-CN" altLang="en-US" kern="0" dirty="0"/>
          </a:p>
        </p:txBody>
      </p:sp>
      <p:graphicFrame>
        <p:nvGraphicFramePr>
          <p:cNvPr id="6" name="Object 4"/>
          <p:cNvGraphicFramePr>
            <a:graphicFrameLocks noChangeAspect="1"/>
          </p:cNvGraphicFramePr>
          <p:nvPr/>
        </p:nvGraphicFramePr>
        <p:xfrm>
          <a:off x="3359825" y="4004822"/>
          <a:ext cx="1728192" cy="9102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56" name="Equation" r:id="rId1" imgW="17373600" imgH="9144000" progId="Equation.DSMT4">
                  <p:embed/>
                </p:oleObj>
              </mc:Choice>
              <mc:Fallback>
                <p:oleObj name="Equation" r:id="rId1" imgW="17373600" imgH="9144000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59825" y="4004822"/>
                        <a:ext cx="1728192" cy="9102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5"/>
          <p:cNvGraphicFramePr>
            <a:graphicFrameLocks noChangeAspect="1"/>
          </p:cNvGraphicFramePr>
          <p:nvPr/>
        </p:nvGraphicFramePr>
        <p:xfrm>
          <a:off x="3359825" y="5157250"/>
          <a:ext cx="1800200" cy="70913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57" name="Equation" r:id="rId3" imgW="17068800" imgH="6705600" progId="Equation.DSMT4">
                  <p:embed/>
                </p:oleObj>
              </mc:Choice>
              <mc:Fallback>
                <p:oleObj name="Equation" r:id="rId3" imgW="17068800" imgH="6705600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59825" y="5157250"/>
                        <a:ext cx="1800200" cy="70913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952500" y="908050"/>
            <a:ext cx="10749280" cy="5302250"/>
          </a:xfrm>
        </p:spPr>
        <p:txBody>
          <a:bodyPr/>
          <a:lstStyle/>
          <a:p>
            <a:pPr eaLnBrk="1" hangingPunct="1">
              <a:lnSpc>
                <a:spcPct val="150000"/>
              </a:lnSpc>
              <a:defRPr/>
            </a:pPr>
            <a:r>
              <a:rPr lang="zh-CN" altLang="en-US" sz="3200" b="1" dirty="0">
                <a:solidFill>
                  <a:srgbClr val="0000FF"/>
                </a:solidFill>
              </a:rPr>
              <a:t>随机波形信源</a:t>
            </a:r>
            <a:endParaRPr lang="en-US" altLang="zh-CN" sz="3200" b="1" dirty="0">
              <a:solidFill>
                <a:srgbClr val="0000FF"/>
              </a:solidFill>
            </a:endParaRPr>
          </a:p>
          <a:p>
            <a:pPr lvl="1" eaLnBrk="1" hangingPunct="1">
              <a:lnSpc>
                <a:spcPct val="150000"/>
              </a:lnSpc>
              <a:defRPr/>
            </a:pPr>
            <a:r>
              <a:rPr lang="zh-CN" altLang="en-US" sz="2800" dirty="0"/>
              <a:t>某时刻的取值是随机的，用</a:t>
            </a:r>
            <a:r>
              <a:rPr lang="zh-CN" altLang="en-US" sz="2800" dirty="0">
                <a:solidFill>
                  <a:srgbClr val="FF0000"/>
                </a:solidFill>
              </a:rPr>
              <a:t>随机过程</a:t>
            </a:r>
            <a:r>
              <a:rPr lang="en-US" altLang="zh-CN" sz="2800" dirty="0">
                <a:solidFill>
                  <a:srgbClr val="FF0000"/>
                </a:solidFill>
              </a:rPr>
              <a:t>{</a:t>
            </a:r>
            <a:r>
              <a:rPr lang="en-US" altLang="zh-CN" sz="2800" i="1" dirty="0">
                <a:solidFill>
                  <a:srgbClr val="FF0000"/>
                </a:solidFill>
              </a:rPr>
              <a:t>x</a:t>
            </a:r>
            <a:r>
              <a:rPr lang="en-US" altLang="zh-CN" sz="2800" dirty="0">
                <a:solidFill>
                  <a:srgbClr val="FF0000"/>
                </a:solidFill>
              </a:rPr>
              <a:t>(</a:t>
            </a:r>
            <a:r>
              <a:rPr lang="en-US" altLang="zh-CN" sz="2800" i="1" dirty="0">
                <a:solidFill>
                  <a:srgbClr val="FF0000"/>
                </a:solidFill>
              </a:rPr>
              <a:t>t</a:t>
            </a:r>
            <a:r>
              <a:rPr lang="en-US" altLang="zh-CN" sz="2800" dirty="0">
                <a:solidFill>
                  <a:srgbClr val="FF0000"/>
                </a:solidFill>
              </a:rPr>
              <a:t>)}</a:t>
            </a:r>
            <a:r>
              <a:rPr lang="zh-CN" altLang="en-US" sz="2800" dirty="0"/>
              <a:t>来描述 </a:t>
            </a:r>
            <a:endParaRPr lang="zh-CN" altLang="en-US" sz="2800" dirty="0"/>
          </a:p>
          <a:p>
            <a:pPr lvl="1" eaLnBrk="1" hangingPunct="1">
              <a:lnSpc>
                <a:spcPct val="150000"/>
              </a:lnSpc>
              <a:defRPr/>
            </a:pPr>
            <a:r>
              <a:rPr lang="zh-CN" altLang="en-US" sz="2800" dirty="0"/>
              <a:t>就统计特性而言，随机过程可分为</a:t>
            </a:r>
            <a:r>
              <a:rPr lang="zh-CN" altLang="en-US" sz="2800" dirty="0">
                <a:solidFill>
                  <a:srgbClr val="FF0000"/>
                </a:solidFill>
              </a:rPr>
              <a:t>平稳</a:t>
            </a:r>
            <a:r>
              <a:rPr lang="zh-CN" altLang="en-US" sz="2800" dirty="0"/>
              <a:t>随机过程和</a:t>
            </a:r>
            <a:r>
              <a:rPr lang="zh-CN" altLang="en-US" sz="2800" dirty="0">
                <a:solidFill>
                  <a:srgbClr val="FF0000"/>
                </a:solidFill>
              </a:rPr>
              <a:t>非平稳</a:t>
            </a:r>
            <a:r>
              <a:rPr lang="zh-CN" altLang="en-US" sz="2800" dirty="0"/>
              <a:t>随机过程两大类，最常见的平稳随机过程为遍历过程。</a:t>
            </a:r>
            <a:endParaRPr lang="zh-CN" altLang="en-US" sz="2800" dirty="0"/>
          </a:p>
          <a:p>
            <a:pPr lvl="1" eaLnBrk="1" hangingPunct="1">
              <a:lnSpc>
                <a:spcPct val="150000"/>
              </a:lnSpc>
              <a:defRPr/>
            </a:pPr>
            <a:r>
              <a:rPr lang="zh-CN" altLang="en-US" sz="2800" dirty="0"/>
              <a:t>一般认为，</a:t>
            </a:r>
            <a:r>
              <a:rPr lang="zh-CN" altLang="en-US" sz="2800" b="1" dirty="0">
                <a:solidFill>
                  <a:srgbClr val="0070C0"/>
                </a:solidFill>
              </a:rPr>
              <a:t>通信系统中的信号都是平稳遍历的随机过程</a:t>
            </a:r>
            <a:r>
              <a:rPr lang="zh-CN" altLang="en-US" sz="2800" dirty="0"/>
              <a:t>。虽然受衰落现象干扰的无线电信号属于非平稳随机过程，但在正常通信条件下，都可近似当作</a:t>
            </a:r>
            <a:r>
              <a:rPr lang="zh-CN" altLang="en-US" sz="2800" b="1" dirty="0">
                <a:solidFill>
                  <a:srgbClr val="0070C0"/>
                </a:solidFill>
              </a:rPr>
              <a:t>平稳随机过程</a:t>
            </a:r>
            <a:r>
              <a:rPr lang="zh-CN" altLang="en-US" sz="2800" dirty="0"/>
              <a:t>处理。</a:t>
            </a:r>
            <a:endParaRPr lang="zh-CN" altLang="en-US" sz="2800" dirty="0"/>
          </a:p>
          <a:p>
            <a:pPr lvl="1" eaLnBrk="1" hangingPunct="1">
              <a:lnSpc>
                <a:spcPct val="150000"/>
              </a:lnSpc>
              <a:defRPr/>
            </a:pPr>
            <a:r>
              <a:rPr lang="zh-CN" altLang="en-US" sz="2800" dirty="0"/>
              <a:t>一般用</a:t>
            </a:r>
            <a:r>
              <a:rPr lang="zh-CN" altLang="en-US" sz="2800" dirty="0">
                <a:solidFill>
                  <a:srgbClr val="FF0000"/>
                </a:solidFill>
              </a:rPr>
              <a:t>平稳遍历</a:t>
            </a:r>
            <a:r>
              <a:rPr lang="zh-CN" altLang="en-US" sz="2800" dirty="0"/>
              <a:t>的随机过程来描述随机波形信源的输出。 </a:t>
            </a:r>
            <a:endParaRPr lang="zh-CN" altLang="en-US" sz="2800" dirty="0"/>
          </a:p>
          <a:p>
            <a:pPr>
              <a:lnSpc>
                <a:spcPct val="150000"/>
              </a:lnSpc>
            </a:pPr>
            <a:endParaRPr lang="zh-CN" altLang="en-US" sz="2800" dirty="0"/>
          </a:p>
        </p:txBody>
      </p:sp>
      <p:sp>
        <p:nvSpPr>
          <p:cNvPr id="5" name="标题 1"/>
          <p:cNvSpPr>
            <a:spLocks noGrp="1"/>
          </p:cNvSpPr>
          <p:nvPr>
            <p:ph type="title"/>
          </p:nvPr>
        </p:nvSpPr>
        <p:spPr>
          <a:xfrm>
            <a:off x="2391742" y="188641"/>
            <a:ext cx="7232650" cy="617537"/>
          </a:xfrm>
        </p:spPr>
        <p:txBody>
          <a:bodyPr/>
          <a:lstStyle/>
          <a:p>
            <a:r>
              <a:rPr lang="en-US" altLang="zh-CN" dirty="0"/>
              <a:t>2.1</a:t>
            </a:r>
            <a:r>
              <a:rPr lang="zh-CN" altLang="en-US" dirty="0"/>
              <a:t>信源的分类及数学模型</a:t>
            </a:r>
            <a:endParaRPr lang="zh-CN" altLang="en-US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07670" y="1052830"/>
            <a:ext cx="11456035" cy="5013325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zh-CN" altLang="en-US" sz="3200" b="1" dirty="0">
                <a:solidFill>
                  <a:srgbClr val="0000FF"/>
                </a:solidFill>
              </a:rPr>
              <a:t>随机波形信源</a:t>
            </a:r>
            <a:endParaRPr lang="en-US" altLang="zh-CN" sz="3200" b="1" dirty="0">
              <a:solidFill>
                <a:srgbClr val="0000FF"/>
              </a:solidFill>
            </a:endParaRPr>
          </a:p>
          <a:p>
            <a:pPr eaLnBrk="1" hangingPunct="1">
              <a:lnSpc>
                <a:spcPct val="150000"/>
              </a:lnSpc>
              <a:buNone/>
              <a:defRPr/>
            </a:pPr>
            <a:r>
              <a:rPr lang="zh-CN" altLang="en-US" dirty="0"/>
              <a:t>   </a:t>
            </a:r>
            <a:r>
              <a:rPr lang="zh-CN" altLang="en-US" sz="2800" dirty="0"/>
              <a:t>用采样定理将波形信号转换成多维连续的信号</a:t>
            </a:r>
            <a:endParaRPr lang="en-US" altLang="zh-CN" sz="2800" dirty="0"/>
          </a:p>
          <a:p>
            <a:pPr eaLnBrk="1" hangingPunct="1">
              <a:lnSpc>
                <a:spcPct val="150000"/>
              </a:lnSpc>
              <a:defRPr/>
            </a:pPr>
            <a:r>
              <a:rPr lang="zh-CN" altLang="en-US" sz="2800" dirty="0"/>
              <a:t>时域采样：频带受限</a:t>
            </a:r>
            <a:r>
              <a:rPr lang="en-US" altLang="zh-CN" sz="2800" i="1" dirty="0" err="1"/>
              <a:t>f</a:t>
            </a:r>
            <a:r>
              <a:rPr lang="en-US" altLang="zh-CN" sz="2800" i="1" baseline="-25000" dirty="0" err="1"/>
              <a:t>m</a:t>
            </a:r>
            <a:r>
              <a:rPr lang="zh-CN" altLang="en-US" sz="2800" dirty="0"/>
              <a:t>的时间连续函数</a:t>
            </a:r>
            <a:r>
              <a:rPr lang="en-US" altLang="zh-CN" sz="2800" i="1" dirty="0"/>
              <a:t>f</a:t>
            </a:r>
            <a:r>
              <a:rPr lang="en-US" altLang="zh-CN" sz="2800" dirty="0"/>
              <a:t>(</a:t>
            </a:r>
            <a:r>
              <a:rPr lang="en-US" altLang="zh-CN" sz="2800" i="1" dirty="0"/>
              <a:t>t</a:t>
            </a:r>
            <a:r>
              <a:rPr lang="en-US" altLang="zh-CN" sz="2800" dirty="0"/>
              <a:t>)</a:t>
            </a:r>
            <a:r>
              <a:rPr lang="zh-CN" altLang="en-US" sz="2800" dirty="0"/>
              <a:t>，不失真采样频率</a:t>
            </a:r>
            <a:r>
              <a:rPr lang="en-US" altLang="zh-CN" sz="2800" i="1" dirty="0"/>
              <a:t>f</a:t>
            </a:r>
            <a:r>
              <a:rPr lang="en-US" altLang="zh-CN" sz="2800" i="1" baseline="-25000" dirty="0"/>
              <a:t>s</a:t>
            </a:r>
            <a:r>
              <a:rPr lang="en-US" altLang="zh-CN" sz="2800" dirty="0"/>
              <a:t> </a:t>
            </a:r>
            <a:r>
              <a:rPr lang="en-US" altLang="zh-CN" sz="2800" dirty="0">
                <a:sym typeface="Symbol" panose="05050102010706020507" pitchFamily="18" charset="2"/>
              </a:rPr>
              <a:t></a:t>
            </a:r>
            <a:r>
              <a:rPr lang="en-US" altLang="zh-CN" sz="2800" dirty="0"/>
              <a:t> </a:t>
            </a:r>
            <a:r>
              <a:rPr lang="en-US" altLang="zh-CN" sz="2800" dirty="0" err="1"/>
              <a:t>2</a:t>
            </a:r>
            <a:r>
              <a:rPr lang="en-US" altLang="zh-CN" sz="2800" i="1" dirty="0" err="1"/>
              <a:t>f</a:t>
            </a:r>
            <a:r>
              <a:rPr lang="en-US" altLang="zh-CN" sz="2800" i="1" baseline="-25000" dirty="0" err="1"/>
              <a:t>m</a:t>
            </a:r>
            <a:r>
              <a:rPr lang="zh-CN" altLang="en-US" sz="2800" dirty="0"/>
              <a:t>，若时间上受限</a:t>
            </a:r>
            <a:r>
              <a:rPr lang="en-US" altLang="zh-CN" sz="2800" dirty="0"/>
              <a:t>0</a:t>
            </a:r>
            <a:r>
              <a:rPr lang="en-US" altLang="zh-CN" sz="2800" dirty="0">
                <a:sym typeface="Symbol" panose="05050102010706020507" pitchFamily="18" charset="2"/>
              </a:rPr>
              <a:t></a:t>
            </a:r>
            <a:r>
              <a:rPr lang="en-US" altLang="zh-CN" sz="2800" dirty="0"/>
              <a:t> </a:t>
            </a:r>
            <a:r>
              <a:rPr lang="en-US" altLang="zh-CN" sz="2800" i="1" dirty="0"/>
              <a:t>t</a:t>
            </a:r>
            <a:r>
              <a:rPr lang="en-US" altLang="zh-CN" sz="2800" dirty="0"/>
              <a:t> </a:t>
            </a:r>
            <a:r>
              <a:rPr lang="en-US" altLang="zh-CN" sz="2800" dirty="0">
                <a:sym typeface="Symbol" panose="05050102010706020507" pitchFamily="18" charset="2"/>
              </a:rPr>
              <a:t></a:t>
            </a:r>
            <a:r>
              <a:rPr lang="en-US" altLang="zh-CN" sz="2800" dirty="0"/>
              <a:t> </a:t>
            </a:r>
            <a:r>
              <a:rPr lang="en-US" altLang="zh-CN" sz="2800" i="1" dirty="0" err="1"/>
              <a:t>t</a:t>
            </a:r>
            <a:r>
              <a:rPr lang="en-US" altLang="zh-CN" sz="2800" i="1" baseline="-25000" dirty="0" err="1"/>
              <a:t>B</a:t>
            </a:r>
            <a:r>
              <a:rPr lang="zh-CN" altLang="en-US" sz="2800" dirty="0"/>
              <a:t>，采样点数为</a:t>
            </a:r>
            <a:r>
              <a:rPr lang="en-US" altLang="zh-CN" sz="2800" i="1" dirty="0" err="1"/>
              <a:t>t</a:t>
            </a:r>
            <a:r>
              <a:rPr lang="en-US" altLang="zh-CN" sz="2800" i="1" baseline="-25000" dirty="0" err="1"/>
              <a:t>B</a:t>
            </a:r>
            <a:r>
              <a:rPr lang="en-US" altLang="zh-CN" sz="2800" dirty="0">
                <a:sym typeface="Symbol" panose="05050102010706020507" pitchFamily="18" charset="2"/>
              </a:rPr>
              <a:t></a:t>
            </a:r>
            <a:r>
              <a:rPr lang="en-US" altLang="zh-CN" sz="2800" dirty="0"/>
              <a:t>(1/</a:t>
            </a:r>
            <a:r>
              <a:rPr lang="en-US" altLang="zh-CN" sz="2800" dirty="0" err="1"/>
              <a:t>2</a:t>
            </a:r>
            <a:r>
              <a:rPr lang="en-US" altLang="zh-CN" sz="2800" i="1" dirty="0" err="1"/>
              <a:t>f</a:t>
            </a:r>
            <a:r>
              <a:rPr lang="en-US" altLang="zh-CN" sz="2800" i="1" baseline="-25000" dirty="0" err="1"/>
              <a:t>m</a:t>
            </a:r>
            <a:r>
              <a:rPr lang="en-US" altLang="zh-CN" sz="2800" dirty="0"/>
              <a:t>)</a:t>
            </a:r>
            <a:r>
              <a:rPr lang="zh-CN" altLang="en-US" sz="2800" dirty="0"/>
              <a:t>＝</a:t>
            </a:r>
            <a:r>
              <a:rPr lang="en-US" altLang="zh-CN" sz="2800" dirty="0" err="1"/>
              <a:t>2</a:t>
            </a:r>
            <a:r>
              <a:rPr lang="en-US" altLang="zh-CN" sz="2800" i="1" dirty="0" err="1"/>
              <a:t>f</a:t>
            </a:r>
            <a:r>
              <a:rPr lang="en-US" altLang="zh-CN" sz="2800" i="1" baseline="-25000" dirty="0" err="1"/>
              <a:t>m</a:t>
            </a:r>
            <a:r>
              <a:rPr lang="en-US" altLang="zh-CN" sz="2800" i="1" dirty="0" err="1"/>
              <a:t>t</a:t>
            </a:r>
            <a:r>
              <a:rPr lang="en-US" altLang="zh-CN" sz="2800" i="1" baseline="-25000" dirty="0" err="1"/>
              <a:t>B</a:t>
            </a:r>
            <a:r>
              <a:rPr lang="zh-CN" altLang="en-US" sz="2800" dirty="0"/>
              <a:t>。可见，频率受限</a:t>
            </a:r>
            <a:r>
              <a:rPr lang="en-US" altLang="zh-CN" sz="2800" i="1" dirty="0" err="1"/>
              <a:t>f</a:t>
            </a:r>
            <a:r>
              <a:rPr lang="en-US" altLang="zh-CN" sz="2800" i="1" baseline="-25000" dirty="0" err="1"/>
              <a:t>m</a:t>
            </a:r>
            <a:r>
              <a:rPr lang="zh-CN" altLang="en-US" sz="2800" dirty="0"/>
              <a:t>、时间受限</a:t>
            </a:r>
            <a:r>
              <a:rPr lang="en-US" altLang="zh-CN" sz="2800" i="1" dirty="0" err="1"/>
              <a:t>t</a:t>
            </a:r>
            <a:r>
              <a:rPr lang="en-US" altLang="zh-CN" sz="2800" i="1" baseline="-25000" dirty="0" err="1"/>
              <a:t>B</a:t>
            </a:r>
            <a:r>
              <a:rPr lang="zh-CN" altLang="en-US" sz="2800" dirty="0"/>
              <a:t>的任何时间连续函数，完全可以由</a:t>
            </a:r>
            <a:r>
              <a:rPr lang="en-US" altLang="zh-CN" sz="2800" dirty="0" err="1"/>
              <a:t>2</a:t>
            </a:r>
            <a:r>
              <a:rPr lang="en-US" altLang="zh-CN" sz="2800" i="1" dirty="0" err="1"/>
              <a:t>f</a:t>
            </a:r>
            <a:r>
              <a:rPr lang="en-US" altLang="zh-CN" sz="2800" i="1" baseline="-25000" dirty="0" err="1"/>
              <a:t>m</a:t>
            </a:r>
            <a:r>
              <a:rPr lang="en-US" altLang="zh-CN" sz="2800" i="1" dirty="0" err="1"/>
              <a:t>t</a:t>
            </a:r>
            <a:r>
              <a:rPr lang="en-US" altLang="zh-CN" sz="2800" i="1" baseline="-25000" dirty="0" err="1"/>
              <a:t>B</a:t>
            </a:r>
            <a:r>
              <a:rPr lang="zh-CN" altLang="en-US" sz="2800" dirty="0"/>
              <a:t>个采样值来描述。</a:t>
            </a:r>
            <a:endParaRPr lang="en-US" altLang="zh-CN" sz="2800" dirty="0"/>
          </a:p>
          <a:p>
            <a:pPr eaLnBrk="1" hangingPunct="1">
              <a:lnSpc>
                <a:spcPct val="150000"/>
              </a:lnSpc>
              <a:defRPr/>
            </a:pPr>
            <a:r>
              <a:rPr lang="zh-CN" altLang="en-US" sz="2800" dirty="0"/>
              <a:t>频域采样：时间受限于</a:t>
            </a:r>
            <a:r>
              <a:rPr lang="en-US" altLang="zh-CN" sz="2800" i="1" dirty="0" err="1"/>
              <a:t>t</a:t>
            </a:r>
            <a:r>
              <a:rPr lang="en-US" altLang="zh-CN" sz="2800" i="1" baseline="-25000" dirty="0" err="1"/>
              <a:t>B</a:t>
            </a:r>
            <a:r>
              <a:rPr lang="zh-CN" altLang="en-US" sz="2800" dirty="0"/>
              <a:t>的频域连续函数，在</a:t>
            </a:r>
            <a:r>
              <a:rPr lang="en-US" altLang="zh-CN" sz="2800" dirty="0"/>
              <a:t>0</a:t>
            </a:r>
            <a:r>
              <a:rPr lang="zh-CN" altLang="en-US" sz="2800" dirty="0"/>
              <a:t>～</a:t>
            </a:r>
            <a:r>
              <a:rPr lang="en-US" altLang="zh-CN" sz="2800" dirty="0"/>
              <a:t>2</a:t>
            </a:r>
            <a:r>
              <a:rPr lang="en-US" altLang="zh-CN" sz="2800" dirty="0">
                <a:sym typeface="Symbol" panose="05050102010706020507" pitchFamily="18" charset="2"/>
              </a:rPr>
              <a:t></a:t>
            </a:r>
            <a:r>
              <a:rPr lang="zh-CN" altLang="en-US" sz="2800" dirty="0"/>
              <a:t>的数字频域上要采</a:t>
            </a:r>
            <a:r>
              <a:rPr lang="en-US" altLang="zh-CN" sz="2800" i="1" dirty="0"/>
              <a:t>L</a:t>
            </a:r>
            <a:r>
              <a:rPr lang="zh-CN" altLang="en-US" sz="2800" dirty="0"/>
              <a:t>点的条件是时域延拓周期</a:t>
            </a:r>
            <a:r>
              <a:rPr lang="en-US" altLang="zh-CN" sz="2800" i="1" dirty="0"/>
              <a:t>LT</a:t>
            </a:r>
            <a:r>
              <a:rPr lang="en-US" altLang="zh-CN" sz="2800" dirty="0"/>
              <a:t> </a:t>
            </a:r>
            <a:r>
              <a:rPr lang="en-US" altLang="zh-CN" sz="2800" dirty="0">
                <a:sym typeface="Symbol" panose="05050102010706020507" pitchFamily="18" charset="2"/>
              </a:rPr>
              <a:t></a:t>
            </a:r>
            <a:r>
              <a:rPr lang="en-US" altLang="zh-CN" sz="2800" dirty="0"/>
              <a:t> </a:t>
            </a:r>
            <a:r>
              <a:rPr lang="en-US" altLang="zh-CN" sz="2800" i="1" dirty="0" err="1"/>
              <a:t>t</a:t>
            </a:r>
            <a:r>
              <a:rPr lang="en-US" altLang="zh-CN" sz="2800" i="1" baseline="-25000" dirty="0" err="1"/>
              <a:t>B</a:t>
            </a:r>
            <a:r>
              <a:rPr lang="zh-CN" altLang="en-US" sz="2800" dirty="0"/>
              <a:t>，若频率受限</a:t>
            </a:r>
            <a:r>
              <a:rPr lang="en-US" altLang="zh-CN" sz="2800" i="1" dirty="0" err="1"/>
              <a:t>f</a:t>
            </a:r>
            <a:r>
              <a:rPr lang="en-US" altLang="zh-CN" sz="2800" i="1" baseline="-25000" dirty="0" err="1"/>
              <a:t>m</a:t>
            </a:r>
            <a:r>
              <a:rPr lang="zh-CN" altLang="en-US" sz="2800" dirty="0"/>
              <a:t>，则采样点数</a:t>
            </a:r>
            <a:r>
              <a:rPr lang="en-US" altLang="zh-CN" sz="2800" i="1" dirty="0"/>
              <a:t>L</a:t>
            </a:r>
            <a:r>
              <a:rPr lang="en-US" altLang="zh-CN" sz="2800" dirty="0"/>
              <a:t> </a:t>
            </a:r>
            <a:r>
              <a:rPr lang="en-US" altLang="zh-CN" sz="2800" dirty="0">
                <a:sym typeface="Symbol" panose="05050102010706020507" pitchFamily="18" charset="2"/>
              </a:rPr>
              <a:t></a:t>
            </a:r>
            <a:r>
              <a:rPr lang="en-US" altLang="zh-CN" sz="2800" dirty="0"/>
              <a:t> </a:t>
            </a:r>
            <a:r>
              <a:rPr lang="en-US" altLang="zh-CN" sz="2800" i="1" dirty="0" err="1"/>
              <a:t>t</a:t>
            </a:r>
            <a:r>
              <a:rPr lang="en-US" altLang="zh-CN" sz="2800" i="1" baseline="-25000" dirty="0" err="1"/>
              <a:t>B</a:t>
            </a:r>
            <a:r>
              <a:rPr lang="en-US" altLang="zh-CN" sz="2800" dirty="0"/>
              <a:t>/</a:t>
            </a:r>
            <a:r>
              <a:rPr lang="en-US" altLang="zh-CN" sz="2800" i="1" dirty="0"/>
              <a:t>T</a:t>
            </a:r>
            <a:r>
              <a:rPr lang="zh-CN" altLang="en-US" sz="2800" dirty="0"/>
              <a:t>＝</a:t>
            </a:r>
            <a:r>
              <a:rPr lang="en-US" altLang="zh-CN" sz="2800" i="1" dirty="0" err="1"/>
              <a:t>t</a:t>
            </a:r>
            <a:r>
              <a:rPr lang="en-US" altLang="zh-CN" sz="2800" i="1" baseline="-25000" dirty="0" err="1"/>
              <a:t>B</a:t>
            </a:r>
            <a:r>
              <a:rPr lang="en-US" altLang="zh-CN" sz="2800" i="1" dirty="0" err="1"/>
              <a:t>f</a:t>
            </a:r>
            <a:r>
              <a:rPr lang="en-US" altLang="zh-CN" sz="2800" i="1" baseline="-25000" dirty="0" err="1"/>
              <a:t>s</a:t>
            </a:r>
            <a:r>
              <a:rPr lang="en-US" altLang="zh-CN" sz="2800" dirty="0"/>
              <a:t> </a:t>
            </a:r>
            <a:r>
              <a:rPr lang="en-US" altLang="zh-CN" sz="2800" dirty="0">
                <a:sym typeface="Symbol" panose="05050102010706020507" pitchFamily="18" charset="2"/>
              </a:rPr>
              <a:t></a:t>
            </a:r>
            <a:r>
              <a:rPr lang="en-US" altLang="zh-CN" sz="2800" dirty="0"/>
              <a:t> 2</a:t>
            </a:r>
            <a:r>
              <a:rPr lang="en-US" altLang="zh-CN" sz="2800" i="1" dirty="0"/>
              <a:t>f</a:t>
            </a:r>
            <a:r>
              <a:rPr lang="en-US" altLang="zh-CN" sz="2800" i="1" baseline="-25000" dirty="0"/>
              <a:t>m</a:t>
            </a:r>
            <a:r>
              <a:rPr lang="en-US" altLang="zh-CN" sz="2800" i="1" dirty="0"/>
              <a:t>t</a:t>
            </a:r>
            <a:r>
              <a:rPr lang="en-US" altLang="zh-CN" sz="2800" i="1" baseline="-25000" dirty="0"/>
              <a:t>B</a:t>
            </a:r>
            <a:r>
              <a:rPr lang="zh-CN" altLang="en-US" sz="2800" dirty="0"/>
              <a:t>。</a:t>
            </a:r>
            <a:endParaRPr lang="zh-CN" altLang="en-US" sz="2800" dirty="0"/>
          </a:p>
          <a:p>
            <a:pPr marL="0" indent="0" eaLnBrk="1" hangingPunct="1">
              <a:lnSpc>
                <a:spcPct val="150000"/>
              </a:lnSpc>
              <a:buNone/>
              <a:defRPr/>
            </a:pPr>
            <a:endParaRPr lang="zh-CN" altLang="en-US" sz="2800" dirty="0">
              <a:solidFill>
                <a:srgbClr val="0000FF"/>
              </a:solidFill>
            </a:endParaRPr>
          </a:p>
        </p:txBody>
      </p:sp>
      <p:sp>
        <p:nvSpPr>
          <p:cNvPr id="5" name="标题 1"/>
          <p:cNvSpPr>
            <a:spLocks noGrp="1"/>
          </p:cNvSpPr>
          <p:nvPr>
            <p:ph type="title"/>
          </p:nvPr>
        </p:nvSpPr>
        <p:spPr>
          <a:xfrm>
            <a:off x="2391742" y="188641"/>
            <a:ext cx="7232650" cy="617537"/>
          </a:xfrm>
        </p:spPr>
        <p:txBody>
          <a:bodyPr/>
          <a:lstStyle/>
          <a:p>
            <a:r>
              <a:rPr lang="en-US" altLang="zh-CN" dirty="0"/>
              <a:t>2.1</a:t>
            </a:r>
            <a:r>
              <a:rPr lang="zh-CN" altLang="en-US" dirty="0"/>
              <a:t>信源的分类及数学模型</a:t>
            </a:r>
            <a:endParaRPr lang="zh-CN" altLang="en-US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pPr algn="ctr"/>
            <a:r>
              <a:rPr lang="en-US" altLang="zh-CN" dirty="0">
                <a:sym typeface="+mn-ea"/>
              </a:rPr>
              <a:t>2.1</a:t>
            </a:r>
            <a:r>
              <a:rPr lang="zh-CN" altLang="en-US" dirty="0">
                <a:sym typeface="+mn-ea"/>
              </a:rPr>
              <a:t>信源的分类及数学模型</a:t>
            </a:r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6350" y="-6350"/>
            <a:ext cx="12204700" cy="687070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主要内容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063552" y="1556792"/>
            <a:ext cx="7128792" cy="4365476"/>
          </a:xfrm>
        </p:spPr>
        <p:txBody>
          <a:bodyPr/>
          <a:lstStyle/>
          <a:p>
            <a:pPr marL="0" indent="0" eaLnBrk="1" hangingPunct="1">
              <a:buNone/>
              <a:defRPr/>
            </a:pPr>
            <a:r>
              <a:rPr lang="en-US" altLang="zh-CN" dirty="0">
                <a:solidFill>
                  <a:schemeClr val="bg1">
                    <a:lumMod val="95000"/>
                  </a:schemeClr>
                </a:solidFill>
              </a:rPr>
              <a:t>2.1  </a:t>
            </a:r>
            <a:r>
              <a:rPr lang="zh-CN" altLang="en-US" dirty="0">
                <a:solidFill>
                  <a:schemeClr val="bg1">
                    <a:lumMod val="95000"/>
                  </a:schemeClr>
                </a:solidFill>
              </a:rPr>
              <a:t>信源的分类及数学模型</a:t>
            </a:r>
            <a:endParaRPr lang="zh-CN" altLang="en-US" dirty="0">
              <a:solidFill>
                <a:schemeClr val="bg1">
                  <a:lumMod val="95000"/>
                </a:schemeClr>
              </a:solidFill>
            </a:endParaRPr>
          </a:p>
          <a:p>
            <a:pPr marL="0" indent="0" eaLnBrk="1" hangingPunct="1">
              <a:buNone/>
              <a:defRPr/>
            </a:pPr>
            <a:r>
              <a:rPr lang="en-US" altLang="zh-CN" dirty="0"/>
              <a:t>2.2  </a:t>
            </a:r>
            <a:r>
              <a:rPr lang="zh-CN" altLang="en-US" dirty="0"/>
              <a:t>信源</a:t>
            </a:r>
            <a:r>
              <a:rPr lang="zh-CN" altLang="en-US" dirty="0"/>
              <a:t>的信息</a:t>
            </a:r>
            <a:r>
              <a:rPr lang="zh-CN" altLang="en-US" dirty="0">
                <a:sym typeface="+mn-ea"/>
              </a:rPr>
              <a:t>熵</a:t>
            </a:r>
            <a:endParaRPr lang="en-US" altLang="zh-CN" dirty="0"/>
          </a:p>
          <a:p>
            <a:pPr marL="0" indent="0" eaLnBrk="1" hangingPunct="1">
              <a:buNone/>
              <a:defRPr/>
            </a:pPr>
            <a:r>
              <a:rPr lang="en-US" altLang="zh-CN" dirty="0">
                <a:solidFill>
                  <a:schemeClr val="bg1">
                    <a:lumMod val="95000"/>
                  </a:schemeClr>
                </a:solidFill>
              </a:rPr>
              <a:t>2.3  </a:t>
            </a:r>
            <a:r>
              <a:rPr lang="zh-CN" altLang="en-US" dirty="0">
                <a:solidFill>
                  <a:schemeClr val="bg1">
                    <a:lumMod val="95000"/>
                  </a:schemeClr>
                </a:solidFill>
              </a:rPr>
              <a:t>熵的基本性质</a:t>
            </a:r>
            <a:endParaRPr lang="zh-CN" altLang="en-US" dirty="0">
              <a:solidFill>
                <a:schemeClr val="bg1">
                  <a:lumMod val="95000"/>
                </a:schemeClr>
              </a:solidFill>
            </a:endParaRPr>
          </a:p>
          <a:p>
            <a:pPr marL="0" indent="0" eaLnBrk="1" hangingPunct="1">
              <a:buNone/>
              <a:defRPr/>
            </a:pPr>
            <a:r>
              <a:rPr lang="en-US" altLang="zh-CN" dirty="0">
                <a:solidFill>
                  <a:schemeClr val="bg1">
                    <a:lumMod val="95000"/>
                  </a:schemeClr>
                </a:solidFill>
              </a:rPr>
              <a:t>2.4  </a:t>
            </a:r>
            <a:r>
              <a:rPr lang="zh-CN" altLang="en-US" dirty="0">
                <a:solidFill>
                  <a:schemeClr val="bg1">
                    <a:lumMod val="95000"/>
                  </a:schemeClr>
                </a:solidFill>
              </a:rPr>
              <a:t>信源的相关性与冗余度</a:t>
            </a:r>
            <a:r>
              <a:rPr lang="en-US" altLang="zh-CN" dirty="0">
                <a:solidFill>
                  <a:schemeClr val="bg1">
                    <a:lumMod val="95000"/>
                  </a:schemeClr>
                </a:solidFill>
              </a:rPr>
              <a:t> </a:t>
            </a:r>
            <a:endParaRPr lang="en-US" altLang="zh-CN" dirty="0">
              <a:solidFill>
                <a:schemeClr val="bg1">
                  <a:lumMod val="95000"/>
                </a:schemeClr>
              </a:solidFill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2.2 </a:t>
            </a:r>
            <a:r>
              <a:rPr lang="zh-CN" altLang="en-US" dirty="0">
                <a:sym typeface="+mn-ea"/>
              </a:rPr>
              <a:t>信源的信息熵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495600" y="1484784"/>
            <a:ext cx="6408712" cy="4149452"/>
          </a:xfrm>
        </p:spPr>
        <p:txBody>
          <a:bodyPr/>
          <a:lstStyle/>
          <a:p>
            <a:pPr eaLnBrk="1" hangingPunct="1"/>
            <a:r>
              <a:rPr lang="zh-CN" altLang="en-US" dirty="0"/>
              <a:t>主要内容</a:t>
            </a:r>
            <a:endParaRPr lang="zh-CN" altLang="en-US" dirty="0"/>
          </a:p>
          <a:p>
            <a:pPr marL="342900" lvl="1" indent="0" eaLnBrk="1" hangingPunct="1">
              <a:buNone/>
            </a:pPr>
            <a:r>
              <a:rPr lang="en-US" altLang="zh-CN" sz="2800" dirty="0">
                <a:sym typeface="+mn-ea"/>
              </a:rPr>
              <a:t>2.2  </a:t>
            </a:r>
            <a:r>
              <a:rPr lang="zh-CN" altLang="en-US" sz="2800" dirty="0">
                <a:sym typeface="+mn-ea"/>
              </a:rPr>
              <a:t>信源的信息</a:t>
            </a:r>
            <a:r>
              <a:rPr lang="zh-CN" altLang="en-US" sz="2800" dirty="0">
                <a:sym typeface="+mn-ea"/>
              </a:rPr>
              <a:t>熵</a:t>
            </a:r>
            <a:endParaRPr lang="en-US" altLang="zh-CN" sz="2800" dirty="0"/>
          </a:p>
          <a:p>
            <a:pPr marL="342900" lvl="1" indent="0" eaLnBrk="1" hangingPunct="1">
              <a:buNone/>
            </a:pPr>
            <a:r>
              <a:rPr lang="en-US" altLang="zh-CN" sz="2800" dirty="0"/>
              <a:t>   2.2.1 </a:t>
            </a:r>
            <a:r>
              <a:rPr lang="zh-CN" altLang="en-US" sz="2800" dirty="0"/>
              <a:t>自信息量</a:t>
            </a:r>
            <a:endParaRPr lang="zh-CN" altLang="en-US" sz="2800" dirty="0"/>
          </a:p>
          <a:p>
            <a:pPr marL="342900" lvl="1" indent="0" eaLnBrk="1" hangingPunct="1">
              <a:buNone/>
            </a:pPr>
            <a:r>
              <a:rPr lang="en-US" altLang="zh-CN" sz="2800" dirty="0"/>
              <a:t>   2.2.2 </a:t>
            </a:r>
            <a:r>
              <a:rPr lang="zh-CN" altLang="en-US" sz="2800" dirty="0">
                <a:sym typeface="+mn-ea"/>
              </a:rPr>
              <a:t>信息熵</a:t>
            </a:r>
            <a:endParaRPr lang="zh-CN" altLang="en-US" sz="2800" dirty="0">
              <a:sym typeface="+mn-ea"/>
            </a:endParaRPr>
          </a:p>
          <a:p>
            <a:pPr marL="342900" lvl="1" indent="0" eaLnBrk="1" hangingPunct="1">
              <a:buNone/>
            </a:pPr>
            <a:r>
              <a:rPr lang="zh-CN" altLang="en-US" sz="2800" dirty="0">
                <a:sym typeface="+mn-ea"/>
              </a:rPr>
              <a:t> </a:t>
            </a:r>
            <a:r>
              <a:rPr lang="en-US" altLang="zh-CN" sz="2800" dirty="0">
                <a:sym typeface="+mn-ea"/>
              </a:rPr>
              <a:t>  </a:t>
            </a:r>
            <a:r>
              <a:rPr lang="en-US" altLang="zh-CN" sz="2800" dirty="0">
                <a:sym typeface="+mn-ea"/>
              </a:rPr>
              <a:t>2.2.3 </a:t>
            </a:r>
            <a:r>
              <a:rPr lang="zh-CN" altLang="en-US" sz="2800" dirty="0">
                <a:sym typeface="+mn-ea"/>
              </a:rPr>
              <a:t>联合熵</a:t>
            </a:r>
            <a:endParaRPr lang="zh-CN" altLang="en-US" sz="2800" dirty="0">
              <a:sym typeface="+mn-ea"/>
            </a:endParaRPr>
          </a:p>
          <a:p>
            <a:pPr marL="342900" lvl="1" indent="0" eaLnBrk="1" hangingPunct="1">
              <a:buNone/>
            </a:pPr>
            <a:r>
              <a:rPr lang="zh-CN" altLang="en-US" sz="2800" dirty="0">
                <a:sym typeface="+mn-ea"/>
              </a:rPr>
              <a:t> </a:t>
            </a:r>
            <a:r>
              <a:rPr lang="en-US" altLang="zh-CN" sz="2800" dirty="0">
                <a:sym typeface="+mn-ea"/>
              </a:rPr>
              <a:t>  2.2.4 </a:t>
            </a:r>
            <a:r>
              <a:rPr lang="zh-CN" altLang="en-US" sz="2800" dirty="0">
                <a:sym typeface="+mn-ea"/>
              </a:rPr>
              <a:t>条件熵</a:t>
            </a:r>
            <a:endParaRPr lang="zh-CN" altLang="en-US" sz="2800" dirty="0"/>
          </a:p>
          <a:p>
            <a:pPr marL="342900" lvl="1" indent="0" eaLnBrk="1" hangingPunct="1">
              <a:buNone/>
            </a:pPr>
            <a:endParaRPr lang="zh-CN" altLang="en-US" sz="2800" dirty="0"/>
          </a:p>
          <a:p>
            <a:endParaRPr lang="zh-CN" altLang="en-US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2.2 </a:t>
            </a:r>
            <a:r>
              <a:rPr lang="zh-CN" altLang="en-US" dirty="0">
                <a:sym typeface="+mn-ea"/>
              </a:rPr>
              <a:t>信源的信息熵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495600" y="1484784"/>
            <a:ext cx="6408712" cy="4149452"/>
          </a:xfrm>
        </p:spPr>
        <p:txBody>
          <a:bodyPr/>
          <a:lstStyle/>
          <a:p>
            <a:pPr eaLnBrk="1" hangingPunct="1"/>
            <a:r>
              <a:rPr lang="zh-CN" altLang="en-US" dirty="0"/>
              <a:t>主要内容</a:t>
            </a:r>
            <a:endParaRPr lang="zh-CN" altLang="en-US" dirty="0"/>
          </a:p>
          <a:p>
            <a:pPr marL="342900" lvl="1" indent="0" eaLnBrk="1" hangingPunct="1">
              <a:buNone/>
            </a:pPr>
            <a:r>
              <a:rPr lang="en-US" altLang="zh-CN" sz="2800" dirty="0">
                <a:sym typeface="+mn-ea"/>
              </a:rPr>
              <a:t>2.2  </a:t>
            </a:r>
            <a:r>
              <a:rPr lang="zh-CN" altLang="en-US" sz="2800" dirty="0">
                <a:sym typeface="+mn-ea"/>
              </a:rPr>
              <a:t>信源的信息</a:t>
            </a:r>
            <a:r>
              <a:rPr lang="zh-CN" altLang="en-US" sz="2800" dirty="0">
                <a:sym typeface="+mn-ea"/>
              </a:rPr>
              <a:t>熵</a:t>
            </a:r>
            <a:endParaRPr lang="en-US" altLang="zh-CN" sz="2800" dirty="0"/>
          </a:p>
          <a:p>
            <a:pPr marL="342900" lvl="1" indent="0" eaLnBrk="1" hangingPunct="1">
              <a:buNone/>
            </a:pPr>
            <a:r>
              <a:rPr lang="en-US" altLang="zh-CN" sz="2800" dirty="0"/>
              <a:t>   2.2.1 </a:t>
            </a:r>
            <a:r>
              <a:rPr lang="zh-CN" altLang="en-US" sz="2800" dirty="0"/>
              <a:t>自信息量</a:t>
            </a:r>
            <a:endParaRPr lang="zh-CN" altLang="en-US" sz="2800" dirty="0"/>
          </a:p>
          <a:p>
            <a:pPr marL="342900" lvl="1" indent="0" eaLnBrk="1" hangingPunct="1">
              <a:buNone/>
            </a:pPr>
            <a:r>
              <a:rPr lang="en-US" altLang="zh-CN" sz="2800" dirty="0">
                <a:solidFill>
                  <a:schemeClr val="bg1">
                    <a:lumMod val="95000"/>
                  </a:schemeClr>
                </a:solidFill>
              </a:rPr>
              <a:t>   2.2.2 </a:t>
            </a:r>
            <a:r>
              <a:rPr lang="zh-CN" altLang="en-US" sz="2800" dirty="0">
                <a:solidFill>
                  <a:schemeClr val="bg1">
                    <a:lumMod val="95000"/>
                  </a:schemeClr>
                </a:solidFill>
                <a:sym typeface="+mn-ea"/>
              </a:rPr>
              <a:t>信息熵</a:t>
            </a:r>
            <a:endParaRPr lang="zh-CN" altLang="en-US" sz="2800" dirty="0">
              <a:solidFill>
                <a:schemeClr val="bg1">
                  <a:lumMod val="95000"/>
                </a:schemeClr>
              </a:solidFill>
              <a:sym typeface="+mn-ea"/>
            </a:endParaRPr>
          </a:p>
          <a:p>
            <a:pPr marL="342900" lvl="1" indent="0" eaLnBrk="1" hangingPunct="1">
              <a:buNone/>
            </a:pPr>
            <a:r>
              <a:rPr lang="zh-CN" altLang="en-US" sz="2800" dirty="0">
                <a:solidFill>
                  <a:schemeClr val="bg1">
                    <a:lumMod val="95000"/>
                  </a:schemeClr>
                </a:solidFill>
                <a:sym typeface="+mn-ea"/>
              </a:rPr>
              <a:t> </a:t>
            </a:r>
            <a:r>
              <a:rPr lang="en-US" altLang="zh-CN" sz="2800" dirty="0">
                <a:solidFill>
                  <a:schemeClr val="bg1">
                    <a:lumMod val="95000"/>
                  </a:schemeClr>
                </a:solidFill>
                <a:sym typeface="+mn-ea"/>
              </a:rPr>
              <a:t>  2.2.3 </a:t>
            </a:r>
            <a:r>
              <a:rPr lang="zh-CN" altLang="en-US" sz="2800" dirty="0">
                <a:solidFill>
                  <a:schemeClr val="bg1">
                    <a:lumMod val="95000"/>
                  </a:schemeClr>
                </a:solidFill>
                <a:sym typeface="+mn-ea"/>
              </a:rPr>
              <a:t>联合熵</a:t>
            </a:r>
            <a:endParaRPr lang="zh-CN" altLang="en-US" sz="2800" dirty="0">
              <a:solidFill>
                <a:schemeClr val="bg1">
                  <a:lumMod val="95000"/>
                </a:schemeClr>
              </a:solidFill>
              <a:sym typeface="+mn-ea"/>
            </a:endParaRPr>
          </a:p>
          <a:p>
            <a:pPr marL="342900" lvl="1" indent="0" eaLnBrk="1" hangingPunct="1">
              <a:buNone/>
            </a:pPr>
            <a:r>
              <a:rPr lang="zh-CN" altLang="en-US" sz="2800" dirty="0">
                <a:solidFill>
                  <a:schemeClr val="bg1">
                    <a:lumMod val="95000"/>
                  </a:schemeClr>
                </a:solidFill>
                <a:sym typeface="+mn-ea"/>
              </a:rPr>
              <a:t> </a:t>
            </a:r>
            <a:r>
              <a:rPr lang="en-US" altLang="zh-CN" sz="2800" dirty="0">
                <a:solidFill>
                  <a:schemeClr val="bg1">
                    <a:lumMod val="95000"/>
                  </a:schemeClr>
                </a:solidFill>
                <a:sym typeface="+mn-ea"/>
              </a:rPr>
              <a:t>  2.2.4 </a:t>
            </a:r>
            <a:r>
              <a:rPr lang="zh-CN" altLang="en-US" sz="2800" dirty="0">
                <a:solidFill>
                  <a:schemeClr val="bg1">
                    <a:lumMod val="95000"/>
                  </a:schemeClr>
                </a:solidFill>
                <a:sym typeface="+mn-ea"/>
              </a:rPr>
              <a:t>条件熵</a:t>
            </a:r>
            <a:endParaRPr lang="zh-CN" altLang="en-US" sz="2800" dirty="0">
              <a:solidFill>
                <a:schemeClr val="bg1">
                  <a:lumMod val="95000"/>
                </a:schemeClr>
              </a:solidFill>
            </a:endParaRPr>
          </a:p>
          <a:p>
            <a:pPr marL="342900" lvl="1" indent="0" eaLnBrk="1" hangingPunct="1">
              <a:buNone/>
            </a:pPr>
            <a:endParaRPr lang="zh-CN" altLang="en-US" sz="2800" dirty="0"/>
          </a:p>
          <a:p>
            <a:endParaRPr lang="zh-CN" altLang="en-US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3"/>
          <p:cNvSpPr txBox="1">
            <a:spLocks noChangeArrowheads="1"/>
          </p:cNvSpPr>
          <p:nvPr/>
        </p:nvSpPr>
        <p:spPr bwMode="auto">
          <a:xfrm>
            <a:off x="1752600" y="1494790"/>
            <a:ext cx="9446895" cy="53809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marL="257175" indent="-257175" algn="just" rtl="0" eaLnBrk="0" fontAlgn="base" hangingPunct="0">
              <a:lnSpc>
                <a:spcPct val="125000"/>
              </a:lnSpc>
              <a:spcBef>
                <a:spcPts val="600"/>
              </a:spcBef>
              <a:spcAft>
                <a:spcPts val="60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1pPr>
            <a:lvl2pPr marL="557530" indent="-214630" algn="just" rtl="0" eaLnBrk="0" fontAlgn="base" hangingPunct="0">
              <a:lnSpc>
                <a:spcPct val="113000"/>
              </a:lnSpc>
              <a:spcBef>
                <a:spcPct val="0"/>
              </a:spcBef>
              <a:spcAft>
                <a:spcPts val="60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Ø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857250" indent="-171450" algn="just" rtl="0" eaLnBrk="0" fontAlgn="base" hangingPunct="0">
              <a:lnSpc>
                <a:spcPct val="125000"/>
              </a:lnSpc>
              <a:spcBef>
                <a:spcPts val="600"/>
              </a:spcBef>
              <a:spcAft>
                <a:spcPts val="60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200150" indent="-171450" algn="just" rtl="0" eaLnBrk="0" fontAlgn="base" hangingPunct="0">
              <a:lnSpc>
                <a:spcPct val="125000"/>
              </a:lnSpc>
              <a:spcBef>
                <a:spcPts val="600"/>
              </a:spcBef>
              <a:spcAft>
                <a:spcPts val="60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1543050" indent="-171450" algn="l" rtl="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2000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1500" b="1">
                <a:solidFill>
                  <a:srgbClr val="0000FF"/>
                </a:solidFill>
                <a:latin typeface="+mn-lt"/>
                <a:ea typeface="+mn-ea"/>
              </a:defRPr>
            </a:lvl5pPr>
            <a:lvl6pPr marL="1885950" indent="-171450" algn="l" rtl="0" fontAlgn="base">
              <a:lnSpc>
                <a:spcPct val="90000"/>
              </a:lnSpc>
              <a:spcBef>
                <a:spcPct val="20000"/>
              </a:spcBef>
              <a:spcAft>
                <a:spcPct val="2000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1500" b="1">
                <a:solidFill>
                  <a:schemeClr val="tx1"/>
                </a:solidFill>
                <a:latin typeface="+mn-lt"/>
                <a:ea typeface="+mn-ea"/>
              </a:defRPr>
            </a:lvl6pPr>
            <a:lvl7pPr marL="2228850" indent="-171450" algn="l" rtl="0" fontAlgn="base">
              <a:lnSpc>
                <a:spcPct val="90000"/>
              </a:lnSpc>
              <a:spcBef>
                <a:spcPct val="20000"/>
              </a:spcBef>
              <a:spcAft>
                <a:spcPct val="2000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1500" b="1">
                <a:solidFill>
                  <a:schemeClr val="tx1"/>
                </a:solidFill>
                <a:latin typeface="+mn-lt"/>
                <a:ea typeface="+mn-ea"/>
              </a:defRPr>
            </a:lvl7pPr>
            <a:lvl8pPr marL="2571750" indent="-171450" algn="l" rtl="0" fontAlgn="base">
              <a:lnSpc>
                <a:spcPct val="90000"/>
              </a:lnSpc>
              <a:spcBef>
                <a:spcPct val="20000"/>
              </a:spcBef>
              <a:spcAft>
                <a:spcPct val="2000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1500" b="1">
                <a:solidFill>
                  <a:schemeClr val="tx1"/>
                </a:solidFill>
                <a:latin typeface="+mn-lt"/>
                <a:ea typeface="+mn-ea"/>
              </a:defRPr>
            </a:lvl8pPr>
            <a:lvl9pPr marL="2914650" indent="-171450" algn="l" rtl="0" fontAlgn="base">
              <a:lnSpc>
                <a:spcPct val="90000"/>
              </a:lnSpc>
              <a:spcBef>
                <a:spcPct val="20000"/>
              </a:spcBef>
              <a:spcAft>
                <a:spcPct val="2000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1500" b="1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eaLnBrk="1" hangingPunct="1"/>
            <a:r>
              <a:rPr lang="zh-CN" altLang="en-US" sz="3200" kern="0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自信息量</a:t>
            </a:r>
            <a:endParaRPr lang="zh-CN" altLang="en-US" sz="3200" kern="0" dirty="0">
              <a:solidFill>
                <a:srgbClr val="0000FF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lvl="1" eaLnBrk="1" hangingPunct="1"/>
            <a:r>
              <a:rPr lang="zh-CN" altLang="en-US" sz="2800" b="0" kern="0" dirty="0">
                <a:solidFill>
                  <a:srgbClr val="000000"/>
                </a:solidFill>
              </a:rPr>
              <a:t>自信息量 </a:t>
            </a:r>
            <a:r>
              <a:rPr lang="en-US" altLang="zh-CN" sz="3200" kern="0" dirty="0">
                <a:solidFill>
                  <a:srgbClr val="FF0000"/>
                </a:solidFill>
              </a:rPr>
              <a:t>I </a:t>
            </a:r>
            <a:r>
              <a:rPr lang="zh-CN" altLang="en-US" sz="2800" b="0" kern="0" dirty="0">
                <a:solidFill>
                  <a:srgbClr val="000000"/>
                </a:solidFill>
              </a:rPr>
              <a:t>应该是消息概率</a:t>
            </a:r>
            <a:r>
              <a:rPr lang="en-US" altLang="zh-CN" sz="2800" b="0" i="1" kern="0" dirty="0">
                <a:solidFill>
                  <a:srgbClr val="000000"/>
                </a:solidFill>
              </a:rPr>
              <a:t>p</a:t>
            </a:r>
            <a:r>
              <a:rPr lang="zh-CN" altLang="en-US" sz="2800" b="0" kern="0" dirty="0">
                <a:solidFill>
                  <a:srgbClr val="000000"/>
                </a:solidFill>
              </a:rPr>
              <a:t>的函数</a:t>
            </a:r>
            <a:endParaRPr lang="zh-CN" altLang="en-US" sz="2800" b="0" kern="0" dirty="0"/>
          </a:p>
          <a:p>
            <a:pPr lvl="1" eaLnBrk="1" hangingPunct="1"/>
            <a:endParaRPr lang="zh-CN" altLang="en-US" sz="2800" b="0" kern="0" dirty="0"/>
          </a:p>
          <a:p>
            <a:pPr lvl="1" eaLnBrk="1" hangingPunct="1"/>
            <a:endParaRPr lang="en-US" altLang="zh-CN" sz="2800" b="0" kern="0" dirty="0"/>
          </a:p>
          <a:p>
            <a:pPr lvl="1" eaLnBrk="1" hangingPunct="1"/>
            <a:endParaRPr lang="en-US" altLang="zh-CN" sz="2800" b="0" kern="0" dirty="0"/>
          </a:p>
          <a:p>
            <a:pPr marL="342900" lvl="1" indent="0" eaLnBrk="1" hangingPunct="1">
              <a:buNone/>
            </a:pPr>
            <a:r>
              <a:rPr lang="en-US" altLang="zh-CN" sz="2800" dirty="0">
                <a:solidFill>
                  <a:srgbClr val="0070C0"/>
                </a:solidFill>
                <a:latin typeface="楷体_GB2312" pitchFamily="49" charset="-122"/>
                <a:ea typeface="楷体_GB2312" pitchFamily="49" charset="-122"/>
              </a:rPr>
              <a:t> </a:t>
            </a:r>
            <a:r>
              <a:rPr lang="zh-CN" altLang="en-US" sz="2800" dirty="0">
                <a:solidFill>
                  <a:srgbClr val="0070C0"/>
                </a:solidFill>
                <a:latin typeface="楷体_GB2312" pitchFamily="49" charset="-122"/>
                <a:ea typeface="楷体_GB2312" pitchFamily="49" charset="-122"/>
              </a:rPr>
              <a:t>信息量与概率成反比，并且具有可加性</a:t>
            </a:r>
            <a:endParaRPr lang="zh-CN" altLang="en-US" sz="2800" b="0" kern="0" dirty="0">
              <a:solidFill>
                <a:srgbClr val="0070C0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graphicFrame>
        <p:nvGraphicFramePr>
          <p:cNvPr id="6" name="Object 5"/>
          <p:cNvGraphicFramePr>
            <a:graphicFrameLocks noChangeAspect="1"/>
          </p:cNvGraphicFramePr>
          <p:nvPr/>
        </p:nvGraphicFramePr>
        <p:xfrm>
          <a:off x="3575685" y="2997200"/>
          <a:ext cx="6360160" cy="12344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73" name="Equation" r:id="rId1" imgW="1780540" imgH="342265" progId="Equation.DSMT4">
                  <p:embed/>
                </p:oleObj>
              </mc:Choice>
              <mc:Fallback>
                <p:oleObj name="Equation" r:id="rId1" imgW="1780540" imgH="342265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75685" y="2997200"/>
                        <a:ext cx="6360160" cy="123444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标题 1"/>
          <p:cNvSpPr/>
          <p:nvPr>
            <p:ph type="title"/>
          </p:nvPr>
        </p:nvSpPr>
        <p:spPr/>
        <p:txBody>
          <a:bodyPr/>
          <a:p>
            <a:r>
              <a:rPr lang="en-US" altLang="zh-CN" dirty="0">
                <a:sym typeface="+mn-ea"/>
              </a:rPr>
              <a:t>2.2 </a:t>
            </a:r>
            <a:r>
              <a:rPr lang="zh-CN" altLang="en-US" dirty="0">
                <a:sym typeface="+mn-ea"/>
              </a:rPr>
              <a:t>信源的信息熵</a:t>
            </a:r>
            <a:endParaRPr lang="zh-CN" altLang="en-US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3"/>
          <p:cNvSpPr txBox="1">
            <a:spLocks noChangeArrowheads="1"/>
          </p:cNvSpPr>
          <p:nvPr/>
        </p:nvSpPr>
        <p:spPr bwMode="auto">
          <a:xfrm>
            <a:off x="1752600" y="990600"/>
            <a:ext cx="9362440" cy="1574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marL="257175" indent="-257175" algn="just" rtl="0" eaLnBrk="0" fontAlgn="base" hangingPunct="0">
              <a:lnSpc>
                <a:spcPct val="125000"/>
              </a:lnSpc>
              <a:spcBef>
                <a:spcPts val="600"/>
              </a:spcBef>
              <a:spcAft>
                <a:spcPts val="60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1pPr>
            <a:lvl2pPr marL="557530" indent="-214630" algn="just" rtl="0" eaLnBrk="0" fontAlgn="base" hangingPunct="0">
              <a:lnSpc>
                <a:spcPct val="113000"/>
              </a:lnSpc>
              <a:spcBef>
                <a:spcPct val="0"/>
              </a:spcBef>
              <a:spcAft>
                <a:spcPts val="60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Ø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857250" indent="-171450" algn="just" rtl="0" eaLnBrk="0" fontAlgn="base" hangingPunct="0">
              <a:lnSpc>
                <a:spcPct val="125000"/>
              </a:lnSpc>
              <a:spcBef>
                <a:spcPts val="600"/>
              </a:spcBef>
              <a:spcAft>
                <a:spcPts val="60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200150" indent="-171450" algn="just" rtl="0" eaLnBrk="0" fontAlgn="base" hangingPunct="0">
              <a:lnSpc>
                <a:spcPct val="125000"/>
              </a:lnSpc>
              <a:spcBef>
                <a:spcPts val="600"/>
              </a:spcBef>
              <a:spcAft>
                <a:spcPts val="60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1543050" indent="-171450" algn="l" rtl="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2000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1500" b="1">
                <a:solidFill>
                  <a:srgbClr val="0000FF"/>
                </a:solidFill>
                <a:latin typeface="+mn-lt"/>
                <a:ea typeface="+mn-ea"/>
              </a:defRPr>
            </a:lvl5pPr>
            <a:lvl6pPr marL="1885950" indent="-171450" algn="l" rtl="0" fontAlgn="base">
              <a:lnSpc>
                <a:spcPct val="90000"/>
              </a:lnSpc>
              <a:spcBef>
                <a:spcPct val="20000"/>
              </a:spcBef>
              <a:spcAft>
                <a:spcPct val="2000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1500" b="1">
                <a:solidFill>
                  <a:schemeClr val="tx1"/>
                </a:solidFill>
                <a:latin typeface="+mn-lt"/>
                <a:ea typeface="+mn-ea"/>
              </a:defRPr>
            </a:lvl6pPr>
            <a:lvl7pPr marL="2228850" indent="-171450" algn="l" rtl="0" fontAlgn="base">
              <a:lnSpc>
                <a:spcPct val="90000"/>
              </a:lnSpc>
              <a:spcBef>
                <a:spcPct val="20000"/>
              </a:spcBef>
              <a:spcAft>
                <a:spcPct val="2000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1500" b="1">
                <a:solidFill>
                  <a:schemeClr val="tx1"/>
                </a:solidFill>
                <a:latin typeface="+mn-lt"/>
                <a:ea typeface="+mn-ea"/>
              </a:defRPr>
            </a:lvl7pPr>
            <a:lvl8pPr marL="2571750" indent="-171450" algn="l" rtl="0" fontAlgn="base">
              <a:lnSpc>
                <a:spcPct val="90000"/>
              </a:lnSpc>
              <a:spcBef>
                <a:spcPct val="20000"/>
              </a:spcBef>
              <a:spcAft>
                <a:spcPct val="2000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1500" b="1">
                <a:solidFill>
                  <a:schemeClr val="tx1"/>
                </a:solidFill>
                <a:latin typeface="+mn-lt"/>
                <a:ea typeface="+mn-ea"/>
              </a:defRPr>
            </a:lvl8pPr>
            <a:lvl9pPr marL="2914650" indent="-171450" algn="l" rtl="0" fontAlgn="base">
              <a:lnSpc>
                <a:spcPct val="90000"/>
              </a:lnSpc>
              <a:spcBef>
                <a:spcPct val="20000"/>
              </a:spcBef>
              <a:spcAft>
                <a:spcPct val="2000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1500" b="1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eaLnBrk="1" hangingPunct="1"/>
            <a:r>
              <a:rPr lang="zh-CN" altLang="en-US" sz="3200" kern="0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自信息量（单个随机事件）</a:t>
            </a:r>
            <a:endParaRPr lang="zh-CN" altLang="en-US" sz="3200" kern="0" dirty="0">
              <a:solidFill>
                <a:srgbClr val="0000FF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lvl="1" eaLnBrk="1" hangingPunct="1"/>
            <a:r>
              <a:rPr lang="zh-CN" altLang="en-US" sz="2800" kern="0" dirty="0">
                <a:solidFill>
                  <a:srgbClr val="FF0000"/>
                </a:solidFill>
              </a:rPr>
              <a:t>定义：一个随机事件的自信息量定义为其出现概率对数的负值</a:t>
            </a:r>
            <a:endParaRPr lang="zh-CN" altLang="en-US" sz="2800" kern="0" dirty="0">
              <a:solidFill>
                <a:srgbClr val="FF0000"/>
              </a:solidFill>
            </a:endParaRPr>
          </a:p>
        </p:txBody>
      </p:sp>
      <p:graphicFrame>
        <p:nvGraphicFramePr>
          <p:cNvPr id="7" name="Object 6"/>
          <p:cNvGraphicFramePr>
            <a:graphicFrameLocks noChangeAspect="1"/>
          </p:cNvGraphicFramePr>
          <p:nvPr/>
        </p:nvGraphicFramePr>
        <p:xfrm>
          <a:off x="4367808" y="2348881"/>
          <a:ext cx="3355082" cy="90743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297" name="Equation" r:id="rId1" imgW="44500800" imgH="10363200" progId="Equation.DSMT4">
                  <p:embed/>
                </p:oleObj>
              </mc:Choice>
              <mc:Fallback>
                <p:oleObj name="Equation" r:id="rId1" imgW="44500800" imgH="10363200" progId="Equation.DSMT4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67808" y="2348881"/>
                        <a:ext cx="3355082" cy="907435"/>
                      </a:xfrm>
                      <a:prstGeom prst="rect">
                        <a:avLst/>
                      </a:prstGeom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矩形 1"/>
          <p:cNvSpPr/>
          <p:nvPr/>
        </p:nvSpPr>
        <p:spPr>
          <a:xfrm>
            <a:off x="2063826" y="3357369"/>
            <a:ext cx="8424935" cy="34664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zh-CN" altLang="en-US" sz="2800" b="0" dirty="0"/>
              <a:t>性质：</a:t>
            </a:r>
            <a:r>
              <a:rPr lang="en-US" altLang="zh-CN" sz="2800" b="0" dirty="0"/>
              <a:t>①</a:t>
            </a:r>
            <a:r>
              <a:rPr lang="zh-CN" altLang="en-US" sz="2800" b="0" dirty="0"/>
              <a:t>非负</a:t>
            </a:r>
            <a:r>
              <a:rPr lang="en-US" altLang="zh-CN" sz="2800" b="0" dirty="0"/>
              <a:t>;   </a:t>
            </a:r>
            <a:endParaRPr lang="en-US" altLang="zh-CN" sz="2800" b="0" dirty="0"/>
          </a:p>
          <a:p>
            <a:pPr>
              <a:lnSpc>
                <a:spcPct val="112000"/>
              </a:lnSpc>
              <a:buClr>
                <a:srgbClr val="FF0000"/>
              </a:buClr>
            </a:pPr>
            <a:r>
              <a:rPr lang="en-US" altLang="zh-CN" sz="2800" b="0" dirty="0"/>
              <a:t>	   </a:t>
            </a:r>
            <a:r>
              <a:rPr lang="zh-CN" altLang="en-US" sz="2800" b="0" dirty="0"/>
              <a:t>②单调递减；</a:t>
            </a:r>
            <a:endParaRPr lang="en-US" altLang="zh-CN" sz="2800" b="0" dirty="0"/>
          </a:p>
          <a:p>
            <a:pPr>
              <a:lnSpc>
                <a:spcPct val="112000"/>
              </a:lnSpc>
              <a:buClr>
                <a:srgbClr val="FF0000"/>
              </a:buClr>
            </a:pPr>
            <a:r>
              <a:rPr lang="en-US" altLang="zh-CN" sz="2800" b="0" dirty="0"/>
              <a:t>	   </a:t>
            </a:r>
            <a:r>
              <a:rPr lang="zh-CN" altLang="en-US" sz="2800" b="0" dirty="0"/>
              <a:t>③当</a:t>
            </a:r>
            <a:r>
              <a:rPr lang="en-US" altLang="zh-CN" sz="2800" b="0" i="1" dirty="0"/>
              <a:t>p</a:t>
            </a:r>
            <a:r>
              <a:rPr lang="en-US" altLang="zh-CN" sz="2800" b="0" dirty="0"/>
              <a:t>(</a:t>
            </a:r>
            <a:r>
              <a:rPr lang="en-US" altLang="zh-CN" sz="2800" b="0" i="1" dirty="0"/>
              <a:t>x</a:t>
            </a:r>
            <a:r>
              <a:rPr lang="en-US" altLang="zh-CN" sz="2800" b="0" i="1" baseline="-25000" dirty="0"/>
              <a:t>i</a:t>
            </a:r>
            <a:r>
              <a:rPr lang="en-US" altLang="zh-CN" sz="2800" b="0" dirty="0"/>
              <a:t>) =0</a:t>
            </a:r>
            <a:r>
              <a:rPr lang="zh-CN" altLang="en-US" sz="2800" b="0" dirty="0"/>
              <a:t>时，</a:t>
            </a:r>
            <a:r>
              <a:rPr lang="en-US" altLang="zh-CN" sz="2800" b="0" i="1" dirty="0"/>
              <a:t>I</a:t>
            </a:r>
            <a:r>
              <a:rPr lang="en-US" altLang="zh-CN" sz="2800" b="0" dirty="0"/>
              <a:t>(</a:t>
            </a:r>
            <a:r>
              <a:rPr lang="en-US" altLang="zh-CN" sz="2800" b="0" i="1" dirty="0"/>
              <a:t>x</a:t>
            </a:r>
            <a:r>
              <a:rPr lang="en-US" altLang="zh-CN" sz="2800" b="0" i="1" baseline="-25000" dirty="0"/>
              <a:t>i</a:t>
            </a:r>
            <a:r>
              <a:rPr lang="en-US" altLang="zh-CN" sz="2800" b="0" dirty="0"/>
              <a:t>) →∞</a:t>
            </a:r>
            <a:r>
              <a:rPr lang="zh-CN" altLang="en-US" sz="2800" b="0" dirty="0"/>
              <a:t>，不可能事件；</a:t>
            </a:r>
            <a:endParaRPr lang="en-US" altLang="zh-CN" sz="2800" b="0" dirty="0"/>
          </a:p>
          <a:p>
            <a:pPr>
              <a:lnSpc>
                <a:spcPct val="112000"/>
              </a:lnSpc>
              <a:buClr>
                <a:srgbClr val="FF0000"/>
              </a:buClr>
            </a:pPr>
            <a:r>
              <a:rPr lang="en-US" altLang="zh-CN" sz="2800" b="0" dirty="0"/>
              <a:t>	       </a:t>
            </a:r>
            <a:r>
              <a:rPr lang="zh-CN" altLang="en-US" sz="2800" b="0" dirty="0"/>
              <a:t>当</a:t>
            </a:r>
            <a:r>
              <a:rPr lang="en-US" altLang="zh-CN" sz="2800" b="0" i="1" dirty="0"/>
              <a:t>p</a:t>
            </a:r>
            <a:r>
              <a:rPr lang="en-US" altLang="zh-CN" sz="2800" b="0" dirty="0"/>
              <a:t>(</a:t>
            </a:r>
            <a:r>
              <a:rPr lang="en-US" altLang="zh-CN" sz="2800" b="0" i="1" dirty="0"/>
              <a:t>x</a:t>
            </a:r>
            <a:r>
              <a:rPr lang="en-US" altLang="zh-CN" sz="2800" b="0" i="1" baseline="-25000" dirty="0"/>
              <a:t>i</a:t>
            </a:r>
            <a:r>
              <a:rPr lang="en-US" altLang="zh-CN" sz="2800" b="0" dirty="0"/>
              <a:t>) =1</a:t>
            </a:r>
            <a:r>
              <a:rPr lang="zh-CN" altLang="en-US" sz="2800" b="0" dirty="0"/>
              <a:t>时， </a:t>
            </a:r>
            <a:r>
              <a:rPr lang="en-US" altLang="zh-CN" sz="2800" b="0" i="1" dirty="0"/>
              <a:t>I</a:t>
            </a:r>
            <a:r>
              <a:rPr lang="en-US" altLang="zh-CN" sz="2800" b="0" dirty="0"/>
              <a:t>(</a:t>
            </a:r>
            <a:r>
              <a:rPr lang="en-US" altLang="zh-CN" sz="2800" b="0" i="1" dirty="0"/>
              <a:t>x</a:t>
            </a:r>
            <a:r>
              <a:rPr lang="en-US" altLang="zh-CN" sz="2800" b="0" i="1" baseline="-25000" dirty="0"/>
              <a:t>i</a:t>
            </a:r>
            <a:r>
              <a:rPr lang="en-US" altLang="zh-CN" sz="2800" b="0" dirty="0"/>
              <a:t>)→0 </a:t>
            </a:r>
            <a:r>
              <a:rPr lang="zh-CN" altLang="en-US" sz="2800" b="0" dirty="0"/>
              <a:t>，确定事件</a:t>
            </a:r>
            <a:endParaRPr lang="zh-CN" altLang="en-US" sz="2800" b="0" dirty="0"/>
          </a:p>
          <a:p>
            <a:pPr>
              <a:lnSpc>
                <a:spcPct val="112000"/>
              </a:lnSpc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zh-CN" altLang="en-US" sz="2800" b="0" dirty="0"/>
              <a:t>自信息量 </a:t>
            </a:r>
            <a:r>
              <a:rPr lang="en-US" altLang="zh-CN" sz="2800" b="0" i="1" dirty="0">
                <a:solidFill>
                  <a:srgbClr val="FF0000"/>
                </a:solidFill>
              </a:rPr>
              <a:t>I</a:t>
            </a:r>
            <a:r>
              <a:rPr lang="en-US" altLang="zh-CN" sz="2800" b="0" dirty="0">
                <a:solidFill>
                  <a:srgbClr val="FF0000"/>
                </a:solidFill>
              </a:rPr>
              <a:t>(</a:t>
            </a:r>
            <a:r>
              <a:rPr lang="en-US" altLang="zh-CN" sz="2800" b="0" i="1" dirty="0">
                <a:solidFill>
                  <a:srgbClr val="FF0000"/>
                </a:solidFill>
              </a:rPr>
              <a:t>x</a:t>
            </a:r>
            <a:r>
              <a:rPr lang="en-US" altLang="zh-CN" sz="2800" b="0" i="1" baseline="-25000" dirty="0">
                <a:solidFill>
                  <a:srgbClr val="FF0000"/>
                </a:solidFill>
              </a:rPr>
              <a:t>i</a:t>
            </a:r>
            <a:r>
              <a:rPr lang="en-US" altLang="zh-CN" sz="2800" b="0" dirty="0">
                <a:solidFill>
                  <a:srgbClr val="FF0000"/>
                </a:solidFill>
              </a:rPr>
              <a:t>) </a:t>
            </a:r>
            <a:r>
              <a:rPr lang="zh-CN" altLang="en-US" sz="2800" b="0" dirty="0">
                <a:solidFill>
                  <a:srgbClr val="FF0000"/>
                </a:solidFill>
              </a:rPr>
              <a:t>的含义</a:t>
            </a:r>
            <a:endParaRPr lang="zh-CN" altLang="en-US" sz="2800" b="0" dirty="0">
              <a:solidFill>
                <a:srgbClr val="FF0000"/>
              </a:solidFill>
            </a:endParaRPr>
          </a:p>
          <a:p>
            <a:pPr lvl="1">
              <a:lnSpc>
                <a:spcPct val="112000"/>
              </a:lnSpc>
            </a:pPr>
            <a:r>
              <a:rPr lang="zh-CN" altLang="en-US" sz="2800" b="0" dirty="0"/>
              <a:t>当事件</a:t>
            </a:r>
            <a:r>
              <a:rPr lang="en-US" altLang="zh-CN" sz="2800" b="0" i="1" dirty="0"/>
              <a:t>x</a:t>
            </a:r>
            <a:r>
              <a:rPr lang="en-US" altLang="zh-CN" sz="2800" b="0" i="1" baseline="-25000" dirty="0"/>
              <a:t>i</a:t>
            </a:r>
            <a:r>
              <a:rPr lang="zh-CN" altLang="zh-CN" sz="2800" b="0" dirty="0"/>
              <a:t>发生以前，表示事件</a:t>
            </a:r>
            <a:r>
              <a:rPr lang="en-US" altLang="zh-CN" sz="2800" b="0" i="1" dirty="0"/>
              <a:t>x</a:t>
            </a:r>
            <a:r>
              <a:rPr lang="en-US" altLang="zh-CN" sz="2800" b="0" i="1" baseline="-25000" dirty="0"/>
              <a:t>i</a:t>
            </a:r>
            <a:r>
              <a:rPr lang="zh-CN" altLang="zh-CN" sz="2800" b="0" dirty="0"/>
              <a:t>发生的不确定性；</a:t>
            </a:r>
            <a:endParaRPr lang="zh-CN" altLang="zh-CN" sz="2800" b="0" dirty="0"/>
          </a:p>
          <a:p>
            <a:pPr lvl="1">
              <a:lnSpc>
                <a:spcPct val="112000"/>
              </a:lnSpc>
            </a:pPr>
            <a:r>
              <a:rPr lang="zh-CN" altLang="en-US" sz="2800" b="0" dirty="0"/>
              <a:t>当事件</a:t>
            </a:r>
            <a:r>
              <a:rPr lang="en-US" altLang="zh-CN" sz="2800" b="0" i="1" dirty="0"/>
              <a:t>x</a:t>
            </a:r>
            <a:r>
              <a:rPr lang="en-US" altLang="zh-CN" sz="2800" b="0" i="1" baseline="-25000" dirty="0"/>
              <a:t>i</a:t>
            </a:r>
            <a:r>
              <a:rPr lang="zh-CN" altLang="zh-CN" sz="2800" b="0" dirty="0"/>
              <a:t>发生以后，表示事件</a:t>
            </a:r>
            <a:r>
              <a:rPr lang="en-US" altLang="zh-CN" sz="2800" b="0" i="1" dirty="0"/>
              <a:t>x</a:t>
            </a:r>
            <a:r>
              <a:rPr lang="en-US" altLang="zh-CN" sz="2800" b="0" i="1" baseline="-25000" dirty="0"/>
              <a:t>i</a:t>
            </a:r>
            <a:r>
              <a:rPr lang="zh-CN" altLang="zh-CN" sz="2800" b="0" dirty="0"/>
              <a:t>所提供的信息量</a:t>
            </a:r>
            <a:r>
              <a:rPr lang="zh-CN" altLang="en-US" sz="2800" b="0" dirty="0"/>
              <a:t>。</a:t>
            </a:r>
            <a:endParaRPr lang="zh-CN" altLang="en-US" sz="2800" b="0" dirty="0"/>
          </a:p>
        </p:txBody>
      </p:sp>
      <p:sp>
        <p:nvSpPr>
          <p:cNvPr id="3" name="矩形 2"/>
          <p:cNvSpPr/>
          <p:nvPr/>
        </p:nvSpPr>
        <p:spPr>
          <a:xfrm>
            <a:off x="7032105" y="3619501"/>
            <a:ext cx="2142490" cy="435610"/>
          </a:xfrm>
          <a:prstGeom prst="rect">
            <a:avLst/>
          </a:prstGeom>
          <a:solidFill>
            <a:srgbClr val="FFFF00"/>
          </a:solidFill>
        </p:spPr>
        <p:txBody>
          <a:bodyPr wrap="none">
            <a:spAutoFit/>
          </a:bodyPr>
          <a:lstStyle/>
          <a:p>
            <a:pPr>
              <a:lnSpc>
                <a:spcPct val="112000"/>
              </a:lnSpc>
              <a:buFontTx/>
              <a:buNone/>
            </a:pPr>
            <a:r>
              <a:rPr lang="zh-CN" altLang="en-US" sz="2000" dirty="0"/>
              <a:t>事件</a:t>
            </a:r>
            <a:r>
              <a:rPr lang="en-US" altLang="zh-CN" sz="2000" i="1" dirty="0"/>
              <a:t>x</a:t>
            </a:r>
            <a:r>
              <a:rPr lang="en-US" altLang="zh-CN" sz="2000" i="1" baseline="-25000" dirty="0"/>
              <a:t>i</a:t>
            </a:r>
            <a:r>
              <a:rPr lang="zh-CN" altLang="en-US" sz="2000" dirty="0"/>
              <a:t>发生的概率</a:t>
            </a:r>
            <a:endParaRPr lang="zh-CN" altLang="en-US" sz="2000" dirty="0"/>
          </a:p>
        </p:txBody>
      </p:sp>
      <p:sp>
        <p:nvSpPr>
          <p:cNvPr id="9" name="圆角矩形 8"/>
          <p:cNvSpPr/>
          <p:nvPr/>
        </p:nvSpPr>
        <p:spPr bwMode="auto">
          <a:xfrm>
            <a:off x="5807968" y="2420888"/>
            <a:ext cx="648072" cy="1019850"/>
          </a:xfrm>
          <a:prstGeom prst="roundRect">
            <a:avLst/>
          </a:prstGeom>
          <a:noFill/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algn="just"/>
            <a:endParaRPr lang="zh-CN" altLang="en-US" sz="1800">
              <a:latin typeface="Times New Roman" panose="02020603050405020304" pitchFamily="18" charset="0"/>
            </a:endParaRPr>
          </a:p>
        </p:txBody>
      </p:sp>
      <p:cxnSp>
        <p:nvCxnSpPr>
          <p:cNvPr id="11" name="直接箭头连接符 10"/>
          <p:cNvCxnSpPr/>
          <p:nvPr/>
        </p:nvCxnSpPr>
        <p:spPr bwMode="auto">
          <a:xfrm flipH="1" flipV="1">
            <a:off x="6456040" y="3429000"/>
            <a:ext cx="576064" cy="36004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4" name="标题 3"/>
          <p:cNvSpPr/>
          <p:nvPr>
            <p:ph type="title"/>
          </p:nvPr>
        </p:nvSpPr>
        <p:spPr/>
        <p:txBody>
          <a:bodyPr/>
          <a:p>
            <a:r>
              <a:rPr lang="en-US" altLang="zh-CN" dirty="0">
                <a:sym typeface="+mn-ea"/>
              </a:rPr>
              <a:t>2.2 </a:t>
            </a:r>
            <a:r>
              <a:rPr lang="zh-CN" altLang="en-US" dirty="0">
                <a:sym typeface="+mn-ea"/>
              </a:rPr>
              <a:t>信源的信息熵</a:t>
            </a:r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8084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1320800" y="1268730"/>
            <a:ext cx="10327005" cy="4968240"/>
          </a:xfrm>
        </p:spPr>
        <p:txBody>
          <a:bodyPr/>
          <a:lstStyle/>
          <a:p>
            <a:pPr>
              <a:buClr>
                <a:srgbClr val="FF0000"/>
              </a:buClr>
              <a:buNone/>
            </a:pPr>
            <a:r>
              <a:rPr lang="zh-CN" altLang="en-US" dirty="0">
                <a:solidFill>
                  <a:srgbClr val="C00000"/>
                </a:solidFill>
                <a:ea typeface="楷体_GB2312" pitchFamily="49" charset="-122"/>
              </a:rPr>
              <a:t>例</a:t>
            </a:r>
            <a:r>
              <a:rPr lang="en-US" altLang="zh-CN" dirty="0">
                <a:solidFill>
                  <a:srgbClr val="C00000"/>
                </a:solidFill>
                <a:ea typeface="楷体_GB2312" pitchFamily="49" charset="-122"/>
              </a:rPr>
              <a:t>3</a:t>
            </a:r>
            <a:r>
              <a:rPr lang="zh-CN" altLang="en-US" dirty="0">
                <a:solidFill>
                  <a:srgbClr val="C00000"/>
                </a:solidFill>
                <a:ea typeface="楷体_GB2312" pitchFamily="49" charset="-122"/>
              </a:rPr>
              <a:t>：</a:t>
            </a:r>
            <a:r>
              <a:rPr lang="en-US" altLang="zh-CN" dirty="0">
                <a:ea typeface="楷体_GB2312" pitchFamily="49" charset="-122"/>
              </a:rPr>
              <a:t>m</a:t>
            </a:r>
            <a:r>
              <a:rPr lang="zh-CN" altLang="en-US" dirty="0">
                <a:ea typeface="楷体_GB2312" pitchFamily="49" charset="-122"/>
              </a:rPr>
              <a:t>比特的二进制数集合中（ 集合中共有2</a:t>
            </a:r>
            <a:r>
              <a:rPr lang="en-US" altLang="zh-CN" baseline="30000" dirty="0">
                <a:ea typeface="楷体_GB2312" pitchFamily="49" charset="-122"/>
              </a:rPr>
              <a:t>m</a:t>
            </a:r>
            <a:r>
              <a:rPr lang="zh-CN" altLang="en-US" dirty="0">
                <a:ea typeface="楷体_GB2312" pitchFamily="49" charset="-122"/>
              </a:rPr>
              <a:t>个</a:t>
            </a:r>
            <a:r>
              <a:rPr lang="en-US" altLang="zh-CN" dirty="0">
                <a:ea typeface="楷体_GB2312" pitchFamily="49" charset="-122"/>
              </a:rPr>
              <a:t>m</a:t>
            </a:r>
            <a:r>
              <a:rPr lang="zh-CN" altLang="en-US" dirty="0">
                <a:ea typeface="楷体_GB2312" pitchFamily="49" charset="-122"/>
              </a:rPr>
              <a:t>比特数），各个数等概率出现，则任何一个</a:t>
            </a:r>
            <a:r>
              <a:rPr lang="en-US" altLang="zh-CN" dirty="0">
                <a:ea typeface="楷体_GB2312" pitchFamily="49" charset="-122"/>
              </a:rPr>
              <a:t>m</a:t>
            </a:r>
            <a:r>
              <a:rPr lang="zh-CN" altLang="en-US" dirty="0">
                <a:ea typeface="楷体_GB2312" pitchFamily="49" charset="-122"/>
              </a:rPr>
              <a:t>比特二进制数的自信息量是:</a:t>
            </a:r>
            <a:endParaRPr lang="zh-CN" altLang="en-US" dirty="0">
              <a:ea typeface="楷体_GB2312" pitchFamily="49" charset="-122"/>
            </a:endParaRPr>
          </a:p>
          <a:p>
            <a:pPr>
              <a:buClr>
                <a:srgbClr val="FF0000"/>
              </a:buClr>
              <a:buNone/>
            </a:pPr>
            <a:r>
              <a:rPr lang="zh-CN" altLang="en-US" sz="3200" dirty="0">
                <a:ea typeface="楷体_GB2312" pitchFamily="49" charset="-122"/>
              </a:rPr>
              <a:t>           </a:t>
            </a:r>
            <a:r>
              <a:rPr lang="en-US" altLang="zh-CN" sz="3200" dirty="0">
                <a:ea typeface="楷体_GB2312" pitchFamily="49" charset="-122"/>
              </a:rPr>
              <a:t>		</a:t>
            </a:r>
            <a:r>
              <a:rPr lang="en-US" altLang="zh-CN" sz="3200" b="0" dirty="0">
                <a:ea typeface="楷体_GB2312" pitchFamily="49" charset="-122"/>
              </a:rPr>
              <a:t>     </a:t>
            </a:r>
            <a:r>
              <a:rPr lang="en-US" altLang="zh-CN" sz="3200" b="0" i="1" dirty="0">
                <a:ea typeface="楷体_GB2312" pitchFamily="49" charset="-122"/>
              </a:rPr>
              <a:t>I</a:t>
            </a:r>
            <a:r>
              <a:rPr lang="en-US" altLang="zh-CN" sz="3200" b="0" dirty="0">
                <a:ea typeface="楷体_GB2312" pitchFamily="49" charset="-122"/>
              </a:rPr>
              <a:t>= - log</a:t>
            </a:r>
            <a:r>
              <a:rPr lang="en-US" altLang="zh-CN" sz="3200" b="0" baseline="-25000" dirty="0">
                <a:ea typeface="楷体_GB2312" pitchFamily="49" charset="-122"/>
              </a:rPr>
              <a:t>2</a:t>
            </a:r>
            <a:r>
              <a:rPr lang="en-US" altLang="zh-CN" sz="3200" b="0" dirty="0">
                <a:ea typeface="楷体_GB2312" pitchFamily="49" charset="-122"/>
              </a:rPr>
              <a:t>(1/2</a:t>
            </a:r>
            <a:r>
              <a:rPr lang="en-US" altLang="zh-CN" sz="3200" b="0" baseline="30000" dirty="0">
                <a:ea typeface="楷体_GB2312" pitchFamily="49" charset="-122"/>
              </a:rPr>
              <a:t>m</a:t>
            </a:r>
            <a:r>
              <a:rPr lang="en-US" altLang="zh-CN" sz="3200" b="0" dirty="0">
                <a:ea typeface="楷体_GB2312" pitchFamily="49" charset="-122"/>
              </a:rPr>
              <a:t>)=m bit</a:t>
            </a:r>
            <a:endParaRPr lang="en-US" altLang="zh-CN" sz="3200" b="0" dirty="0">
              <a:ea typeface="楷体_GB2312" pitchFamily="49" charset="-122"/>
            </a:endParaRPr>
          </a:p>
          <a:p>
            <a:pPr>
              <a:buClr>
                <a:srgbClr val="FF0000"/>
              </a:buClr>
              <a:buNone/>
            </a:pPr>
            <a:endParaRPr lang="en-US" altLang="zh-CN" dirty="0">
              <a:ea typeface="楷体_GB2312" pitchFamily="49" charset="-122"/>
            </a:endParaRPr>
          </a:p>
          <a:p>
            <a:pPr eaLnBrk="1" hangingPunct="1">
              <a:buNone/>
              <a:defRPr/>
            </a:pPr>
            <a:r>
              <a:rPr lang="zh-CN" altLang="en-US" dirty="0">
                <a:solidFill>
                  <a:srgbClr val="C00000"/>
                </a:solidFill>
              </a:rPr>
              <a:t>例</a:t>
            </a:r>
            <a:r>
              <a:rPr lang="en-US" altLang="zh-CN" dirty="0">
                <a:solidFill>
                  <a:srgbClr val="C00000"/>
                </a:solidFill>
              </a:rPr>
              <a:t>4</a:t>
            </a:r>
            <a:r>
              <a:rPr lang="zh-CN" altLang="en-US" dirty="0">
                <a:solidFill>
                  <a:srgbClr val="C00000"/>
                </a:solidFill>
              </a:rPr>
              <a:t>：</a:t>
            </a:r>
            <a:r>
              <a:rPr lang="zh-CN" altLang="en-US" dirty="0">
                <a:ea typeface="楷体_GB2312"/>
              </a:rPr>
              <a:t>二进制码元“</a:t>
            </a:r>
            <a:r>
              <a:rPr lang="en-US" altLang="zh-CN" dirty="0">
                <a:ea typeface="楷体_GB2312"/>
              </a:rPr>
              <a:t>0</a:t>
            </a:r>
            <a:r>
              <a:rPr lang="zh-CN" altLang="en-US" dirty="0">
                <a:ea typeface="楷体_GB2312"/>
              </a:rPr>
              <a:t>”、“</a:t>
            </a:r>
            <a:r>
              <a:rPr lang="en-US" altLang="zh-CN" dirty="0">
                <a:ea typeface="楷体_GB2312"/>
              </a:rPr>
              <a:t>1</a:t>
            </a:r>
            <a:r>
              <a:rPr lang="zh-CN" altLang="en-US" dirty="0">
                <a:ea typeface="楷体_GB2312"/>
              </a:rPr>
              <a:t>”的出现概率分别是</a:t>
            </a:r>
            <a:r>
              <a:rPr lang="en-US" altLang="zh-CN" dirty="0"/>
              <a:t> p(0)=1/4, p(1)=3/4</a:t>
            </a:r>
            <a:r>
              <a:rPr lang="zh-CN" altLang="en-US" dirty="0">
                <a:ea typeface="楷体_GB2312"/>
              </a:rPr>
              <a:t>，则码元“</a:t>
            </a:r>
            <a:r>
              <a:rPr lang="en-US" altLang="zh-CN" dirty="0">
                <a:ea typeface="楷体_GB2312"/>
              </a:rPr>
              <a:t>0</a:t>
            </a:r>
            <a:r>
              <a:rPr lang="zh-CN" altLang="en-US" dirty="0">
                <a:ea typeface="楷体_GB2312"/>
              </a:rPr>
              <a:t>”、“</a:t>
            </a:r>
            <a:r>
              <a:rPr lang="en-US" altLang="zh-CN" dirty="0">
                <a:ea typeface="楷体_GB2312"/>
              </a:rPr>
              <a:t>1</a:t>
            </a:r>
            <a:r>
              <a:rPr lang="zh-CN" altLang="en-US" dirty="0">
                <a:ea typeface="楷体_GB2312"/>
              </a:rPr>
              <a:t>”所包含的自信息量是多少？</a:t>
            </a:r>
            <a:endParaRPr lang="zh-CN" altLang="en-US" dirty="0">
              <a:ea typeface="楷体_GB2312"/>
            </a:endParaRPr>
          </a:p>
          <a:p>
            <a:pPr eaLnBrk="1" hangingPunct="1">
              <a:buNone/>
              <a:defRPr/>
            </a:pPr>
            <a:r>
              <a:rPr lang="en-US" altLang="zh-CN" sz="3600" dirty="0"/>
              <a:t>			</a:t>
            </a:r>
            <a:r>
              <a:rPr lang="en-US" altLang="zh-CN" sz="3600" b="0" dirty="0"/>
              <a:t> </a:t>
            </a:r>
            <a:r>
              <a:rPr lang="en-US" altLang="zh-CN" sz="3200" b="0" i="1" dirty="0"/>
              <a:t>I</a:t>
            </a:r>
            <a:r>
              <a:rPr lang="en-US" altLang="zh-CN" sz="3200" b="0" dirty="0"/>
              <a:t>(0)= - </a:t>
            </a:r>
            <a:r>
              <a:rPr lang="en-US" altLang="zh-CN" sz="3200" b="0" dirty="0" err="1"/>
              <a:t>log</a:t>
            </a:r>
            <a:r>
              <a:rPr lang="en-US" altLang="zh-CN" sz="3200" b="0" baseline="-30000" dirty="0" err="1"/>
              <a:t>2</a:t>
            </a:r>
            <a:r>
              <a:rPr lang="en-US" altLang="zh-CN" sz="3200" b="0" baseline="-30000" dirty="0"/>
              <a:t> </a:t>
            </a:r>
            <a:r>
              <a:rPr lang="en-US" altLang="zh-CN" sz="3200" b="0" dirty="0"/>
              <a:t>(1/4)=</a:t>
            </a:r>
            <a:r>
              <a:rPr lang="en-US" altLang="zh-CN" sz="3200" b="0" dirty="0" err="1"/>
              <a:t>log</a:t>
            </a:r>
            <a:r>
              <a:rPr lang="en-US" altLang="zh-CN" sz="3200" b="0" baseline="-30000" dirty="0" err="1"/>
              <a:t>2</a:t>
            </a:r>
            <a:r>
              <a:rPr lang="en-US" altLang="zh-CN" sz="3200" b="0" dirty="0" err="1"/>
              <a:t>4</a:t>
            </a:r>
            <a:r>
              <a:rPr lang="en-US" altLang="zh-CN" sz="3200" b="0" dirty="0"/>
              <a:t>=2 bit</a:t>
            </a:r>
            <a:endParaRPr lang="en-US" altLang="zh-CN" sz="3200" b="0" dirty="0"/>
          </a:p>
          <a:p>
            <a:pPr lvl="1" eaLnBrk="1" hangingPunct="1">
              <a:buNone/>
              <a:defRPr/>
            </a:pPr>
            <a:r>
              <a:rPr lang="en-US" altLang="zh-CN" sz="3200" dirty="0"/>
              <a:t>  			 </a:t>
            </a:r>
            <a:r>
              <a:rPr lang="en-US" altLang="zh-CN" sz="3200" i="1" dirty="0"/>
              <a:t>I</a:t>
            </a:r>
            <a:r>
              <a:rPr lang="en-US" altLang="zh-CN" sz="3200" dirty="0"/>
              <a:t>(1)= - </a:t>
            </a:r>
            <a:r>
              <a:rPr lang="en-US" altLang="zh-CN" sz="3200" dirty="0" err="1"/>
              <a:t>log</a:t>
            </a:r>
            <a:r>
              <a:rPr lang="en-US" altLang="zh-CN" sz="3200" baseline="-30000" dirty="0" err="1"/>
              <a:t>2</a:t>
            </a:r>
            <a:r>
              <a:rPr lang="en-US" altLang="zh-CN" sz="3200" baseline="-30000" dirty="0"/>
              <a:t> </a:t>
            </a:r>
            <a:r>
              <a:rPr lang="en-US" altLang="zh-CN" sz="3200" dirty="0"/>
              <a:t>(3/4)=</a:t>
            </a:r>
            <a:r>
              <a:rPr lang="en-US" altLang="zh-CN" sz="3200" dirty="0" err="1"/>
              <a:t>log</a:t>
            </a:r>
            <a:r>
              <a:rPr lang="en-US" altLang="zh-CN" sz="3200" baseline="-30000" dirty="0" err="1"/>
              <a:t>2</a:t>
            </a:r>
            <a:r>
              <a:rPr lang="en-US" altLang="zh-CN" sz="3200" dirty="0"/>
              <a:t>(4/3)=0.415 bit</a:t>
            </a:r>
            <a:endParaRPr lang="zh-CN" altLang="en-US" sz="3200" dirty="0">
              <a:solidFill>
                <a:srgbClr val="CC00CC"/>
              </a:solidFill>
              <a:effectLst>
                <a:outerShdw blurRad="38100" dist="38100" dir="2700000" algn="tl">
                  <a:srgbClr val="000000"/>
                </a:outerShdw>
              </a:effectLst>
            </a:endParaRPr>
          </a:p>
          <a:p>
            <a:pPr>
              <a:buClr>
                <a:srgbClr val="FF0000"/>
              </a:buClr>
              <a:buNone/>
            </a:pPr>
            <a:endParaRPr lang="zh-CN" altLang="en-US" sz="3200" dirty="0">
              <a:solidFill>
                <a:srgbClr val="CC00CC"/>
              </a:solidFill>
              <a:effectLst>
                <a:outerShdw blurRad="38100" dist="38100" dir="2700000" algn="tl">
                  <a:srgbClr val="000000"/>
                </a:outerShdw>
              </a:effectLst>
              <a:ea typeface="楷体_GB2312" pitchFamily="49" charset="-122"/>
            </a:endParaRPr>
          </a:p>
        </p:txBody>
      </p:sp>
      <p:sp>
        <p:nvSpPr>
          <p:cNvPr id="4" name="标题 3"/>
          <p:cNvSpPr/>
          <p:nvPr/>
        </p:nvSpPr>
        <p:spPr>
          <a:xfrm>
            <a:off x="1156990" y="188641"/>
            <a:ext cx="9643533" cy="617537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b" anchorCtr="0" compatLnSpc="1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chemeClr val="tx2">
                    <a:lumMod val="7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rgbClr val="262673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rgbClr val="262673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rgbClr val="262673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rgbClr val="262673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342900" algn="l" rtl="0" fontAlgn="base">
              <a:spcBef>
                <a:spcPct val="0"/>
              </a:spcBef>
              <a:spcAft>
                <a:spcPct val="0"/>
              </a:spcAft>
              <a:defRPr kumimoji="1" sz="3300">
                <a:solidFill>
                  <a:schemeClr val="tx2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685800" algn="l" rtl="0" fontAlgn="base">
              <a:spcBef>
                <a:spcPct val="0"/>
              </a:spcBef>
              <a:spcAft>
                <a:spcPct val="0"/>
              </a:spcAft>
              <a:defRPr kumimoji="1" sz="3300">
                <a:solidFill>
                  <a:schemeClr val="tx2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1028700" algn="l" rtl="0" fontAlgn="base">
              <a:spcBef>
                <a:spcPct val="0"/>
              </a:spcBef>
              <a:spcAft>
                <a:spcPct val="0"/>
              </a:spcAft>
              <a:defRPr kumimoji="1" sz="3300">
                <a:solidFill>
                  <a:schemeClr val="tx2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1371600" algn="l" rtl="0" fontAlgn="base">
              <a:spcBef>
                <a:spcPct val="0"/>
              </a:spcBef>
              <a:spcAft>
                <a:spcPct val="0"/>
              </a:spcAft>
              <a:defRPr kumimoji="1" sz="3300">
                <a:solidFill>
                  <a:schemeClr val="tx2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marL="342900" lvl="1" indent="0" eaLnBrk="1" hangingPunct="1">
              <a:buNone/>
            </a:pPr>
            <a:r>
              <a:rPr lang="en-US" altLang="zh-CN" dirty="0">
                <a:sym typeface="+mn-ea"/>
              </a:rPr>
              <a:t>2.2 </a:t>
            </a:r>
            <a:r>
              <a:rPr lang="zh-CN" altLang="en-US" dirty="0">
                <a:sym typeface="+mn-ea"/>
              </a:rPr>
              <a:t>信源的信息熵</a:t>
            </a:r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808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5808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5808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808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5808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5808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808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55808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55808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83" name="Rectangle 23"/>
          <p:cNvSpPr>
            <a:spLocks noChangeArrowheads="1"/>
          </p:cNvSpPr>
          <p:nvPr/>
        </p:nvSpPr>
        <p:spPr bwMode="auto">
          <a:xfrm>
            <a:off x="1199456" y="1047658"/>
            <a:ext cx="6480175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buFont typeface="Wingdings" panose="05000000000000000000" pitchFamily="2" charset="2"/>
              <a:buChar char="n"/>
            </a:pPr>
            <a:r>
              <a:rPr lang="zh-CN" altLang="en-US" sz="2800" dirty="0">
                <a:solidFill>
                  <a:srgbClr val="0000FF"/>
                </a:solidFill>
                <a:latin typeface="楷体_GB2312" pitchFamily="49" charset="-122"/>
              </a:rPr>
              <a:t> 联合自信息量</a:t>
            </a:r>
            <a:r>
              <a:rPr lang="en-US" altLang="zh-CN" sz="2800" dirty="0">
                <a:solidFill>
                  <a:srgbClr val="0000FF"/>
                </a:solidFill>
                <a:latin typeface="楷体_GB2312" pitchFamily="49" charset="-122"/>
              </a:rPr>
              <a:t>(</a:t>
            </a:r>
            <a:r>
              <a:rPr lang="zh-CN" altLang="en-US" sz="2800" dirty="0">
                <a:solidFill>
                  <a:srgbClr val="0000FF"/>
                </a:solidFill>
                <a:latin typeface="楷体_GB2312" pitchFamily="49" charset="-122"/>
              </a:rPr>
              <a:t>两个随机事件</a:t>
            </a:r>
            <a:r>
              <a:rPr lang="en-US" altLang="zh-CN" sz="2800" dirty="0">
                <a:solidFill>
                  <a:srgbClr val="0000FF"/>
                </a:solidFill>
                <a:latin typeface="楷体_GB2312" pitchFamily="49" charset="-122"/>
              </a:rPr>
              <a:t>)</a:t>
            </a:r>
            <a:endParaRPr lang="en-US" altLang="zh-CN" sz="2800" dirty="0">
              <a:solidFill>
                <a:srgbClr val="0000FF"/>
              </a:solidFill>
              <a:latin typeface="楷体_GB2312" pitchFamily="49" charset="-122"/>
            </a:endParaRPr>
          </a:p>
        </p:txBody>
      </p:sp>
      <p:sp>
        <p:nvSpPr>
          <p:cNvPr id="66584" name="Rectangle 24"/>
          <p:cNvSpPr>
            <a:spLocks noChangeArrowheads="1"/>
          </p:cNvSpPr>
          <p:nvPr/>
        </p:nvSpPr>
        <p:spPr bwMode="auto">
          <a:xfrm>
            <a:off x="1482725" y="1700530"/>
            <a:ext cx="10029825" cy="49866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zh-CN" altLang="en-US" sz="2800" dirty="0"/>
              <a:t>二维联合集</a:t>
            </a:r>
            <a:r>
              <a:rPr lang="en-US" altLang="zh-CN" sz="2800" i="1" dirty="0" err="1"/>
              <a:t>XY</a:t>
            </a:r>
            <a:r>
              <a:rPr lang="zh-CN" altLang="en-US" sz="2800" dirty="0"/>
              <a:t>上的元素</a:t>
            </a:r>
            <a:r>
              <a:rPr lang="en-US" altLang="zh-CN" sz="2800" dirty="0"/>
              <a:t>(</a:t>
            </a:r>
            <a:r>
              <a:rPr lang="en-US" altLang="zh-CN" sz="2800" i="1" dirty="0"/>
              <a:t>x</a:t>
            </a:r>
            <a:r>
              <a:rPr lang="en-US" altLang="zh-CN" sz="2800" i="1" baseline="-25000" dirty="0"/>
              <a:t>i </a:t>
            </a:r>
            <a:r>
              <a:rPr lang="zh-CN" altLang="en-US" sz="2800" baseline="-25000" dirty="0"/>
              <a:t>，</a:t>
            </a:r>
            <a:r>
              <a:rPr lang="en-US" altLang="zh-CN" sz="2800" i="1" dirty="0" err="1"/>
              <a:t>y</a:t>
            </a:r>
            <a:r>
              <a:rPr lang="en-US" altLang="zh-CN" sz="2800" i="1" baseline="-25000" dirty="0" err="1"/>
              <a:t>j</a:t>
            </a:r>
            <a:r>
              <a:rPr lang="en-US" altLang="zh-CN" sz="2800" dirty="0"/>
              <a:t>)</a:t>
            </a:r>
            <a:r>
              <a:rPr lang="zh-CN" altLang="en-US" sz="2800" dirty="0"/>
              <a:t>的联合自信息量定义为：</a:t>
            </a:r>
            <a:endParaRPr lang="zh-CN" altLang="en-US" sz="2800" dirty="0"/>
          </a:p>
          <a:p>
            <a:endParaRPr lang="zh-CN" altLang="en-US" sz="2800" dirty="0"/>
          </a:p>
          <a:p>
            <a:endParaRPr lang="en-US" altLang="zh-CN" sz="2800" i="1" dirty="0">
              <a:solidFill>
                <a:srgbClr val="FF0000"/>
              </a:solidFill>
            </a:endParaRPr>
          </a:p>
          <a:p>
            <a:endParaRPr lang="en-US" altLang="zh-CN" sz="2800" i="1" dirty="0">
              <a:solidFill>
                <a:srgbClr val="FF0000"/>
              </a:solidFill>
            </a:endParaRPr>
          </a:p>
          <a:p>
            <a:endParaRPr lang="en-US" altLang="zh-CN" sz="2800" i="1" dirty="0">
              <a:solidFill>
                <a:srgbClr val="FF0000"/>
              </a:solidFill>
            </a:endParaRPr>
          </a:p>
          <a:p>
            <a:endParaRPr lang="en-US" altLang="zh-CN" sz="2800" i="1" dirty="0">
              <a:solidFill>
                <a:srgbClr val="FF0000"/>
              </a:solidFill>
            </a:endParaRPr>
          </a:p>
          <a:p>
            <a:endParaRPr lang="en-US" altLang="zh-CN" sz="1800" dirty="0">
              <a:solidFill>
                <a:srgbClr val="0000FF"/>
              </a:solidFill>
            </a:endParaRPr>
          </a:p>
          <a:p>
            <a:endParaRPr lang="en-US" altLang="zh-CN" sz="1800" dirty="0">
              <a:solidFill>
                <a:srgbClr val="0000FF"/>
              </a:solidFill>
            </a:endParaRPr>
          </a:p>
          <a:p>
            <a:endParaRPr lang="en-US" altLang="zh-CN" sz="1800" dirty="0">
              <a:solidFill>
                <a:srgbClr val="0000FF"/>
              </a:solidFill>
            </a:endParaRPr>
          </a:p>
          <a:p>
            <a:pPr marL="0" indent="0" latinLnBrk="0">
              <a:lnSpc>
                <a:spcPct val="130000"/>
              </a:lnSpc>
            </a:pPr>
            <a:endParaRPr lang="en-US" altLang="zh-CN" sz="1800" dirty="0">
              <a:solidFill>
                <a:srgbClr val="0000FF"/>
              </a:solidFill>
            </a:endParaRPr>
          </a:p>
          <a:p>
            <a:pPr marL="0" indent="0" latinLnBrk="0">
              <a:lnSpc>
                <a:spcPct val="130000"/>
              </a:lnSpc>
            </a:pPr>
            <a:r>
              <a:rPr lang="zh-CN" altLang="en-US" sz="2800" dirty="0">
                <a:solidFill>
                  <a:srgbClr val="0000FF"/>
                </a:solidFill>
              </a:rPr>
              <a:t>含义：</a:t>
            </a:r>
            <a:r>
              <a:rPr lang="en-US" altLang="zh-CN" sz="2800" dirty="0">
                <a:solidFill>
                  <a:srgbClr val="0000FF"/>
                </a:solidFill>
              </a:rPr>
              <a:t> </a:t>
            </a:r>
            <a:r>
              <a:rPr lang="en-US" altLang="zh-CN" sz="2800" i="1" dirty="0">
                <a:solidFill>
                  <a:srgbClr val="0000FF"/>
                </a:solidFill>
              </a:rPr>
              <a:t>X</a:t>
            </a:r>
            <a:r>
              <a:rPr lang="en-US" altLang="zh-CN" sz="2800" dirty="0">
                <a:solidFill>
                  <a:srgbClr val="0000FF"/>
                </a:solidFill>
              </a:rPr>
              <a:t>=</a:t>
            </a:r>
            <a:r>
              <a:rPr lang="en-US" altLang="zh-CN" sz="2800" i="1" dirty="0">
                <a:solidFill>
                  <a:srgbClr val="0000FF"/>
                </a:solidFill>
              </a:rPr>
              <a:t>x</a:t>
            </a:r>
            <a:r>
              <a:rPr lang="en-US" altLang="zh-CN" sz="2800" i="1" baseline="-25000" dirty="0">
                <a:solidFill>
                  <a:srgbClr val="0000FF"/>
                </a:solidFill>
              </a:rPr>
              <a:t>i</a:t>
            </a:r>
            <a:r>
              <a:rPr lang="zh-CN" altLang="en-US" sz="2800" dirty="0">
                <a:solidFill>
                  <a:srgbClr val="0000FF"/>
                </a:solidFill>
              </a:rPr>
              <a:t>，</a:t>
            </a:r>
            <a:r>
              <a:rPr lang="en-US" altLang="zh-CN" sz="2800" i="1" dirty="0">
                <a:solidFill>
                  <a:srgbClr val="0000FF"/>
                </a:solidFill>
              </a:rPr>
              <a:t>Y</a:t>
            </a:r>
            <a:r>
              <a:rPr lang="en-US" altLang="zh-CN" sz="2800" dirty="0">
                <a:solidFill>
                  <a:srgbClr val="0000FF"/>
                </a:solidFill>
              </a:rPr>
              <a:t>=</a:t>
            </a:r>
            <a:r>
              <a:rPr lang="en-US" altLang="zh-CN" sz="2800" i="1" dirty="0" err="1">
                <a:solidFill>
                  <a:srgbClr val="0000FF"/>
                </a:solidFill>
              </a:rPr>
              <a:t>y</a:t>
            </a:r>
            <a:r>
              <a:rPr lang="en-US" altLang="zh-CN" sz="2800" i="1" baseline="-25000" dirty="0" err="1">
                <a:solidFill>
                  <a:srgbClr val="0000FF"/>
                </a:solidFill>
              </a:rPr>
              <a:t>j</a:t>
            </a:r>
            <a:r>
              <a:rPr lang="en-US" altLang="zh-CN" sz="2800" dirty="0">
                <a:solidFill>
                  <a:srgbClr val="0000FF"/>
                </a:solidFill>
              </a:rPr>
              <a:t> </a:t>
            </a:r>
            <a:r>
              <a:rPr lang="zh-CN" altLang="en-US" sz="2800" dirty="0">
                <a:solidFill>
                  <a:srgbClr val="FF0000"/>
                </a:solidFill>
              </a:rPr>
              <a:t>同时发生</a:t>
            </a:r>
            <a:r>
              <a:rPr lang="zh-CN" altLang="en-US" sz="2800" dirty="0">
                <a:solidFill>
                  <a:srgbClr val="0000FF"/>
                </a:solidFill>
              </a:rPr>
              <a:t>时，带来的信息量</a:t>
            </a:r>
            <a:endParaRPr lang="zh-CN" altLang="en-US" sz="2800" dirty="0">
              <a:solidFill>
                <a:srgbClr val="0000FF"/>
              </a:solidFill>
            </a:endParaRPr>
          </a:p>
          <a:p>
            <a:pPr marL="0" indent="0" latinLnBrk="0">
              <a:lnSpc>
                <a:spcPct val="130000"/>
              </a:lnSpc>
            </a:pPr>
            <a:r>
              <a:rPr lang="zh-CN" altLang="en-US" sz="2800" dirty="0">
                <a:solidFill>
                  <a:srgbClr val="0000FF"/>
                </a:solidFill>
              </a:rPr>
              <a:t>特例：</a:t>
            </a:r>
            <a:r>
              <a:rPr lang="en-US" altLang="zh-CN" sz="2800" dirty="0">
                <a:solidFill>
                  <a:srgbClr val="0000FF"/>
                </a:solidFill>
              </a:rPr>
              <a:t> </a:t>
            </a:r>
            <a:r>
              <a:rPr lang="zh-CN" altLang="en-US" sz="2800" dirty="0">
                <a:solidFill>
                  <a:srgbClr val="0000FF"/>
                </a:solidFill>
              </a:rPr>
              <a:t>若</a:t>
            </a:r>
            <a:r>
              <a:rPr lang="en-US" altLang="zh-CN" sz="2800" i="1" dirty="0">
                <a:solidFill>
                  <a:srgbClr val="0000FF"/>
                </a:solidFill>
              </a:rPr>
              <a:t>X</a:t>
            </a:r>
            <a:r>
              <a:rPr lang="zh-CN" altLang="en-US" sz="2800" dirty="0">
                <a:solidFill>
                  <a:srgbClr val="0000FF"/>
                </a:solidFill>
              </a:rPr>
              <a:t>、</a:t>
            </a:r>
            <a:r>
              <a:rPr lang="en-US" altLang="zh-CN" sz="2800" i="1" dirty="0">
                <a:solidFill>
                  <a:srgbClr val="0000FF"/>
                </a:solidFill>
              </a:rPr>
              <a:t>Y </a:t>
            </a:r>
            <a:r>
              <a:rPr lang="zh-CN" altLang="en-US" sz="2800" dirty="0">
                <a:solidFill>
                  <a:srgbClr val="0000FF"/>
                </a:solidFill>
              </a:rPr>
              <a:t>独立，则</a:t>
            </a:r>
            <a:r>
              <a:rPr lang="en-US" altLang="zh-CN" sz="2800" i="1" dirty="0">
                <a:solidFill>
                  <a:srgbClr val="0000FF"/>
                </a:solidFill>
              </a:rPr>
              <a:t>I</a:t>
            </a:r>
            <a:r>
              <a:rPr lang="en-US" altLang="zh-CN" sz="2800" dirty="0">
                <a:solidFill>
                  <a:srgbClr val="0000FF"/>
                </a:solidFill>
              </a:rPr>
              <a:t>(</a:t>
            </a:r>
            <a:r>
              <a:rPr lang="en-US" altLang="zh-CN" sz="2800" i="1" dirty="0">
                <a:solidFill>
                  <a:srgbClr val="0000FF"/>
                </a:solidFill>
              </a:rPr>
              <a:t>x</a:t>
            </a:r>
            <a:r>
              <a:rPr lang="en-US" altLang="zh-CN" sz="2800" i="1" baseline="-25000" dirty="0">
                <a:solidFill>
                  <a:srgbClr val="0000FF"/>
                </a:solidFill>
              </a:rPr>
              <a:t>i</a:t>
            </a:r>
            <a:r>
              <a:rPr lang="zh-CN" altLang="en-US" sz="2800" i="1" dirty="0">
                <a:solidFill>
                  <a:srgbClr val="0000FF"/>
                </a:solidFill>
              </a:rPr>
              <a:t> </a:t>
            </a:r>
            <a:r>
              <a:rPr lang="en-US" altLang="zh-CN" sz="2800" dirty="0">
                <a:solidFill>
                  <a:srgbClr val="0000FF"/>
                </a:solidFill>
              </a:rPr>
              <a:t>,</a:t>
            </a:r>
            <a:r>
              <a:rPr lang="zh-CN" altLang="en-US" sz="2800" i="1" dirty="0">
                <a:solidFill>
                  <a:srgbClr val="0000FF"/>
                </a:solidFill>
              </a:rPr>
              <a:t> </a:t>
            </a:r>
            <a:r>
              <a:rPr lang="en-US" altLang="zh-CN" sz="2800" i="1" dirty="0" err="1">
                <a:solidFill>
                  <a:srgbClr val="0000FF"/>
                </a:solidFill>
              </a:rPr>
              <a:t>y</a:t>
            </a:r>
            <a:r>
              <a:rPr lang="en-US" altLang="zh-CN" sz="2800" i="1" baseline="-25000" dirty="0" err="1">
                <a:solidFill>
                  <a:srgbClr val="0000FF"/>
                </a:solidFill>
              </a:rPr>
              <a:t>j</a:t>
            </a:r>
            <a:r>
              <a:rPr lang="en-US" altLang="zh-CN" sz="2800" dirty="0">
                <a:solidFill>
                  <a:srgbClr val="0000FF"/>
                </a:solidFill>
              </a:rPr>
              <a:t>) = </a:t>
            </a:r>
            <a:r>
              <a:rPr lang="en-US" altLang="zh-CN" sz="2800" i="1" dirty="0">
                <a:solidFill>
                  <a:srgbClr val="0000FF"/>
                </a:solidFill>
              </a:rPr>
              <a:t>I</a:t>
            </a:r>
            <a:r>
              <a:rPr lang="en-US" altLang="zh-CN" sz="2800" dirty="0">
                <a:solidFill>
                  <a:srgbClr val="0000FF"/>
                </a:solidFill>
              </a:rPr>
              <a:t>(</a:t>
            </a:r>
            <a:r>
              <a:rPr lang="en-US" altLang="zh-CN" sz="2800" i="1" dirty="0">
                <a:solidFill>
                  <a:srgbClr val="0000FF"/>
                </a:solidFill>
              </a:rPr>
              <a:t>x</a:t>
            </a:r>
            <a:r>
              <a:rPr lang="en-US" altLang="zh-CN" sz="2800" i="1" baseline="-25000" dirty="0">
                <a:solidFill>
                  <a:srgbClr val="0000FF"/>
                </a:solidFill>
              </a:rPr>
              <a:t>i</a:t>
            </a:r>
            <a:r>
              <a:rPr lang="en-US" altLang="zh-CN" sz="2800" dirty="0">
                <a:solidFill>
                  <a:srgbClr val="0000FF"/>
                </a:solidFill>
              </a:rPr>
              <a:t>) + </a:t>
            </a:r>
            <a:r>
              <a:rPr lang="en-US" altLang="zh-CN" sz="2800" i="1" dirty="0">
                <a:solidFill>
                  <a:srgbClr val="0000FF"/>
                </a:solidFill>
              </a:rPr>
              <a:t>I</a:t>
            </a:r>
            <a:r>
              <a:rPr lang="en-US" altLang="zh-CN" sz="2800" dirty="0">
                <a:solidFill>
                  <a:srgbClr val="0000FF"/>
                </a:solidFill>
              </a:rPr>
              <a:t>(</a:t>
            </a:r>
            <a:r>
              <a:rPr lang="en-US" altLang="zh-CN" sz="2800" i="1" dirty="0" err="1">
                <a:solidFill>
                  <a:srgbClr val="0000FF"/>
                </a:solidFill>
              </a:rPr>
              <a:t>y</a:t>
            </a:r>
            <a:r>
              <a:rPr lang="en-US" altLang="zh-CN" sz="2800" i="1" baseline="-25000" dirty="0" err="1">
                <a:solidFill>
                  <a:srgbClr val="0000FF"/>
                </a:solidFill>
              </a:rPr>
              <a:t>j</a:t>
            </a:r>
            <a:r>
              <a:rPr lang="en-US" altLang="zh-CN" sz="2800" dirty="0">
                <a:solidFill>
                  <a:srgbClr val="0000FF"/>
                </a:solidFill>
              </a:rPr>
              <a:t>)</a:t>
            </a:r>
            <a:endParaRPr lang="en-US" altLang="zh-CN" sz="2800" dirty="0">
              <a:solidFill>
                <a:srgbClr val="0000FF"/>
              </a:solidFill>
            </a:endParaRPr>
          </a:p>
        </p:txBody>
      </p:sp>
      <p:graphicFrame>
        <p:nvGraphicFramePr>
          <p:cNvPr id="66585" name="Object 25"/>
          <p:cNvGraphicFramePr>
            <a:graphicFrameLocks noGrp="1" noChangeAspect="1"/>
          </p:cNvGraphicFramePr>
          <p:nvPr>
            <p:ph sz="half" idx="1"/>
          </p:nvPr>
        </p:nvGraphicFramePr>
        <p:xfrm>
          <a:off x="4151630" y="2559050"/>
          <a:ext cx="4227830" cy="663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376" name="Equation" r:id="rId1" imgW="36880800" imgH="5791200" progId="Equation.DSMT4">
                  <p:embed/>
                </p:oleObj>
              </mc:Choice>
              <mc:Fallback>
                <p:oleObj name="Equation" r:id="rId1" imgW="36880800" imgH="5791200" progId="Equation.DSMT4">
                  <p:embed/>
                  <p:pic>
                    <p:nvPicPr>
                      <p:cNvPr id="0" name="Object 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51630" y="2559050"/>
                        <a:ext cx="4227830" cy="663575"/>
                      </a:xfrm>
                      <a:prstGeom prst="rect">
                        <a:avLst/>
                      </a:prstGeom>
                      <a:solidFill>
                        <a:srgbClr val="CCFFFF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6591" name="Object 31"/>
          <p:cNvGraphicFramePr>
            <a:graphicFrameLocks noGrp="1" noChangeAspect="1"/>
          </p:cNvGraphicFramePr>
          <p:nvPr>
            <p:ph sz="half" idx="2"/>
          </p:nvPr>
        </p:nvGraphicFramePr>
        <p:xfrm>
          <a:off x="695325" y="3429000"/>
          <a:ext cx="10817225" cy="2066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377" name="Equation" r:id="rId3" imgW="118262400" imgH="20726400" progId="Equation.DSMT4">
                  <p:embed/>
                </p:oleObj>
              </mc:Choice>
              <mc:Fallback>
                <p:oleObj name="Equation" r:id="rId3" imgW="118262400" imgH="20726400" progId="Equation.DSMT4">
                  <p:embed/>
                  <p:pic>
                    <p:nvPicPr>
                      <p:cNvPr id="0" name="Object 3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5325" y="3429000"/>
                        <a:ext cx="10817225" cy="20669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Rectangle 2"/>
          <p:cNvSpPr txBox="1">
            <a:spLocks noChangeArrowheads="1"/>
          </p:cNvSpPr>
          <p:nvPr/>
        </p:nvSpPr>
        <p:spPr bwMode="auto">
          <a:xfrm>
            <a:off x="2514600" y="195264"/>
            <a:ext cx="7232650" cy="6175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rgbClr val="262673"/>
                </a:solidFill>
                <a:latin typeface="宋体" panose="02010600030101010101" pitchFamily="2" charset="-122"/>
                <a:ea typeface="宋体" panose="02010600030101010101" pitchFamily="2" charset="-122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rgbClr val="262673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rgbClr val="262673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rgbClr val="262673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rgbClr val="262673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342900" algn="l" rtl="0" fontAlgn="base">
              <a:spcBef>
                <a:spcPct val="0"/>
              </a:spcBef>
              <a:spcAft>
                <a:spcPct val="0"/>
              </a:spcAft>
              <a:defRPr kumimoji="1" sz="3300">
                <a:solidFill>
                  <a:schemeClr val="tx2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685800" algn="l" rtl="0" fontAlgn="base">
              <a:spcBef>
                <a:spcPct val="0"/>
              </a:spcBef>
              <a:spcAft>
                <a:spcPct val="0"/>
              </a:spcAft>
              <a:defRPr kumimoji="1" sz="3300">
                <a:solidFill>
                  <a:schemeClr val="tx2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1028700" algn="l" rtl="0" fontAlgn="base">
              <a:spcBef>
                <a:spcPct val="0"/>
              </a:spcBef>
              <a:spcAft>
                <a:spcPct val="0"/>
              </a:spcAft>
              <a:defRPr kumimoji="1" sz="3300">
                <a:solidFill>
                  <a:schemeClr val="tx2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1371600" algn="l" rtl="0" fontAlgn="base">
              <a:spcBef>
                <a:spcPct val="0"/>
              </a:spcBef>
              <a:spcAft>
                <a:spcPct val="0"/>
              </a:spcAft>
              <a:defRPr kumimoji="1" sz="3300">
                <a:solidFill>
                  <a:schemeClr val="tx2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marL="342900" lvl="1" indent="0" eaLnBrk="1" hangingPunct="1">
              <a:buNone/>
            </a:pPr>
            <a:r>
              <a:rPr lang="en-US" altLang="zh-CN" kern="0" dirty="0"/>
              <a:t>2.2 </a:t>
            </a:r>
            <a:r>
              <a:rPr lang="zh-CN" altLang="en-US" dirty="0">
                <a:sym typeface="+mn-ea"/>
              </a:rPr>
              <a:t>信源的信息熵</a:t>
            </a:r>
            <a:endParaRPr lang="zh-CN" altLang="en-US" kern="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11" name="Rectangle 11"/>
          <p:cNvSpPr>
            <a:spLocks noChangeArrowheads="1"/>
          </p:cNvSpPr>
          <p:nvPr/>
        </p:nvSpPr>
        <p:spPr bwMode="auto">
          <a:xfrm>
            <a:off x="1343472" y="1009960"/>
            <a:ext cx="7848600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buFont typeface="Wingdings" panose="05000000000000000000" pitchFamily="2" charset="2"/>
              <a:buChar char="n"/>
            </a:pPr>
            <a:r>
              <a:rPr lang="zh-CN" altLang="en-US" sz="2800" dirty="0">
                <a:solidFill>
                  <a:srgbClr val="0000FF"/>
                </a:solidFill>
                <a:latin typeface="楷体_GB2312" pitchFamily="49" charset="-122"/>
              </a:rPr>
              <a:t> 条件自信息量（两个随机事件）</a:t>
            </a:r>
            <a:endParaRPr lang="zh-CN" altLang="en-US" sz="2800" dirty="0">
              <a:solidFill>
                <a:srgbClr val="0000FF"/>
              </a:solidFill>
              <a:latin typeface="楷体_GB2312" pitchFamily="49" charset="-122"/>
            </a:endParaRPr>
          </a:p>
        </p:txBody>
      </p:sp>
      <p:sp>
        <p:nvSpPr>
          <p:cNvPr id="102415" name="Rectangle 15"/>
          <p:cNvSpPr>
            <a:spLocks noChangeArrowheads="1"/>
          </p:cNvSpPr>
          <p:nvPr/>
        </p:nvSpPr>
        <p:spPr bwMode="auto">
          <a:xfrm>
            <a:off x="1343660" y="1498600"/>
            <a:ext cx="10002520" cy="12109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0" indent="0" latinLnBrk="0">
              <a:lnSpc>
                <a:spcPct val="130000"/>
              </a:lnSpc>
            </a:pPr>
            <a:r>
              <a:rPr lang="zh-CN" altLang="en-US" sz="2800" dirty="0"/>
              <a:t>    二维联合集</a:t>
            </a:r>
            <a:r>
              <a:rPr lang="en-US" altLang="zh-CN" sz="2800" i="1" dirty="0" err="1"/>
              <a:t>XY</a:t>
            </a:r>
            <a:r>
              <a:rPr lang="zh-CN" altLang="en-US" sz="2800" dirty="0"/>
              <a:t>中，对于事件</a:t>
            </a:r>
            <a:r>
              <a:rPr lang="en-US" altLang="zh-CN" sz="2800" i="1" dirty="0"/>
              <a:t>x</a:t>
            </a:r>
            <a:r>
              <a:rPr lang="en-US" altLang="zh-CN" sz="2800" i="1" baseline="-25000" dirty="0"/>
              <a:t>i</a:t>
            </a:r>
            <a:r>
              <a:rPr lang="zh-CN" altLang="en-US" sz="2800" dirty="0"/>
              <a:t>和</a:t>
            </a:r>
            <a:r>
              <a:rPr lang="en-US" altLang="zh-CN" sz="2800" i="1" dirty="0" err="1"/>
              <a:t>y</a:t>
            </a:r>
            <a:r>
              <a:rPr lang="en-US" altLang="zh-CN" sz="2800" i="1" baseline="-25000" dirty="0" err="1"/>
              <a:t>j</a:t>
            </a:r>
            <a:r>
              <a:rPr lang="zh-CN" altLang="en-US" sz="2800" dirty="0"/>
              <a:t>，在给定事件</a:t>
            </a:r>
            <a:r>
              <a:rPr lang="en-US" altLang="zh-CN" sz="2800" i="1" dirty="0" err="1"/>
              <a:t>y</a:t>
            </a:r>
            <a:r>
              <a:rPr lang="en-US" altLang="zh-CN" sz="2800" i="1" baseline="-25000" dirty="0" err="1"/>
              <a:t>j</a:t>
            </a:r>
            <a:r>
              <a:rPr lang="zh-CN" altLang="en-US" sz="2800" dirty="0"/>
              <a:t>的条件下发生事件</a:t>
            </a:r>
            <a:r>
              <a:rPr lang="en-US" altLang="zh-CN" sz="2800" i="1" dirty="0"/>
              <a:t>x</a:t>
            </a:r>
            <a:r>
              <a:rPr lang="en-US" altLang="zh-CN" sz="2800" i="1" baseline="-25000" dirty="0"/>
              <a:t>i</a:t>
            </a:r>
            <a:r>
              <a:rPr lang="zh-CN" altLang="en-US" sz="2800" dirty="0"/>
              <a:t>带来的信息量，定义为</a:t>
            </a:r>
            <a:r>
              <a:rPr lang="zh-CN" altLang="en-US" sz="2800" dirty="0">
                <a:solidFill>
                  <a:srgbClr val="FF0000"/>
                </a:solidFill>
              </a:rPr>
              <a:t>条件自信息量</a:t>
            </a:r>
            <a:r>
              <a:rPr lang="zh-CN" altLang="en-US" sz="2800" dirty="0"/>
              <a:t>：</a:t>
            </a:r>
            <a:endParaRPr lang="zh-CN" altLang="en-US" sz="2800" dirty="0">
              <a:solidFill>
                <a:srgbClr val="0000FF"/>
              </a:solidFill>
            </a:endParaRPr>
          </a:p>
        </p:txBody>
      </p:sp>
      <p:graphicFrame>
        <p:nvGraphicFramePr>
          <p:cNvPr id="102416" name="Object 16"/>
          <p:cNvGraphicFramePr>
            <a:graphicFrameLocks noGrp="1" noChangeAspect="1"/>
          </p:cNvGraphicFramePr>
          <p:nvPr>
            <p:ph/>
          </p:nvPr>
        </p:nvGraphicFramePr>
        <p:xfrm>
          <a:off x="3863975" y="2709545"/>
          <a:ext cx="5045075" cy="76073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400" name="Equation" r:id="rId1" imgW="38404800" imgH="5791200" progId="Equation.DSMT4">
                  <p:embed/>
                </p:oleObj>
              </mc:Choice>
              <mc:Fallback>
                <p:oleObj name="Equation" r:id="rId1" imgW="38404800" imgH="5791200" progId="Equation.DSMT4">
                  <p:embed/>
                  <p:pic>
                    <p:nvPicPr>
                      <p:cNvPr id="0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63975" y="2709545"/>
                        <a:ext cx="5045075" cy="760730"/>
                      </a:xfrm>
                      <a:prstGeom prst="rect">
                        <a:avLst/>
                      </a:prstGeom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2418" name="Rectangle 18"/>
          <p:cNvSpPr>
            <a:spLocks noChangeArrowheads="1"/>
          </p:cNvSpPr>
          <p:nvPr/>
        </p:nvSpPr>
        <p:spPr bwMode="auto">
          <a:xfrm>
            <a:off x="1029335" y="3645535"/>
            <a:ext cx="10293985" cy="3311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 eaLnBrk="0" hangingPunct="0">
              <a:spcBef>
                <a:spcPct val="20000"/>
              </a:spcBef>
              <a:buChar char="•"/>
              <a:defRPr kumimoji="1" sz="3200" b="1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 b="1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 b="1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 b="1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 b="1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9pPr>
          </a:lstStyle>
          <a:p>
            <a:pPr lvl="1"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zh-CN" altLang="en-US" dirty="0">
                <a:solidFill>
                  <a:srgbClr val="0000FF"/>
                </a:solidFill>
                <a:latin typeface="楷体_GB2312" pitchFamily="49" charset="-122"/>
                <a:ea typeface="楷体_GB2312" pitchFamily="49" charset="-122"/>
              </a:rPr>
              <a:t>联合自信息量</a:t>
            </a:r>
            <a:r>
              <a:rPr lang="zh-CN" altLang="en-US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和</a:t>
            </a:r>
            <a:r>
              <a:rPr lang="zh-CN" altLang="en-US" dirty="0">
                <a:solidFill>
                  <a:srgbClr val="0000FF"/>
                </a:solidFill>
                <a:latin typeface="楷体_GB2312" pitchFamily="49" charset="-122"/>
                <a:ea typeface="楷体_GB2312" pitchFamily="49" charset="-122"/>
              </a:rPr>
              <a:t>条件自信息量</a:t>
            </a:r>
            <a:r>
              <a:rPr lang="zh-CN" altLang="en-US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也满足</a:t>
            </a:r>
            <a:r>
              <a:rPr lang="zh-CN" altLang="en-US" dirty="0">
                <a:solidFill>
                  <a:srgbClr val="0000FF"/>
                </a:solidFill>
                <a:latin typeface="楷体_GB2312" pitchFamily="49" charset="-122"/>
                <a:ea typeface="楷体_GB2312" pitchFamily="49" charset="-122"/>
              </a:rPr>
              <a:t>非负</a:t>
            </a:r>
            <a:r>
              <a:rPr lang="zh-CN" altLang="en-US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和</a:t>
            </a:r>
            <a:r>
              <a:rPr lang="zh-CN" altLang="en-US" dirty="0">
                <a:solidFill>
                  <a:srgbClr val="0000FF"/>
                </a:solidFill>
                <a:latin typeface="楷体_GB2312" pitchFamily="49" charset="-122"/>
                <a:ea typeface="楷体_GB2312" pitchFamily="49" charset="-122"/>
              </a:rPr>
              <a:t>单调递减性</a:t>
            </a:r>
            <a:r>
              <a:rPr lang="zh-CN" altLang="en-US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。</a:t>
            </a:r>
            <a:endParaRPr lang="zh-CN" altLang="en-US" dirty="0">
              <a:solidFill>
                <a:schemeClr val="tx1"/>
              </a:solidFill>
              <a:latin typeface="楷体_GB2312" pitchFamily="49" charset="-122"/>
              <a:ea typeface="楷体_GB2312" pitchFamily="49" charset="-122"/>
            </a:endParaRPr>
          </a:p>
          <a:p>
            <a:pPr lvl="1"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zh-CN" altLang="en-US" dirty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关系：</a:t>
            </a:r>
            <a:endParaRPr lang="en-US" altLang="zh-CN" dirty="0">
              <a:solidFill>
                <a:srgbClr val="FF0000"/>
              </a:solidFill>
              <a:latin typeface="楷体_GB2312" pitchFamily="49" charset="-122"/>
              <a:ea typeface="楷体_GB2312" pitchFamily="49" charset="-122"/>
            </a:endParaRPr>
          </a:p>
          <a:p>
            <a:pPr lvl="1">
              <a:buClr>
                <a:srgbClr val="FF0000"/>
              </a:buClr>
              <a:buFont typeface="Wingdings" panose="05000000000000000000" pitchFamily="2" charset="2"/>
              <a:buChar char="Ø"/>
            </a:pPr>
            <a:endParaRPr lang="en-US" altLang="zh-CN" dirty="0">
              <a:solidFill>
                <a:srgbClr val="FF0000"/>
              </a:solidFill>
              <a:latin typeface="楷体_GB2312" pitchFamily="49" charset="-122"/>
              <a:ea typeface="楷体_GB2312" pitchFamily="49" charset="-122"/>
            </a:endParaRPr>
          </a:p>
          <a:p>
            <a:pPr lvl="1">
              <a:buClr>
                <a:srgbClr val="FF0000"/>
              </a:buClr>
              <a:buFont typeface="Wingdings" panose="05000000000000000000" pitchFamily="2" charset="2"/>
              <a:buChar char="Ø"/>
            </a:pPr>
            <a:endParaRPr lang="en-US" altLang="zh-CN" dirty="0">
              <a:solidFill>
                <a:srgbClr val="FF0000"/>
              </a:solidFill>
              <a:latin typeface="楷体_GB2312" pitchFamily="49" charset="-122"/>
              <a:ea typeface="楷体_GB2312" pitchFamily="49" charset="-122"/>
            </a:endParaRPr>
          </a:p>
          <a:p>
            <a:pPr lvl="1"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zh-CN" altLang="en-US" dirty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推广：</a:t>
            </a:r>
            <a:endParaRPr lang="en-US" altLang="zh-CN" dirty="0">
              <a:solidFill>
                <a:srgbClr val="FF0000"/>
              </a:solidFill>
              <a:latin typeface="楷体_GB2312" pitchFamily="49" charset="-122"/>
              <a:ea typeface="楷体_GB2312" pitchFamily="49" charset="-122"/>
            </a:endParaRPr>
          </a:p>
          <a:p>
            <a:pPr marL="457200" lvl="1" indent="0">
              <a:buClr>
                <a:srgbClr val="FF0000"/>
              </a:buClr>
              <a:buNone/>
            </a:pPr>
            <a:endParaRPr lang="en-US" altLang="zh-CN" dirty="0">
              <a:solidFill>
                <a:srgbClr val="FF0000"/>
              </a:solidFill>
              <a:latin typeface="楷体_GB2312" pitchFamily="49" charset="-122"/>
              <a:ea typeface="楷体_GB2312" pitchFamily="49" charset="-122"/>
            </a:endParaRPr>
          </a:p>
          <a:p>
            <a:pPr marL="457200" lvl="1" indent="0">
              <a:buClr>
                <a:srgbClr val="FF0000"/>
              </a:buClr>
              <a:buNone/>
            </a:pPr>
            <a:endParaRPr lang="zh-CN" altLang="en-US" dirty="0">
              <a:solidFill>
                <a:srgbClr val="FF0000"/>
              </a:solidFill>
              <a:latin typeface="楷体_GB2312" pitchFamily="49" charset="-122"/>
              <a:ea typeface="楷体_GB2312" pitchFamily="49" charset="-122"/>
            </a:endParaRPr>
          </a:p>
          <a:p>
            <a:pPr lvl="2"/>
            <a:endParaRPr lang="zh-CN" altLang="en-US" sz="2800" dirty="0">
              <a:solidFill>
                <a:schemeClr val="tx1"/>
              </a:solidFill>
              <a:latin typeface="楷体_GB2312" pitchFamily="49" charset="-122"/>
              <a:ea typeface="楷体_GB2312" pitchFamily="49" charset="-122"/>
            </a:endParaRPr>
          </a:p>
          <a:p>
            <a:pPr lvl="2"/>
            <a:endParaRPr lang="zh-CN" altLang="en-US" sz="2800" dirty="0">
              <a:solidFill>
                <a:schemeClr val="tx1"/>
              </a:solidFill>
              <a:latin typeface="楷体_GB2312" pitchFamily="49" charset="-122"/>
              <a:ea typeface="楷体_GB2312" pitchFamily="49" charset="-122"/>
            </a:endParaRPr>
          </a:p>
          <a:p>
            <a:pPr lvl="2"/>
            <a:endParaRPr lang="zh-CN" altLang="en-US" sz="2800" dirty="0">
              <a:solidFill>
                <a:schemeClr val="tx1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graphicFrame>
        <p:nvGraphicFramePr>
          <p:cNvPr id="102419" name="Object 19"/>
          <p:cNvGraphicFramePr>
            <a:graphicFrameLocks noChangeAspect="1"/>
          </p:cNvGraphicFramePr>
          <p:nvPr/>
        </p:nvGraphicFramePr>
        <p:xfrm>
          <a:off x="3216275" y="4221480"/>
          <a:ext cx="8033385" cy="113728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401" name="Equation" r:id="rId3" imgW="73456800" imgH="9753600" progId="Equation.DSMT4">
                  <p:embed/>
                </p:oleObj>
              </mc:Choice>
              <mc:Fallback>
                <p:oleObj name="Equation" r:id="rId3" imgW="73456800" imgH="9753600" progId="Equation.DSMT4">
                  <p:embed/>
                  <p:pic>
                    <p:nvPicPr>
                      <p:cNvPr id="0" name="Objec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16275" y="4221480"/>
                        <a:ext cx="8033385" cy="113728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Rectangle 2"/>
          <p:cNvSpPr txBox="1">
            <a:spLocks noChangeArrowheads="1"/>
          </p:cNvSpPr>
          <p:nvPr/>
        </p:nvSpPr>
        <p:spPr bwMode="auto">
          <a:xfrm>
            <a:off x="2514600" y="195264"/>
            <a:ext cx="7232650" cy="6175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rgbClr val="262673"/>
                </a:solidFill>
                <a:latin typeface="宋体" panose="02010600030101010101" pitchFamily="2" charset="-122"/>
                <a:ea typeface="宋体" panose="02010600030101010101" pitchFamily="2" charset="-122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rgbClr val="262673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rgbClr val="262673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rgbClr val="262673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rgbClr val="262673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342900" algn="l" rtl="0" fontAlgn="base">
              <a:spcBef>
                <a:spcPct val="0"/>
              </a:spcBef>
              <a:spcAft>
                <a:spcPct val="0"/>
              </a:spcAft>
              <a:defRPr kumimoji="1" sz="3300">
                <a:solidFill>
                  <a:schemeClr val="tx2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685800" algn="l" rtl="0" fontAlgn="base">
              <a:spcBef>
                <a:spcPct val="0"/>
              </a:spcBef>
              <a:spcAft>
                <a:spcPct val="0"/>
              </a:spcAft>
              <a:defRPr kumimoji="1" sz="3300">
                <a:solidFill>
                  <a:schemeClr val="tx2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1028700" algn="l" rtl="0" fontAlgn="base">
              <a:spcBef>
                <a:spcPct val="0"/>
              </a:spcBef>
              <a:spcAft>
                <a:spcPct val="0"/>
              </a:spcAft>
              <a:defRPr kumimoji="1" sz="3300">
                <a:solidFill>
                  <a:schemeClr val="tx2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1371600" algn="l" rtl="0" fontAlgn="base">
              <a:spcBef>
                <a:spcPct val="0"/>
              </a:spcBef>
              <a:spcAft>
                <a:spcPct val="0"/>
              </a:spcAft>
              <a:defRPr kumimoji="1" sz="3300">
                <a:solidFill>
                  <a:schemeClr val="tx2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marL="342900" lvl="1" indent="0" eaLnBrk="1" hangingPunct="1">
              <a:buNone/>
            </a:pPr>
            <a:r>
              <a:rPr lang="en-US" altLang="zh-CN" kern="0" dirty="0"/>
              <a:t>2.2 </a:t>
            </a:r>
            <a:r>
              <a:rPr lang="zh-CN" altLang="en-US" dirty="0">
                <a:sym typeface="+mn-ea"/>
              </a:rPr>
              <a:t>信源的信息熵</a:t>
            </a:r>
            <a:endParaRPr lang="zh-CN" altLang="en-US" kern="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矩形 6"/>
              <p:cNvSpPr/>
              <p:nvPr/>
            </p:nvSpPr>
            <p:spPr>
              <a:xfrm>
                <a:off x="3216275" y="5589270"/>
                <a:ext cx="6731000" cy="1138555"/>
              </a:xfrm>
              <a:prstGeom prst="rect">
                <a:avLst/>
              </a:prstGeom>
            </p:spPr>
            <p:txBody>
              <a:bodyPr wrap="square">
                <a:no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m>
                        <m:mPr>
                          <m:mcs>
                            <m:mc>
                              <m:mcPr>
                                <m:count m:val="1"/>
                                <m:mcJc m:val="center"/>
                              </m:mcPr>
                            </m:mc>
                          </m:mcs>
                          <m:ctrlPr>
                            <a:rPr lang="zh-CN" altLang="en-US" sz="3200" b="0" i="1">
                              <a:latin typeface="Cambria Math" panose="02040503050406030204" pitchFamily="18" charset="0"/>
                            </a:rPr>
                          </m:ctrlPr>
                        </m:mPr>
                        <m:mr>
                          <m:e>
                            <m:r>
                              <a:rPr lang="zh-CN" altLang="en-US" sz="3200" b="0" i="1">
                                <a:latin typeface="Cambria Math" panose="02040503050406030204" pitchFamily="18" charset="0"/>
                              </a:rPr>
                              <m:t>𝐼</m:t>
                            </m:r>
                            <m:r>
                              <a:rPr lang="zh-CN" altLang="en-US" sz="3200" b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sSub>
                              <m:sSubPr>
                                <m:ctrlPr>
                                  <a:rPr lang="zh-CN" altLang="en-US" sz="3200" b="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zh-CN" altLang="en-US" sz="3200" b="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zh-CN" altLang="en-US" sz="3200" b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zh-CN" altLang="en-US" sz="3200" b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zh-CN" altLang="en-US" sz="3200" b="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zh-CN" altLang="en-US" sz="3200" b="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zh-CN" altLang="en-US" sz="3200" b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  <m:r>
                              <a:rPr lang="zh-CN" altLang="en-US" sz="3200" b="0">
                                <a:latin typeface="Cambria Math" panose="02040503050406030204" pitchFamily="18" charset="0"/>
                              </a:rPr>
                              <m:t>,⋯,</m:t>
                            </m:r>
                            <m:sSub>
                              <m:sSubPr>
                                <m:ctrlPr>
                                  <a:rPr lang="zh-CN" altLang="en-US" sz="3200" b="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zh-CN" altLang="en-US" sz="3200" b="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altLang="zh-CN" sz="3200" b="0" i="1">
                                    <a:latin typeface="Cambria Math" panose="02040503050406030204" pitchFamily="18" charset="0"/>
                                  </a:rPr>
                                  <m:t>𝐿</m:t>
                                </m:r>
                              </m:sub>
                            </m:sSub>
                            <m:r>
                              <a:rPr lang="zh-CN" altLang="en-US" sz="3200" b="0">
                                <a:latin typeface="Cambria Math" panose="02040503050406030204" pitchFamily="18" charset="0"/>
                              </a:rPr>
                              <m:t>)=</m:t>
                            </m:r>
                            <m:r>
                              <a:rPr lang="zh-CN" altLang="en-US" sz="3200" b="0" i="1">
                                <a:latin typeface="Cambria Math" panose="02040503050406030204" pitchFamily="18" charset="0"/>
                              </a:rPr>
                              <m:t>𝐼</m:t>
                            </m:r>
                            <m:r>
                              <a:rPr lang="zh-CN" altLang="en-US" sz="3200" b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sSub>
                              <m:sSubPr>
                                <m:ctrlPr>
                                  <a:rPr lang="zh-CN" altLang="en-US" sz="3200" b="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zh-CN" altLang="en-US" sz="3200" b="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zh-CN" altLang="en-US" sz="3200" b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zh-CN" altLang="en-US" sz="3200" b="0">
                                <a:latin typeface="Cambria Math" panose="02040503050406030204" pitchFamily="18" charset="0"/>
                              </a:rPr>
                              <m:t>)+</m:t>
                            </m:r>
                            <m:r>
                              <a:rPr lang="zh-CN" altLang="en-US" sz="3200" b="0" i="1">
                                <a:latin typeface="Cambria Math" panose="02040503050406030204" pitchFamily="18" charset="0"/>
                              </a:rPr>
                              <m:t>𝐼</m:t>
                            </m:r>
                            <m:r>
                              <a:rPr lang="zh-CN" altLang="en-US" sz="3200" b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sSub>
                              <m:sSubPr>
                                <m:ctrlPr>
                                  <a:rPr lang="zh-CN" altLang="en-US" sz="3200" b="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zh-CN" altLang="en-US" sz="3200" b="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altLang="zh-CN" sz="3200" b="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  <m:r>
                              <a:rPr lang="en-US" altLang="zh-CN" sz="3200" b="0" i="1">
                                <a:latin typeface="Cambria Math" panose="02040503050406030204" pitchFamily="18" charset="0"/>
                              </a:rPr>
                              <m:t>|</m:t>
                            </m:r>
                            <m:sSub>
                              <m:sSubPr>
                                <m:ctrlPr>
                                  <a:rPr lang="zh-CN" altLang="en-US" sz="3200" b="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zh-CN" altLang="en-US" sz="3200" b="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altLang="zh-CN" sz="3200" b="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zh-CN" altLang="en-US" sz="3200" b="0">
                                <a:latin typeface="Cambria Math" panose="02040503050406030204" pitchFamily="18" charset="0"/>
                              </a:rPr>
                              <m:t>)+⋯</m:t>
                            </m:r>
                          </m:e>
                        </m:mr>
                        <m:mr>
                          <m:e>
                            <m:d>
                              <m:dPr>
                                <m:begChr m:val=""/>
                                <m:ctrlPr>
                                  <a:rPr lang="zh-CN" altLang="en-US" sz="3200" b="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zh-CN" altLang="en-US" sz="3200" b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zh-CN" altLang="en-US" sz="3200" b="0" i="1">
                                    <a:latin typeface="Cambria Math" panose="02040503050406030204" pitchFamily="18" charset="0"/>
                                  </a:rPr>
                                  <m:t>𝐼</m:t>
                                </m:r>
                                <m:r>
                                  <a:rPr lang="zh-CN" altLang="en-US" sz="3200" b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sSub>
                                  <m:sSubPr>
                                    <m:ctrlPr>
                                      <a:rPr lang="zh-CN" altLang="en-US" sz="3200" b="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zh-CN" altLang="en-US" sz="3200" b="0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altLang="zh-CN" sz="3200" b="0" i="1">
                                        <a:latin typeface="Cambria Math" panose="02040503050406030204" pitchFamily="18" charset="0"/>
                                      </a:rPr>
                                      <m:t>𝐿</m:t>
                                    </m:r>
                                  </m:sub>
                                </m:sSub>
                                <m:r>
                                  <a:rPr lang="en-US" altLang="zh-CN" sz="3200" b="0" i="1">
                                    <a:latin typeface="Cambria Math" panose="02040503050406030204" pitchFamily="18" charset="0"/>
                                  </a:rPr>
                                  <m:t>|</m:t>
                                </m:r>
                                <m:sSub>
                                  <m:sSubPr>
                                    <m:ctrlPr>
                                      <a:rPr lang="zh-CN" altLang="en-US" sz="3200" b="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zh-CN" altLang="en-US" sz="3200" b="0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altLang="zh-CN" sz="3200" b="0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zh-CN" altLang="en-US" sz="3200" b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sSub>
                                  <m:sSubPr>
                                    <m:ctrlPr>
                                      <a:rPr lang="zh-CN" altLang="en-US" sz="3200" b="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zh-CN" altLang="en-US" sz="3200" b="0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zh-CN" altLang="en-US" sz="3200" b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r>
                                  <a:rPr lang="zh-CN" altLang="en-US" sz="3200" b="0">
                                    <a:latin typeface="Cambria Math" panose="02040503050406030204" pitchFamily="18" charset="0"/>
                                  </a:rPr>
                                  <m:t>,⋯,</m:t>
                                </m:r>
                                <m:sSub>
                                  <m:sSubPr>
                                    <m:ctrlPr>
                                      <a:rPr lang="zh-CN" altLang="en-US" sz="3200" b="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zh-CN" altLang="en-US" sz="3200" b="0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altLang="zh-CN" sz="3200" b="0" i="1">
                                        <a:latin typeface="Cambria Math" panose="02040503050406030204" pitchFamily="18" charset="0"/>
                                      </a:rPr>
                                      <m:t>𝐿</m:t>
                                    </m:r>
                                    <m:r>
                                      <a:rPr lang="zh-CN" altLang="en-US" sz="3200" b="0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zh-CN" altLang="en-US" sz="3200" b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</m:d>
                          </m:e>
                        </m:mr>
                      </m:m>
                    </m:oMath>
                  </m:oMathPara>
                </a14:m>
                <a:endParaRPr lang="zh-CN" altLang="en-US" sz="3200" b="0" dirty="0">
                  <a:latin typeface="Cambria Math" panose="02040503050406030204" pitchFamily="18" charset="0"/>
                  <a:cs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7" name="矩形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16275" y="5589270"/>
                <a:ext cx="6731000" cy="1138555"/>
              </a:xfrm>
              <a:prstGeom prst="rect">
                <a:avLst/>
              </a:prstGeom>
              <a:blipFill rotWithShape="1">
                <a:blip r:embed="rId5"/>
                <a:stretch>
                  <a:fillRect r="-34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7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 altLang="zh-CN" dirty="0"/>
              <a:t>2.2 </a:t>
            </a:r>
            <a:r>
              <a:rPr lang="zh-CN" altLang="en-US" dirty="0">
                <a:sym typeface="+mn-ea"/>
              </a:rPr>
              <a:t>信源的信息熵</a:t>
            </a:r>
            <a:endParaRPr lang="zh-CN" altLang="en-US" dirty="0"/>
          </a:p>
        </p:txBody>
      </p:sp>
      <p:sp>
        <p:nvSpPr>
          <p:cNvPr id="629764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1091444" y="972552"/>
            <a:ext cx="10009112" cy="921092"/>
          </a:xfrm>
        </p:spPr>
        <p:txBody>
          <a:bodyPr/>
          <a:lstStyle/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/>
            </a:pPr>
            <a:r>
              <a:rPr lang="zh-CN" altLang="en-US" dirty="0">
                <a:solidFill>
                  <a:srgbClr val="C00000"/>
                </a:solidFill>
                <a:latin typeface="楷体_GB2312" pitchFamily="49" charset="-122"/>
                <a:ea typeface="楷体_GB2312" pitchFamily="49" charset="-122"/>
              </a:rPr>
              <a:t>例</a:t>
            </a:r>
            <a:r>
              <a:rPr lang="en-US" altLang="zh-CN" dirty="0">
                <a:solidFill>
                  <a:srgbClr val="C00000"/>
                </a:solidFill>
                <a:latin typeface="楷体_GB2312" pitchFamily="49" charset="-122"/>
                <a:ea typeface="楷体_GB2312" pitchFamily="49" charset="-122"/>
              </a:rPr>
              <a:t>6</a:t>
            </a:r>
            <a:r>
              <a:rPr lang="zh-CN" altLang="en-US" dirty="0">
                <a:solidFill>
                  <a:srgbClr val="C00000"/>
                </a:solidFill>
                <a:latin typeface="楷体_GB2312" pitchFamily="49" charset="-122"/>
                <a:ea typeface="楷体_GB2312" pitchFamily="49" charset="-122"/>
              </a:rPr>
              <a:t>：</a:t>
            </a:r>
            <a:r>
              <a:rPr lang="zh-CN" altLang="en-US" dirty="0"/>
              <a:t>设在正方形棋盘上共有</a:t>
            </a:r>
            <a:r>
              <a:rPr lang="en-US" altLang="zh-CN" dirty="0"/>
              <a:t>64</a:t>
            </a:r>
            <a:r>
              <a:rPr lang="zh-CN" altLang="en-US" dirty="0"/>
              <a:t>个方格，如果甲将一粒棋子随意地放在棋盘中的某方格内，让乙猜测棋子所在的位置：</a:t>
            </a:r>
            <a:endParaRPr lang="en-US" altLang="zh-CN" sz="1600" dirty="0"/>
          </a:p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None/>
              <a:defRPr/>
            </a:pPr>
            <a:r>
              <a:rPr lang="zh-CN" altLang="en-US" sz="2400" dirty="0"/>
              <a:t>     </a:t>
            </a:r>
            <a:endParaRPr lang="zh-CN" altLang="en-US" sz="2400" dirty="0"/>
          </a:p>
        </p:txBody>
      </p:sp>
      <p:grpSp>
        <p:nvGrpSpPr>
          <p:cNvPr id="67589" name="Group 5"/>
          <p:cNvGrpSpPr/>
          <p:nvPr/>
        </p:nvGrpSpPr>
        <p:grpSpPr bwMode="auto">
          <a:xfrm>
            <a:off x="8400098" y="2204864"/>
            <a:ext cx="3009404" cy="2808138"/>
            <a:chOff x="507" y="1413"/>
            <a:chExt cx="2712" cy="2607"/>
          </a:xfrm>
        </p:grpSpPr>
        <p:graphicFrame>
          <p:nvGraphicFramePr>
            <p:cNvPr id="67590" name="Object 6"/>
            <p:cNvGraphicFramePr>
              <a:graphicFrameLocks noChangeAspect="1"/>
            </p:cNvGraphicFramePr>
            <p:nvPr/>
          </p:nvGraphicFramePr>
          <p:xfrm>
            <a:off x="507" y="1413"/>
            <a:ext cx="2712" cy="260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7418" name="VISIO" r:id="rId1" imgW="2205990" imgH="2124075" progId="Visio.Drawing.6">
                    <p:embed/>
                  </p:oleObj>
                </mc:Choice>
                <mc:Fallback>
                  <p:oleObj name="VISIO" r:id="rId1" imgW="2205990" imgH="2124075" progId="Visio.Drawing.6">
                    <p:embed/>
                    <p:pic>
                      <p:nvPicPr>
                        <p:cNvPr id="0" name="Object 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07" y="1413"/>
                          <a:ext cx="2712" cy="260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12700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67591" name="Oval 7"/>
            <p:cNvSpPr>
              <a:spLocks noChangeArrowheads="1"/>
            </p:cNvSpPr>
            <p:nvPr/>
          </p:nvSpPr>
          <p:spPr bwMode="auto">
            <a:xfrm>
              <a:off x="1063" y="2085"/>
              <a:ext cx="144" cy="144"/>
            </a:xfrm>
            <a:prstGeom prst="ellipse">
              <a:avLst/>
            </a:prstGeom>
            <a:solidFill>
              <a:schemeClr val="accent1"/>
            </a:solidFill>
            <a:ln w="12700">
              <a:solidFill>
                <a:schemeClr val="tx1"/>
              </a:solidFill>
              <a:round/>
            </a:ln>
          </p:spPr>
          <p:txBody>
            <a:bodyPr wrap="none" anchor="ctr"/>
            <a:lstStyle>
              <a:lvl1pPr>
                <a:lnSpc>
                  <a:spcPct val="90000"/>
                </a:lnSpc>
                <a:spcBef>
                  <a:spcPct val="20000"/>
                </a:spcBef>
                <a:spcAft>
                  <a:spcPct val="2000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32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lnSpc>
                  <a:spcPct val="90000"/>
                </a:lnSpc>
                <a:spcBef>
                  <a:spcPct val="20000"/>
                </a:spcBef>
                <a:spcAft>
                  <a:spcPct val="2000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Ø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>
                <a:lnSpc>
                  <a:spcPct val="90000"/>
                </a:lnSpc>
                <a:spcBef>
                  <a:spcPct val="20000"/>
                </a:spcBef>
                <a:spcAft>
                  <a:spcPct val="20000"/>
                </a:spcAft>
                <a:buClr>
                  <a:schemeClr val="folHlink"/>
                </a:buClr>
                <a:buSzPct val="90000"/>
                <a:buFont typeface="Wingdings" panose="05000000000000000000" pitchFamily="2" charset="2"/>
                <a:buChar char="ü"/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>
                <a:lnSpc>
                  <a:spcPct val="90000"/>
                </a:lnSpc>
                <a:spcBef>
                  <a:spcPct val="20000"/>
                </a:spcBef>
                <a:spcAft>
                  <a:spcPct val="20000"/>
                </a:spcAft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v"/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>
                <a:lnSpc>
                  <a:spcPct val="90000"/>
                </a:lnSpc>
                <a:spcBef>
                  <a:spcPct val="20000"/>
                </a:spcBef>
                <a:spcAft>
                  <a:spcPct val="2000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ct val="20000"/>
                </a:spcBef>
                <a:spcAft>
                  <a:spcPct val="2000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ct val="20000"/>
                </a:spcBef>
                <a:spcAft>
                  <a:spcPct val="2000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ct val="20000"/>
                </a:spcBef>
                <a:spcAft>
                  <a:spcPct val="2000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ct val="20000"/>
                </a:spcBef>
                <a:spcAft>
                  <a:spcPct val="2000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algn="just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0" lang="zh-CN" altLang="en-US" sz="1600"/>
            </a:p>
          </p:txBody>
        </p:sp>
      </p:grpSp>
      <p:sp>
        <p:nvSpPr>
          <p:cNvPr id="3" name="矩形 2"/>
          <p:cNvSpPr/>
          <p:nvPr/>
        </p:nvSpPr>
        <p:spPr>
          <a:xfrm>
            <a:off x="876935" y="1958975"/>
            <a:ext cx="7433310" cy="18148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eaLnBrk="1" hangingPunct="1">
              <a:defRPr/>
            </a:pPr>
            <a:r>
              <a:rPr lang="zh-CN" altLang="en-US" sz="2800" dirty="0">
                <a:solidFill>
                  <a:srgbClr val="000000"/>
                </a:solidFill>
              </a:rPr>
              <a:t>（</a:t>
            </a:r>
            <a:r>
              <a:rPr lang="en-US" altLang="zh-CN" sz="2800" dirty="0">
                <a:solidFill>
                  <a:srgbClr val="000000"/>
                </a:solidFill>
              </a:rPr>
              <a:t>1</a:t>
            </a:r>
            <a:r>
              <a:rPr lang="zh-CN" altLang="en-US" sz="2800" dirty="0">
                <a:solidFill>
                  <a:srgbClr val="000000"/>
                </a:solidFill>
              </a:rPr>
              <a:t>）将方格按顺序编号，</a:t>
            </a:r>
            <a:r>
              <a:rPr lang="en-US" altLang="zh-CN" sz="2800" i="1" dirty="0" err="1"/>
              <a:t>x</a:t>
            </a:r>
            <a:r>
              <a:rPr lang="en-US" altLang="zh-CN" sz="2800" baseline="-25000" dirty="0" err="1"/>
              <a:t>1</a:t>
            </a:r>
            <a:r>
              <a:rPr lang="en-US" altLang="zh-CN" sz="2800" i="1" dirty="0" err="1"/>
              <a:t>y</a:t>
            </a:r>
            <a:r>
              <a:rPr lang="en-US" altLang="zh-CN" sz="2800" baseline="-25000" dirty="0" err="1"/>
              <a:t>1</a:t>
            </a:r>
            <a:r>
              <a:rPr lang="zh-CN" altLang="en-US" sz="2800" dirty="0"/>
              <a:t>→</a:t>
            </a:r>
            <a:r>
              <a:rPr lang="en-US" altLang="zh-CN" sz="2800" dirty="0"/>
              <a:t>1,…, </a:t>
            </a:r>
            <a:r>
              <a:rPr lang="en-US" altLang="zh-CN" sz="2800" i="1" dirty="0" err="1"/>
              <a:t>x</a:t>
            </a:r>
            <a:r>
              <a:rPr lang="en-US" altLang="zh-CN" sz="2800" baseline="-25000" dirty="0" err="1"/>
              <a:t>8</a:t>
            </a:r>
            <a:r>
              <a:rPr lang="en-US" altLang="zh-CN" sz="2800" i="1" dirty="0" err="1"/>
              <a:t>y</a:t>
            </a:r>
            <a:r>
              <a:rPr lang="en-US" altLang="zh-CN" sz="2800" baseline="-25000" dirty="0" err="1"/>
              <a:t>8</a:t>
            </a:r>
            <a:r>
              <a:rPr lang="zh-CN" altLang="en-US" sz="2800" dirty="0"/>
              <a:t>→</a:t>
            </a:r>
            <a:r>
              <a:rPr lang="en-US" altLang="zh-CN" sz="2800" dirty="0"/>
              <a:t>64</a:t>
            </a:r>
            <a:r>
              <a:rPr lang="zh-CN" altLang="en-US" sz="2800" dirty="0"/>
              <a:t>，</a:t>
            </a:r>
            <a:r>
              <a:rPr lang="zh-CN" altLang="en-US" sz="2800" dirty="0">
                <a:solidFill>
                  <a:srgbClr val="000000"/>
                </a:solidFill>
              </a:rPr>
              <a:t>令乙猜测棋子所在方格的顺序号，</a:t>
            </a:r>
            <a:r>
              <a:rPr lang="zh-CN" altLang="en-US" sz="2800" dirty="0"/>
              <a:t>计算猜中方格顺序号所需要的信息量。</a:t>
            </a:r>
            <a:endParaRPr lang="zh-CN" altLang="en-US" sz="2800" dirty="0">
              <a:solidFill>
                <a:srgbClr val="000000"/>
              </a:solidFill>
            </a:endParaRPr>
          </a:p>
          <a:p>
            <a:pPr eaLnBrk="1" hangingPunct="1">
              <a:defRPr/>
            </a:pPr>
            <a:endParaRPr lang="zh-CN" altLang="en-US" sz="2800" dirty="0">
              <a:solidFill>
                <a:srgbClr val="000000"/>
              </a:solidFill>
            </a:endParaRPr>
          </a:p>
        </p:txBody>
      </p:sp>
      <p:sp>
        <p:nvSpPr>
          <p:cNvPr id="4" name="矩形 3"/>
          <p:cNvSpPr/>
          <p:nvPr/>
        </p:nvSpPr>
        <p:spPr>
          <a:xfrm>
            <a:off x="983615" y="3452495"/>
            <a:ext cx="6775450" cy="1383665"/>
          </a:xfrm>
          <a:prstGeom prst="rect">
            <a:avLst/>
          </a:prstGeom>
          <a:solidFill>
            <a:srgbClr val="E2F6FD"/>
          </a:solidFill>
        </p:spPr>
        <p:txBody>
          <a:bodyPr wrap="square">
            <a:spAutoFit/>
          </a:bodyPr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2800" b="0" dirty="0">
                <a:solidFill>
                  <a:srgbClr val="000000"/>
                </a:solidFill>
              </a:rPr>
              <a:t>由于甲将一粒棋子随意地放在棋盘中的某方格内，因此棋子在棋盘中所处位置为</a:t>
            </a:r>
            <a:r>
              <a:rPr lang="zh-CN" altLang="en-US" sz="2800" dirty="0">
                <a:solidFill>
                  <a:srgbClr val="000000"/>
                </a:solidFill>
              </a:rPr>
              <a:t>二维等概率分布</a:t>
            </a:r>
            <a:r>
              <a:rPr lang="en-US" altLang="zh-CN" sz="2800" b="0" dirty="0">
                <a:solidFill>
                  <a:srgbClr val="000000"/>
                </a:solidFill>
              </a:rPr>
              <a:t>:</a:t>
            </a:r>
            <a:r>
              <a:rPr lang="zh-CN" altLang="en-US" sz="2800" dirty="0"/>
              <a:t>  </a:t>
            </a:r>
            <a:endParaRPr lang="zh-CN" altLang="en-US" sz="2800" dirty="0"/>
          </a:p>
        </p:txBody>
      </p:sp>
      <p:sp>
        <p:nvSpPr>
          <p:cNvPr id="10" name="Text Box 6"/>
          <p:cNvSpPr txBox="1">
            <a:spLocks noChangeArrowheads="1"/>
          </p:cNvSpPr>
          <p:nvPr/>
        </p:nvSpPr>
        <p:spPr bwMode="auto">
          <a:xfrm>
            <a:off x="1487861" y="5445225"/>
            <a:ext cx="4535487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ct val="20000"/>
              </a:spcBef>
              <a:spcAft>
                <a:spcPct val="2000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lnSpc>
                <a:spcPct val="90000"/>
              </a:lnSpc>
              <a:spcBef>
                <a:spcPct val="20000"/>
              </a:spcBef>
              <a:spcAft>
                <a:spcPct val="2000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Ø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lnSpc>
                <a:spcPct val="90000"/>
              </a:lnSpc>
              <a:spcBef>
                <a:spcPct val="20000"/>
              </a:spcBef>
              <a:spcAft>
                <a:spcPct val="2000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Char char="ü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lnSpc>
                <a:spcPct val="90000"/>
              </a:lnSpc>
              <a:spcBef>
                <a:spcPct val="20000"/>
              </a:spcBef>
              <a:spcAft>
                <a:spcPct val="2000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v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lnSpc>
                <a:spcPct val="90000"/>
              </a:lnSpc>
              <a:spcBef>
                <a:spcPct val="20000"/>
              </a:spcBef>
              <a:spcAft>
                <a:spcPct val="2000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2000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2000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2000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2000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algn="just" eaLnBrk="1" hangingPunct="1">
              <a:lnSpc>
                <a:spcPct val="100000"/>
              </a:lnSpc>
              <a:spcAft>
                <a:spcPct val="0"/>
              </a:spcAft>
              <a:buClr>
                <a:schemeClr val="hlink"/>
              </a:buClr>
              <a:buSzPct val="70000"/>
              <a:buFont typeface="Monotype Sorts" pitchFamily="2" charset="2"/>
              <a:buNone/>
            </a:pPr>
            <a:r>
              <a:rPr kumimoji="0" lang="zh-CN" altLang="en-US" sz="2800" dirty="0">
                <a:solidFill>
                  <a:srgbClr val="0000FF"/>
                </a:solidFill>
              </a:rPr>
              <a:t>联合自信息量为</a:t>
            </a:r>
            <a:r>
              <a:rPr kumimoji="0" lang="en-US" altLang="zh-CN" sz="2800" dirty="0">
                <a:solidFill>
                  <a:srgbClr val="0000FF"/>
                </a:solidFill>
              </a:rPr>
              <a:t>:</a:t>
            </a:r>
            <a:endParaRPr kumimoji="0" lang="en-US" altLang="zh-CN" sz="2800" dirty="0">
              <a:solidFill>
                <a:srgbClr val="0000FF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" name="矩形 10"/>
              <p:cNvSpPr/>
              <p:nvPr/>
            </p:nvSpPr>
            <p:spPr>
              <a:xfrm>
                <a:off x="2639695" y="5835015"/>
                <a:ext cx="6812280" cy="89344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sz="2800" i="1">
                          <a:latin typeface="Cambria Math" panose="02040503050406030204" pitchFamily="18" charset="0"/>
                        </a:rPr>
                        <m:t>𝐼</m:t>
                      </m:r>
                      <m:r>
                        <a:rPr lang="zh-CN" altLang="en-US" sz="280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zh-CN" altLang="en-US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8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zh-CN" altLang="en-US" sz="28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zh-CN" altLang="en-US" sz="280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zh-CN" altLang="en-US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800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zh-CN" altLang="en-US" sz="2800" i="1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zh-CN" altLang="en-US" sz="2800">
                          <a:latin typeface="Cambria Math" panose="02040503050406030204" pitchFamily="18" charset="0"/>
                        </a:rPr>
                        <m:t>)=−</m:t>
                      </m:r>
                      <m:r>
                        <m:rPr>
                          <m:sty m:val="p"/>
                        </m:rPr>
                        <a:rPr lang="zh-CN" altLang="en-US" sz="2800">
                          <a:latin typeface="Cambria Math" panose="02040503050406030204" pitchFamily="18" charset="0"/>
                        </a:rPr>
                        <m:t>log</m:t>
                      </m:r>
                      <m:r>
                        <a:rPr lang="zh-CN" altLang="en-US" sz="2800" i="1"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zh-CN" altLang="en-US" sz="280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zh-CN" altLang="en-US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8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zh-CN" altLang="en-US" sz="28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zh-CN" altLang="en-US" sz="280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zh-CN" altLang="en-US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800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zh-CN" altLang="en-US" sz="2800" i="1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zh-CN" altLang="en-US" sz="2800">
                          <a:latin typeface="Cambria Math" panose="02040503050406030204" pitchFamily="18" charset="0"/>
                        </a:rPr>
                        <m:t>)=−</m:t>
                      </m:r>
                      <m:sSub>
                        <m:sSubPr>
                          <m:ctrlPr>
                            <a:rPr lang="zh-CN" altLang="en-US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zh-CN" altLang="en-US" sz="2800">
                              <a:latin typeface="Cambria Math" panose="02040503050406030204" pitchFamily="18" charset="0"/>
                            </a:rPr>
                            <m:t>log</m:t>
                          </m:r>
                        </m:e>
                        <m:sub>
                          <m:r>
                            <a:rPr lang="zh-CN" altLang="en-US" sz="280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f>
                        <m:fPr>
                          <m:ctrlPr>
                            <a:rPr lang="zh-CN" altLang="en-US" sz="28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sz="280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zh-CN" altLang="en-US" sz="2800">
                              <a:latin typeface="Cambria Math" panose="02040503050406030204" pitchFamily="18" charset="0"/>
                            </a:rPr>
                            <m:t>64</m:t>
                          </m:r>
                        </m:den>
                      </m:f>
                      <m:r>
                        <a:rPr lang="zh-CN" altLang="en-US" sz="280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CN" altLang="en-US" sz="2800">
                          <a:latin typeface="Cambria Math" panose="02040503050406030204" pitchFamily="18" charset="0"/>
                        </a:rPr>
                        <m:t>6</m:t>
                      </m:r>
                      <m:r>
                        <m:rPr>
                          <m:nor/>
                        </m:rPr>
                        <a:rPr lang="zh-CN" altLang="en-US" sz="2800"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bit</m:t>
                      </m:r>
                    </m:oMath>
                  </m:oMathPara>
                </a14:m>
                <a:endParaRPr lang="zh-CN" altLang="en-US" sz="2800" dirty="0">
                  <a:latin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11" name="矩形 1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39695" y="5835015"/>
                <a:ext cx="6812280" cy="893445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" name="矩形 11"/>
              <p:cNvSpPr/>
              <p:nvPr/>
            </p:nvSpPr>
            <p:spPr>
              <a:xfrm>
                <a:off x="3647729" y="4653137"/>
                <a:ext cx="2291080" cy="89344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sz="2800" i="1"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zh-CN" altLang="en-US" sz="280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zh-CN" altLang="en-US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8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zh-CN" altLang="en-US" sz="28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zh-CN" altLang="en-US" sz="280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zh-CN" altLang="en-US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800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zh-CN" altLang="en-US" sz="2800" i="1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zh-CN" altLang="en-US" sz="2800">
                          <a:latin typeface="Cambria Math" panose="02040503050406030204" pitchFamily="18" charset="0"/>
                        </a:rPr>
                        <m:t>)=</m:t>
                      </m:r>
                      <m:f>
                        <m:fPr>
                          <m:ctrlPr>
                            <a:rPr lang="zh-CN" altLang="en-US" sz="28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sz="280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zh-CN" altLang="en-US" sz="2800">
                              <a:latin typeface="Cambria Math" panose="02040503050406030204" pitchFamily="18" charset="0"/>
                            </a:rPr>
                            <m:t>64</m:t>
                          </m:r>
                        </m:den>
                      </m:f>
                    </m:oMath>
                  </m:oMathPara>
                </a14:m>
                <a:endParaRPr lang="zh-CN" altLang="en-US" sz="2800" dirty="0">
                  <a:latin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12" name="矩形 1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47729" y="4653137"/>
                <a:ext cx="2291080" cy="893445"/>
              </a:xfrm>
              <a:prstGeom prst="rect">
                <a:avLst/>
              </a:prstGeom>
              <a:blipFill rotWithShape="1">
                <a:blip r:embed="rId4"/>
                <a:stretch>
                  <a:fillRect l="-13" t="-55" r="-320" b="5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12" grpId="0"/>
      <p:bldP spid="10" grpId="0"/>
      <p:bldP spid="11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7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 altLang="zh-CN" dirty="0"/>
              <a:t>2.2 </a:t>
            </a:r>
            <a:r>
              <a:rPr lang="zh-CN" altLang="en-US" dirty="0">
                <a:sym typeface="+mn-ea"/>
              </a:rPr>
              <a:t>信源的信息熵</a:t>
            </a:r>
            <a:endParaRPr lang="zh-CN" altLang="en-US" dirty="0"/>
          </a:p>
        </p:txBody>
      </p:sp>
      <p:sp>
        <p:nvSpPr>
          <p:cNvPr id="629764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1127448" y="908050"/>
            <a:ext cx="10513168" cy="869990"/>
          </a:xfrm>
        </p:spPr>
        <p:txBody>
          <a:bodyPr/>
          <a:lstStyle/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/>
            </a:pPr>
            <a:r>
              <a:rPr lang="zh-CN" altLang="en-US" dirty="0">
                <a:solidFill>
                  <a:srgbClr val="C00000"/>
                </a:solidFill>
                <a:latin typeface="楷体_GB2312" pitchFamily="49" charset="-122"/>
                <a:ea typeface="楷体_GB2312" pitchFamily="49" charset="-122"/>
              </a:rPr>
              <a:t>例</a:t>
            </a:r>
            <a:r>
              <a:rPr lang="en-US" altLang="zh-CN" dirty="0">
                <a:solidFill>
                  <a:srgbClr val="C00000"/>
                </a:solidFill>
                <a:latin typeface="楷体_GB2312" pitchFamily="49" charset="-122"/>
                <a:ea typeface="楷体_GB2312" pitchFamily="49" charset="-122"/>
              </a:rPr>
              <a:t>6</a:t>
            </a:r>
            <a:r>
              <a:rPr lang="zh-CN" altLang="en-US" dirty="0">
                <a:solidFill>
                  <a:srgbClr val="C00000"/>
                </a:solidFill>
                <a:latin typeface="楷体_GB2312" pitchFamily="49" charset="-122"/>
                <a:ea typeface="楷体_GB2312" pitchFamily="49" charset="-122"/>
              </a:rPr>
              <a:t>：</a:t>
            </a:r>
            <a:r>
              <a:rPr lang="zh-CN" altLang="en-US" dirty="0"/>
              <a:t>设在正方形棋盘上共有</a:t>
            </a:r>
            <a:r>
              <a:rPr lang="en-US" altLang="zh-CN" dirty="0"/>
              <a:t>64</a:t>
            </a:r>
            <a:r>
              <a:rPr lang="zh-CN" altLang="en-US" dirty="0"/>
              <a:t>个方格，如果甲将一粒棋子随意地放在棋盘中的某方格内，让乙猜测棋子所在的位置：     </a:t>
            </a:r>
            <a:endParaRPr lang="zh-CN" altLang="en-US" dirty="0"/>
          </a:p>
        </p:txBody>
      </p:sp>
      <p:grpSp>
        <p:nvGrpSpPr>
          <p:cNvPr id="67589" name="Group 5"/>
          <p:cNvGrpSpPr/>
          <p:nvPr/>
        </p:nvGrpSpPr>
        <p:grpSpPr bwMode="auto">
          <a:xfrm>
            <a:off x="8631238" y="2060719"/>
            <a:ext cx="3009404" cy="2808138"/>
            <a:chOff x="507" y="1413"/>
            <a:chExt cx="2712" cy="2607"/>
          </a:xfrm>
        </p:grpSpPr>
        <p:graphicFrame>
          <p:nvGraphicFramePr>
            <p:cNvPr id="67590" name="Object 6"/>
            <p:cNvGraphicFramePr>
              <a:graphicFrameLocks noChangeAspect="1"/>
            </p:cNvGraphicFramePr>
            <p:nvPr/>
          </p:nvGraphicFramePr>
          <p:xfrm>
            <a:off x="507" y="1413"/>
            <a:ext cx="2712" cy="260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8442" name="VISIO" r:id="rId1" imgW="2205990" imgH="2124075" progId="Visio.Drawing.6">
                    <p:embed/>
                  </p:oleObj>
                </mc:Choice>
                <mc:Fallback>
                  <p:oleObj name="VISIO" r:id="rId1" imgW="2205990" imgH="2124075" progId="Visio.Drawing.6">
                    <p:embed/>
                    <p:pic>
                      <p:nvPicPr>
                        <p:cNvPr id="0" name="Object 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07" y="1413"/>
                          <a:ext cx="2712" cy="260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12700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67591" name="Oval 7"/>
            <p:cNvSpPr>
              <a:spLocks noChangeArrowheads="1"/>
            </p:cNvSpPr>
            <p:nvPr/>
          </p:nvSpPr>
          <p:spPr bwMode="auto">
            <a:xfrm>
              <a:off x="1063" y="2085"/>
              <a:ext cx="144" cy="144"/>
            </a:xfrm>
            <a:prstGeom prst="ellipse">
              <a:avLst/>
            </a:prstGeom>
            <a:solidFill>
              <a:schemeClr val="accent1"/>
            </a:solidFill>
            <a:ln w="12700">
              <a:solidFill>
                <a:schemeClr val="tx1"/>
              </a:solidFill>
              <a:round/>
            </a:ln>
          </p:spPr>
          <p:txBody>
            <a:bodyPr wrap="none" anchor="ctr"/>
            <a:lstStyle>
              <a:lvl1pPr>
                <a:lnSpc>
                  <a:spcPct val="90000"/>
                </a:lnSpc>
                <a:spcBef>
                  <a:spcPct val="20000"/>
                </a:spcBef>
                <a:spcAft>
                  <a:spcPct val="2000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32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lnSpc>
                  <a:spcPct val="90000"/>
                </a:lnSpc>
                <a:spcBef>
                  <a:spcPct val="20000"/>
                </a:spcBef>
                <a:spcAft>
                  <a:spcPct val="2000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Ø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>
                <a:lnSpc>
                  <a:spcPct val="90000"/>
                </a:lnSpc>
                <a:spcBef>
                  <a:spcPct val="20000"/>
                </a:spcBef>
                <a:spcAft>
                  <a:spcPct val="20000"/>
                </a:spcAft>
                <a:buClr>
                  <a:schemeClr val="folHlink"/>
                </a:buClr>
                <a:buSzPct val="90000"/>
                <a:buFont typeface="Wingdings" panose="05000000000000000000" pitchFamily="2" charset="2"/>
                <a:buChar char="ü"/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>
                <a:lnSpc>
                  <a:spcPct val="90000"/>
                </a:lnSpc>
                <a:spcBef>
                  <a:spcPct val="20000"/>
                </a:spcBef>
                <a:spcAft>
                  <a:spcPct val="20000"/>
                </a:spcAft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v"/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>
                <a:lnSpc>
                  <a:spcPct val="90000"/>
                </a:lnSpc>
                <a:spcBef>
                  <a:spcPct val="20000"/>
                </a:spcBef>
                <a:spcAft>
                  <a:spcPct val="2000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ct val="20000"/>
                </a:spcBef>
                <a:spcAft>
                  <a:spcPct val="2000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ct val="20000"/>
                </a:spcBef>
                <a:spcAft>
                  <a:spcPct val="2000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ct val="20000"/>
                </a:spcBef>
                <a:spcAft>
                  <a:spcPct val="2000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ct val="20000"/>
                </a:spcBef>
                <a:spcAft>
                  <a:spcPct val="2000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algn="just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0" lang="zh-CN" altLang="en-US" sz="1600"/>
            </a:p>
          </p:txBody>
        </p:sp>
      </p:grpSp>
      <p:sp>
        <p:nvSpPr>
          <p:cNvPr id="3" name="矩形 2"/>
          <p:cNvSpPr/>
          <p:nvPr/>
        </p:nvSpPr>
        <p:spPr>
          <a:xfrm>
            <a:off x="1030605" y="1986280"/>
            <a:ext cx="7182485" cy="18148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eaLnBrk="1" hangingPunct="1">
              <a:defRPr/>
            </a:pPr>
            <a:r>
              <a:rPr lang="zh-CN" altLang="en-US" sz="2800" dirty="0">
                <a:solidFill>
                  <a:srgbClr val="000000"/>
                </a:solidFill>
              </a:rPr>
              <a:t>（</a:t>
            </a:r>
            <a:r>
              <a:rPr lang="en-US" altLang="zh-CN" sz="2800" dirty="0">
                <a:solidFill>
                  <a:srgbClr val="000000"/>
                </a:solidFill>
              </a:rPr>
              <a:t>2</a:t>
            </a:r>
            <a:r>
              <a:rPr lang="zh-CN" altLang="en-US" sz="2800" dirty="0">
                <a:solidFill>
                  <a:srgbClr val="000000"/>
                </a:solidFill>
              </a:rPr>
              <a:t>）将方格按行和列编号，甲将棋子所在的方格的行（或列）编号告诉乙，再令乙猜测棋子所在列（或行）所在的位置，</a:t>
            </a:r>
            <a:r>
              <a:rPr lang="zh-CN" altLang="en-US" sz="2800" dirty="0"/>
              <a:t>计算猜中方格顺序号所需要的信息量。</a:t>
            </a:r>
            <a:endParaRPr lang="zh-CN" altLang="en-US" sz="2800" dirty="0">
              <a:solidFill>
                <a:srgbClr val="000000"/>
              </a:solidFill>
            </a:endParaRPr>
          </a:p>
        </p:txBody>
      </p:sp>
      <p:sp>
        <p:nvSpPr>
          <p:cNvPr id="9" name="Text Box 8"/>
          <p:cNvSpPr txBox="1">
            <a:spLocks noChangeArrowheads="1"/>
          </p:cNvSpPr>
          <p:nvPr/>
        </p:nvSpPr>
        <p:spPr bwMode="auto">
          <a:xfrm>
            <a:off x="2063522" y="4853532"/>
            <a:ext cx="2803525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ct val="20000"/>
              </a:spcBef>
              <a:spcAft>
                <a:spcPct val="2000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lnSpc>
                <a:spcPct val="90000"/>
              </a:lnSpc>
              <a:spcBef>
                <a:spcPct val="20000"/>
              </a:spcBef>
              <a:spcAft>
                <a:spcPct val="2000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Ø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lnSpc>
                <a:spcPct val="90000"/>
              </a:lnSpc>
              <a:spcBef>
                <a:spcPct val="20000"/>
              </a:spcBef>
              <a:spcAft>
                <a:spcPct val="2000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Char char="ü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lnSpc>
                <a:spcPct val="90000"/>
              </a:lnSpc>
              <a:spcBef>
                <a:spcPct val="20000"/>
              </a:spcBef>
              <a:spcAft>
                <a:spcPct val="2000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v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lnSpc>
                <a:spcPct val="90000"/>
              </a:lnSpc>
              <a:spcBef>
                <a:spcPct val="20000"/>
              </a:spcBef>
              <a:spcAft>
                <a:spcPct val="2000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2000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2000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2000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2000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algn="just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en-US" sz="2800" dirty="0">
                <a:solidFill>
                  <a:srgbClr val="0000FF"/>
                </a:solidFill>
              </a:rPr>
              <a:t>条件自信息量为</a:t>
            </a:r>
            <a:r>
              <a:rPr kumimoji="0" lang="en-US" altLang="zh-CN" sz="2800" dirty="0">
                <a:solidFill>
                  <a:srgbClr val="0000FF"/>
                </a:solidFill>
              </a:rPr>
              <a:t>:</a:t>
            </a:r>
            <a:endParaRPr kumimoji="0" lang="en-US" altLang="zh-CN" sz="2800" dirty="0">
              <a:solidFill>
                <a:srgbClr val="0000FF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" name="矩形 9"/>
              <p:cNvSpPr/>
              <p:nvPr/>
            </p:nvSpPr>
            <p:spPr>
              <a:xfrm>
                <a:off x="1976120" y="5401310"/>
                <a:ext cx="8988425" cy="113347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sz="2800" i="1">
                          <a:latin typeface="Cambria Math" panose="02040503050406030204" pitchFamily="18" charset="0"/>
                        </a:rPr>
                        <m:t>𝐼</m:t>
                      </m:r>
                      <m:r>
                        <a:rPr lang="zh-CN" altLang="en-US" sz="280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zh-CN" altLang="en-US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8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zh-CN" altLang="en-US" sz="28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altLang="zh-CN" sz="2800" i="1">
                          <a:latin typeface="Cambria Math" panose="02040503050406030204" pitchFamily="18" charset="0"/>
                        </a:rPr>
                        <m:t>|</m:t>
                      </m:r>
                      <m:sSub>
                        <m:sSubPr>
                          <m:ctrlPr>
                            <a:rPr lang="zh-CN" altLang="en-US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800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zh-CN" altLang="en-US" sz="2800" i="1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zh-CN" altLang="en-US" sz="2800">
                          <a:latin typeface="Cambria Math" panose="02040503050406030204" pitchFamily="18" charset="0"/>
                        </a:rPr>
                        <m:t>)=−</m:t>
                      </m:r>
                      <m:r>
                        <m:rPr>
                          <m:sty m:val="p"/>
                        </m:rPr>
                        <a:rPr lang="zh-CN" altLang="en-US" sz="2800">
                          <a:latin typeface="Cambria Math" panose="02040503050406030204" pitchFamily="18" charset="0"/>
                        </a:rPr>
                        <m:t>log</m:t>
                      </m:r>
                      <m:r>
                        <a:rPr lang="zh-CN" altLang="en-US" sz="2800" i="1"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zh-CN" altLang="en-US" sz="280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zh-CN" altLang="en-US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8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zh-CN" altLang="en-US" sz="28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altLang="zh-CN" sz="2800" i="1">
                          <a:latin typeface="Cambria Math" panose="02040503050406030204" pitchFamily="18" charset="0"/>
                        </a:rPr>
                        <m:t>|</m:t>
                      </m:r>
                      <m:sSub>
                        <m:sSubPr>
                          <m:ctrlPr>
                            <a:rPr lang="zh-CN" altLang="en-US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800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zh-CN" altLang="en-US" sz="2800" i="1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zh-CN" altLang="en-US" sz="2800">
                          <a:latin typeface="Cambria Math" panose="02040503050406030204" pitchFamily="18" charset="0"/>
                        </a:rPr>
                        <m:t>)=−</m:t>
                      </m:r>
                      <m:r>
                        <m:rPr>
                          <m:sty m:val="p"/>
                        </m:rPr>
                        <a:rPr lang="zh-CN" altLang="en-US" sz="2800">
                          <a:latin typeface="Cambria Math" panose="02040503050406030204" pitchFamily="18" charset="0"/>
                        </a:rPr>
                        <m:t>log</m:t>
                      </m:r>
                      <m:f>
                        <m:fPr>
                          <m:ctrlPr>
                            <a:rPr lang="zh-CN" altLang="en-US" sz="28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d>
                            <m:dPr>
                              <m:begChr m:val=""/>
                              <m:ctrlPr>
                                <a:rPr lang="zh-CN" altLang="en-US" sz="28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zh-CN" altLang="en-US" sz="2800" i="1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  <m:r>
                                <a:rPr lang="zh-CN" altLang="en-US" sz="280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zh-CN" altLang="en-US" sz="28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sz="28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zh-CN" altLang="en-US" sz="28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zh-CN" altLang="en-US" sz="280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zh-CN" altLang="en-US" sz="28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sz="2800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zh-CN" altLang="en-US" sz="2800" i="1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</m:e>
                          </m:d>
                        </m:num>
                        <m:den>
                          <m:d>
                            <m:dPr>
                              <m:begChr m:val=""/>
                              <m:ctrlPr>
                                <a:rPr lang="zh-CN" altLang="en-US" sz="28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zh-CN" altLang="en-US" sz="2800" i="1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  <m:r>
                                <a:rPr lang="zh-CN" altLang="en-US" sz="280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zh-CN" altLang="en-US" sz="28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sz="2800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zh-CN" altLang="en-US" sz="2800" i="1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</m:e>
                          </m:d>
                        </m:den>
                      </m:f>
                      <m:r>
                        <a:rPr lang="zh-CN" altLang="en-US" sz="2800">
                          <a:latin typeface="Cambria Math" panose="02040503050406030204" pitchFamily="18" charset="0"/>
                        </a:rPr>
                        <m:t>=−</m:t>
                      </m:r>
                      <m:sSub>
                        <m:sSubPr>
                          <m:ctrlPr>
                            <a:rPr lang="zh-CN" altLang="en-US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zh-CN" altLang="en-US" sz="2800">
                              <a:latin typeface="Cambria Math" panose="02040503050406030204" pitchFamily="18" charset="0"/>
                            </a:rPr>
                            <m:t>log</m:t>
                          </m:r>
                        </m:e>
                        <m:sub>
                          <m:r>
                            <a:rPr lang="zh-CN" altLang="en-US" sz="280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f>
                        <m:fPr>
                          <m:ctrlPr>
                            <a:rPr lang="zh-CN" altLang="en-US" sz="28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sz="280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zh-CN" altLang="en-US" sz="2800">
                              <a:latin typeface="Cambria Math" panose="02040503050406030204" pitchFamily="18" charset="0"/>
                            </a:rPr>
                            <m:t>8</m:t>
                          </m:r>
                        </m:den>
                      </m:f>
                      <m:r>
                        <a:rPr lang="zh-CN" altLang="en-US" sz="280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CN" altLang="en-US" sz="2800">
                          <a:latin typeface="Cambria Math" panose="02040503050406030204" pitchFamily="18" charset="0"/>
                        </a:rPr>
                        <m:t>3</m:t>
                      </m:r>
                      <m:r>
                        <m:rPr>
                          <m:nor/>
                        </m:rPr>
                        <a:rPr lang="zh-CN" altLang="en-US" sz="2800"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bit</m:t>
                      </m:r>
                    </m:oMath>
                  </m:oMathPara>
                </a14:m>
                <a:endParaRPr lang="zh-CN" altLang="en-US" sz="2800" dirty="0">
                  <a:latin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10" name="矩形 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76120" y="5401310"/>
                <a:ext cx="8988425" cy="1133475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矩形 10"/>
          <p:cNvSpPr/>
          <p:nvPr/>
        </p:nvSpPr>
        <p:spPr>
          <a:xfrm>
            <a:off x="1030605" y="3822065"/>
            <a:ext cx="6966585" cy="953135"/>
          </a:xfrm>
          <a:prstGeom prst="rect">
            <a:avLst/>
          </a:prstGeom>
          <a:solidFill>
            <a:srgbClr val="E2F6FD"/>
          </a:solidFill>
        </p:spPr>
        <p:txBody>
          <a:bodyPr wrap="square">
            <a:spAutoFit/>
          </a:bodyPr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2800" b="0" dirty="0">
                <a:solidFill>
                  <a:srgbClr val="000000"/>
                </a:solidFill>
              </a:rPr>
              <a:t>告诉乙行（或列），意味着在已知条件下求自信息量。</a:t>
            </a:r>
            <a:r>
              <a:rPr lang="zh-CN" altLang="en-US" sz="2800" b="0" dirty="0"/>
              <a:t>  </a:t>
            </a:r>
            <a:endParaRPr lang="zh-CN" altLang="en-US" sz="2800" b="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9" grpId="0"/>
      <p:bldP spid="10" grpId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2.2 </a:t>
            </a:r>
            <a:r>
              <a:rPr lang="zh-CN" altLang="en-US" dirty="0">
                <a:sym typeface="+mn-ea"/>
              </a:rPr>
              <a:t>信源的信息熵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495600" y="1484784"/>
            <a:ext cx="6408712" cy="4149452"/>
          </a:xfrm>
        </p:spPr>
        <p:txBody>
          <a:bodyPr/>
          <a:lstStyle/>
          <a:p>
            <a:pPr eaLnBrk="1" hangingPunct="1"/>
            <a:r>
              <a:rPr lang="zh-CN" altLang="en-US" dirty="0"/>
              <a:t>主要内容</a:t>
            </a:r>
            <a:endParaRPr lang="zh-CN" altLang="en-US" dirty="0"/>
          </a:p>
          <a:p>
            <a:pPr marL="342900" lvl="1" indent="0" eaLnBrk="1" hangingPunct="1">
              <a:buNone/>
            </a:pPr>
            <a:r>
              <a:rPr lang="en-US" altLang="zh-CN" sz="2800" dirty="0">
                <a:sym typeface="+mn-ea"/>
              </a:rPr>
              <a:t>2.2  </a:t>
            </a:r>
            <a:r>
              <a:rPr lang="zh-CN" altLang="en-US" sz="2800" dirty="0">
                <a:sym typeface="+mn-ea"/>
              </a:rPr>
              <a:t>信源的信息</a:t>
            </a:r>
            <a:r>
              <a:rPr lang="zh-CN" altLang="en-US" sz="2800" dirty="0">
                <a:sym typeface="+mn-ea"/>
              </a:rPr>
              <a:t>熵</a:t>
            </a:r>
            <a:endParaRPr lang="en-US" altLang="zh-CN" sz="2800" dirty="0"/>
          </a:p>
          <a:p>
            <a:pPr marL="342900" lvl="1" indent="0" eaLnBrk="1" hangingPunct="1">
              <a:buNone/>
            </a:pPr>
            <a:r>
              <a:rPr lang="en-US" altLang="zh-CN" sz="2800" dirty="0">
                <a:solidFill>
                  <a:schemeClr val="bg1">
                    <a:lumMod val="95000"/>
                  </a:schemeClr>
                </a:solidFill>
              </a:rPr>
              <a:t>   2.2.1 </a:t>
            </a:r>
            <a:r>
              <a:rPr lang="zh-CN" altLang="en-US" sz="2800" dirty="0">
                <a:solidFill>
                  <a:schemeClr val="bg1">
                    <a:lumMod val="95000"/>
                  </a:schemeClr>
                </a:solidFill>
              </a:rPr>
              <a:t>自信息量</a:t>
            </a:r>
            <a:endParaRPr lang="zh-CN" altLang="en-US" sz="2800" dirty="0">
              <a:solidFill>
                <a:schemeClr val="bg1">
                  <a:lumMod val="95000"/>
                </a:schemeClr>
              </a:solidFill>
            </a:endParaRPr>
          </a:p>
          <a:p>
            <a:pPr marL="342900" lvl="1" indent="0" eaLnBrk="1" hangingPunct="1">
              <a:buNone/>
            </a:pPr>
            <a:r>
              <a:rPr lang="en-US" altLang="zh-CN" sz="2800" dirty="0">
                <a:solidFill>
                  <a:schemeClr val="tx1"/>
                </a:solidFill>
              </a:rPr>
              <a:t>   2.2.2 </a:t>
            </a:r>
            <a:r>
              <a:rPr lang="zh-CN" altLang="en-US" sz="2800" dirty="0">
                <a:solidFill>
                  <a:schemeClr val="tx1"/>
                </a:solidFill>
                <a:sym typeface="+mn-ea"/>
              </a:rPr>
              <a:t>信息熵</a:t>
            </a:r>
            <a:endParaRPr lang="zh-CN" altLang="en-US" sz="2800" dirty="0">
              <a:solidFill>
                <a:schemeClr val="tx1"/>
              </a:solidFill>
              <a:sym typeface="+mn-ea"/>
            </a:endParaRPr>
          </a:p>
          <a:p>
            <a:pPr marL="342900" lvl="1" indent="0" eaLnBrk="1" hangingPunct="1">
              <a:buNone/>
            </a:pPr>
            <a:r>
              <a:rPr lang="zh-CN" altLang="en-US" sz="2800" dirty="0">
                <a:solidFill>
                  <a:schemeClr val="bg1">
                    <a:lumMod val="95000"/>
                  </a:schemeClr>
                </a:solidFill>
                <a:sym typeface="+mn-ea"/>
              </a:rPr>
              <a:t> </a:t>
            </a:r>
            <a:r>
              <a:rPr lang="en-US" altLang="zh-CN" sz="2800" dirty="0">
                <a:solidFill>
                  <a:schemeClr val="bg1">
                    <a:lumMod val="95000"/>
                  </a:schemeClr>
                </a:solidFill>
                <a:sym typeface="+mn-ea"/>
              </a:rPr>
              <a:t>  2.2.3 </a:t>
            </a:r>
            <a:r>
              <a:rPr lang="zh-CN" altLang="en-US" sz="2800" dirty="0">
                <a:solidFill>
                  <a:schemeClr val="bg1">
                    <a:lumMod val="95000"/>
                  </a:schemeClr>
                </a:solidFill>
                <a:sym typeface="+mn-ea"/>
              </a:rPr>
              <a:t>联合熵</a:t>
            </a:r>
            <a:endParaRPr lang="zh-CN" altLang="en-US" sz="2800" dirty="0">
              <a:solidFill>
                <a:schemeClr val="bg1">
                  <a:lumMod val="95000"/>
                </a:schemeClr>
              </a:solidFill>
              <a:sym typeface="+mn-ea"/>
            </a:endParaRPr>
          </a:p>
          <a:p>
            <a:pPr marL="342900" lvl="1" indent="0" eaLnBrk="1" hangingPunct="1">
              <a:buNone/>
            </a:pPr>
            <a:r>
              <a:rPr lang="zh-CN" altLang="en-US" sz="2800" dirty="0">
                <a:solidFill>
                  <a:schemeClr val="bg1">
                    <a:lumMod val="95000"/>
                  </a:schemeClr>
                </a:solidFill>
                <a:sym typeface="+mn-ea"/>
              </a:rPr>
              <a:t> </a:t>
            </a:r>
            <a:r>
              <a:rPr lang="en-US" altLang="zh-CN" sz="2800" dirty="0">
                <a:solidFill>
                  <a:schemeClr val="bg1">
                    <a:lumMod val="95000"/>
                  </a:schemeClr>
                </a:solidFill>
                <a:sym typeface="+mn-ea"/>
              </a:rPr>
              <a:t>  2.2.4 </a:t>
            </a:r>
            <a:r>
              <a:rPr lang="zh-CN" altLang="en-US" sz="2800" dirty="0">
                <a:solidFill>
                  <a:schemeClr val="bg1">
                    <a:lumMod val="95000"/>
                  </a:schemeClr>
                </a:solidFill>
                <a:sym typeface="+mn-ea"/>
              </a:rPr>
              <a:t>条件熵</a:t>
            </a:r>
            <a:endParaRPr lang="zh-CN" altLang="en-US" sz="2800" dirty="0">
              <a:solidFill>
                <a:schemeClr val="bg1">
                  <a:lumMod val="95000"/>
                </a:schemeClr>
              </a:solidFill>
            </a:endParaRPr>
          </a:p>
          <a:p>
            <a:pPr marL="342900" lvl="1" indent="0" eaLnBrk="1" hangingPunct="1">
              <a:buNone/>
            </a:pPr>
            <a:endParaRPr lang="zh-CN" altLang="en-US" sz="2800" dirty="0"/>
          </a:p>
          <a:p>
            <a:endParaRPr lang="zh-CN" altLang="en-US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75" y="3175"/>
            <a:ext cx="12185650" cy="6851650"/>
          </a:xfrm>
          <a:prstGeom prst="rect">
            <a:avLst/>
          </a:prstGeom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1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 altLang="zh-CN" dirty="0"/>
              <a:t>2.2 </a:t>
            </a:r>
            <a:r>
              <a:rPr lang="zh-CN" altLang="en-US" dirty="0">
                <a:sym typeface="+mn-ea"/>
              </a:rPr>
              <a:t>信源的信息熵</a:t>
            </a:r>
            <a:endParaRPr lang="zh-CN" altLang="en-US" dirty="0"/>
          </a:p>
        </p:txBody>
      </p:sp>
      <p:sp>
        <p:nvSpPr>
          <p:cNvPr id="43012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1271464" y="908050"/>
            <a:ext cx="10225136" cy="4969222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dirty="0">
                <a:latin typeface="宋体" panose="02010600030101010101" pitchFamily="2" charset="-122"/>
              </a:rPr>
              <a:t>自信息量是针对信源中某一个符号所含信息的度量，那么对于发出若干符号的信源的总体度量如何？</a:t>
            </a:r>
            <a:endParaRPr lang="zh-CN" altLang="en-US" dirty="0">
              <a:latin typeface="宋体" panose="02010600030101010101" pitchFamily="2" charset="-122"/>
            </a:endParaRPr>
          </a:p>
          <a:p>
            <a:pPr eaLnBrk="1" hangingPunct="1">
              <a:buNone/>
              <a:defRPr/>
            </a:pPr>
            <a:r>
              <a:rPr lang="zh-CN" altLang="en-US" dirty="0">
                <a:latin typeface="宋体" panose="02010600030101010101" pitchFamily="2" charset="-122"/>
              </a:rPr>
              <a:t>      </a:t>
            </a:r>
            <a:r>
              <a:rPr lang="en-US" altLang="zh-CN" dirty="0">
                <a:latin typeface="宋体" panose="02010600030101010101" pitchFamily="2" charset="-122"/>
              </a:rPr>
              <a:t>  ——</a:t>
            </a:r>
            <a:r>
              <a:rPr lang="zh-CN" altLang="en-US" sz="3200" dirty="0">
                <a:solidFill>
                  <a:srgbClr val="0000FF"/>
                </a:solidFill>
                <a:latin typeface="宋体" panose="02010600030101010101" pitchFamily="2" charset="-122"/>
              </a:rPr>
              <a:t>符号集的平均不确定性如何度量？</a:t>
            </a:r>
            <a:endParaRPr lang="en-US" altLang="zh-CN" sz="3200" dirty="0">
              <a:solidFill>
                <a:srgbClr val="0000FF"/>
              </a:solidFill>
              <a:latin typeface="宋体" panose="02010600030101010101" pitchFamily="2" charset="-122"/>
            </a:endParaRPr>
          </a:p>
          <a:p>
            <a:pPr>
              <a:buFont typeface="Wingdings" panose="05000000000000000000" pitchFamily="2" charset="2"/>
              <a:buNone/>
            </a:pPr>
            <a:endParaRPr lang="en-US" altLang="zh-CN" sz="1050" dirty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>
              <a:buFont typeface="Wingdings" panose="05000000000000000000" pitchFamily="2" charset="2"/>
              <a:buNone/>
            </a:pPr>
            <a:endParaRPr lang="en-US" altLang="zh-CN" sz="1000" dirty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 marL="257175" lvl="1" indent="-257175">
              <a:lnSpc>
                <a:spcPct val="125000"/>
              </a:lnSpc>
              <a:spcBef>
                <a:spcPts val="600"/>
              </a:spcBef>
              <a:buClr>
                <a:schemeClr val="folHlink"/>
              </a:buClr>
              <a:buSzPct val="60000"/>
              <a:buNone/>
            </a:pPr>
            <a:r>
              <a:rPr lang="zh-CN" altLang="en-US" sz="2800" dirty="0">
                <a:solidFill>
                  <a:srgbClr val="C00000"/>
                </a:solidFill>
              </a:rPr>
              <a:t>平均自信息量：</a:t>
            </a:r>
            <a:r>
              <a:rPr lang="zh-CN" altLang="en-US" sz="2800" dirty="0"/>
              <a:t>信源中各个符号自信息量的数学期望，也称为平均不确定度</a:t>
            </a:r>
            <a:r>
              <a:rPr lang="en-US" altLang="zh-CN" sz="2800" dirty="0"/>
              <a:t>/</a:t>
            </a:r>
            <a:r>
              <a:rPr lang="zh-CN" altLang="en-US" sz="2800" dirty="0"/>
              <a:t>平均信息量</a:t>
            </a:r>
            <a:r>
              <a:rPr lang="en-US" altLang="zh-CN" sz="2800" dirty="0"/>
              <a:t>/</a:t>
            </a:r>
            <a:r>
              <a:rPr lang="zh-CN" altLang="en-US" sz="2800" b="1" dirty="0">
                <a:solidFill>
                  <a:srgbClr val="0000FF"/>
                </a:solidFill>
              </a:rPr>
              <a:t>信源熵</a:t>
            </a:r>
            <a:r>
              <a:rPr lang="en-US" altLang="zh-CN" sz="3200" b="1" dirty="0">
                <a:solidFill>
                  <a:srgbClr val="0000FF"/>
                </a:solidFill>
              </a:rPr>
              <a:t>(Entropy)</a:t>
            </a:r>
            <a:endParaRPr lang="zh-CN" altLang="en-US" sz="3200" b="1" dirty="0">
              <a:solidFill>
                <a:srgbClr val="0000FF"/>
              </a:solidFill>
            </a:endParaRPr>
          </a:p>
          <a:p>
            <a:pPr>
              <a:buFont typeface="Wingdings" panose="05000000000000000000" pitchFamily="2" charset="2"/>
              <a:buNone/>
            </a:pPr>
            <a:endParaRPr lang="en-US" altLang="zh-CN" dirty="0">
              <a:solidFill>
                <a:srgbClr val="0000FF"/>
              </a:solidFill>
            </a:endParaRPr>
          </a:p>
          <a:p>
            <a:pPr>
              <a:buFont typeface="Wingdings" panose="05000000000000000000" pitchFamily="2" charset="2"/>
              <a:buNone/>
            </a:pPr>
            <a:r>
              <a:rPr lang="en-US" altLang="zh-CN" dirty="0"/>
              <a:t>	</a:t>
            </a:r>
            <a:endParaRPr lang="en-US" altLang="zh-CN" dirty="0"/>
          </a:p>
          <a:p>
            <a:pPr algn="ctr">
              <a:buFont typeface="Wingdings" panose="05000000000000000000" pitchFamily="2" charset="2"/>
              <a:buNone/>
            </a:pPr>
            <a:r>
              <a:rPr lang="zh-CN" altLang="en-US" dirty="0">
                <a:solidFill>
                  <a:srgbClr val="0000FF"/>
                </a:solidFill>
              </a:rPr>
              <a:t>单位 </a:t>
            </a:r>
            <a:r>
              <a:rPr lang="en-US" altLang="zh-CN" dirty="0">
                <a:solidFill>
                  <a:srgbClr val="0000FF"/>
                </a:solidFill>
              </a:rPr>
              <a:t>: bit/</a:t>
            </a:r>
            <a:r>
              <a:rPr lang="zh-CN" altLang="en-US" dirty="0">
                <a:solidFill>
                  <a:srgbClr val="0000FF"/>
                </a:solidFill>
              </a:rPr>
              <a:t>符号</a:t>
            </a:r>
            <a:endParaRPr lang="zh-CN" altLang="en-US" dirty="0">
              <a:solidFill>
                <a:srgbClr val="0000FF"/>
              </a:solidFill>
            </a:endParaRPr>
          </a:p>
        </p:txBody>
      </p:sp>
      <p:graphicFrame>
        <p:nvGraphicFramePr>
          <p:cNvPr id="584709" name="Object 5"/>
          <p:cNvGraphicFramePr>
            <a:graphicFrameLocks noChangeAspect="1"/>
          </p:cNvGraphicFramePr>
          <p:nvPr/>
        </p:nvGraphicFramePr>
        <p:xfrm>
          <a:off x="3575685" y="4869180"/>
          <a:ext cx="5965825" cy="150558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659" name="公式" r:id="rId1" imgW="2692400" imgH="558800" progId="Equation.3">
                  <p:embed/>
                </p:oleObj>
              </mc:Choice>
              <mc:Fallback>
                <p:oleObj name="公式" r:id="rId1" imgW="2692400" imgH="55880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75685" y="4869180"/>
                        <a:ext cx="5965825" cy="1505585"/>
                      </a:xfrm>
                      <a:prstGeom prst="rect">
                        <a:avLst/>
                      </a:prstGeom>
                      <a:solidFill>
                        <a:srgbClr val="E2F6FD"/>
                      </a:solidFill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下箭头 8"/>
          <p:cNvSpPr/>
          <p:nvPr/>
        </p:nvSpPr>
        <p:spPr bwMode="auto">
          <a:xfrm>
            <a:off x="5749677" y="2996957"/>
            <a:ext cx="864096" cy="504056"/>
          </a:xfrm>
          <a:prstGeom prst="downArrow">
            <a:avLst/>
          </a:prstGeom>
          <a:solidFill>
            <a:srgbClr val="FFC000"/>
          </a:solidFill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algn="just"/>
            <a:endParaRPr lang="zh-CN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47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8470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8470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6350"/>
            <a:ext cx="12185650" cy="6851650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335280" y="3357245"/>
            <a:ext cx="475615" cy="16300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000"/>
              <a:t>平均自信息</a:t>
            </a:r>
            <a:endParaRPr lang="zh-CN" altLang="en-US" sz="2000"/>
          </a:p>
        </p:txBody>
      </p:sp>
      <p:sp>
        <p:nvSpPr>
          <p:cNvPr id="4" name="文本框 3"/>
          <p:cNvSpPr txBox="1"/>
          <p:nvPr/>
        </p:nvSpPr>
        <p:spPr>
          <a:xfrm>
            <a:off x="1199515" y="3860800"/>
            <a:ext cx="88646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000"/>
              <a:t>对象</a:t>
            </a:r>
            <a:endParaRPr lang="zh-CN" altLang="en-US" sz="2000"/>
          </a:p>
        </p:txBody>
      </p:sp>
      <p:graphicFrame>
        <p:nvGraphicFramePr>
          <p:cNvPr id="7" name="Object 19"/>
          <p:cNvGraphicFramePr>
            <a:graphicFrameLocks noChangeAspect="1"/>
          </p:cNvGraphicFramePr>
          <p:nvPr/>
        </p:nvGraphicFramePr>
        <p:xfrm>
          <a:off x="810578" y="5373370"/>
          <a:ext cx="7695565" cy="80835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" name="Equation" r:id="rId2" imgW="2667000" imgH="279400" progId="Equation.DSMT4">
                  <p:embed/>
                </p:oleObj>
              </mc:Choice>
              <mc:Fallback>
                <p:oleObj name="Equation" r:id="rId2" imgW="2667000" imgH="279400" progId="Equation.DSMT4">
                  <p:embed/>
                  <p:pic>
                    <p:nvPicPr>
                      <p:cNvPr id="0" name="Objec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10578" y="5373370"/>
                        <a:ext cx="7695565" cy="80835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文本框 4"/>
          <p:cNvSpPr txBox="1"/>
          <p:nvPr/>
        </p:nvSpPr>
        <p:spPr>
          <a:xfrm>
            <a:off x="8976360" y="4797425"/>
            <a:ext cx="814705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000"/>
              <a:t>概率</a:t>
            </a:r>
            <a:r>
              <a:rPr lang="zh-CN" altLang="en-US" sz="2000"/>
              <a:t>矢量</a:t>
            </a:r>
            <a:endParaRPr lang="zh-CN" altLang="en-US" sz="2000"/>
          </a:p>
        </p:txBody>
      </p:sp>
      <p:cxnSp>
        <p:nvCxnSpPr>
          <p:cNvPr id="6" name="直接箭头连接符 5"/>
          <p:cNvCxnSpPr/>
          <p:nvPr/>
        </p:nvCxnSpPr>
        <p:spPr>
          <a:xfrm flipH="1" flipV="1">
            <a:off x="1703705" y="2912110"/>
            <a:ext cx="6350" cy="94869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arrow" w="med" len="med"/>
          </a:ln>
        </p:spPr>
      </p:cxnSp>
      <p:cxnSp>
        <p:nvCxnSpPr>
          <p:cNvPr id="8" name="直接箭头连接符 7"/>
          <p:cNvCxnSpPr/>
          <p:nvPr/>
        </p:nvCxnSpPr>
        <p:spPr>
          <a:xfrm>
            <a:off x="1701800" y="4419600"/>
            <a:ext cx="1905" cy="1025525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arrow" w="med" len="med"/>
          </a:ln>
        </p:spPr>
      </p:cxnSp>
      <p:cxnSp>
        <p:nvCxnSpPr>
          <p:cNvPr id="11" name="直接箭头连接符 10"/>
          <p:cNvCxnSpPr/>
          <p:nvPr/>
        </p:nvCxnSpPr>
        <p:spPr>
          <a:xfrm flipH="1">
            <a:off x="551180" y="2590800"/>
            <a:ext cx="464820" cy="62230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arrow" w="med" len="med"/>
          </a:ln>
        </p:spPr>
      </p:cxnSp>
      <p:cxnSp>
        <p:nvCxnSpPr>
          <p:cNvPr id="12" name="直接箭头连接符 11"/>
          <p:cNvCxnSpPr>
            <a:endCxn id="3" idx="2"/>
          </p:cNvCxnSpPr>
          <p:nvPr/>
        </p:nvCxnSpPr>
        <p:spPr>
          <a:xfrm flipH="1" flipV="1">
            <a:off x="573405" y="4987290"/>
            <a:ext cx="277495" cy="53721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arrow" w="med" len="med"/>
          </a:ln>
        </p:spPr>
      </p:cxnSp>
      <p:cxnSp>
        <p:nvCxnSpPr>
          <p:cNvPr id="14" name="直接箭头连接符 13"/>
          <p:cNvCxnSpPr/>
          <p:nvPr/>
        </p:nvCxnSpPr>
        <p:spPr>
          <a:xfrm flipH="1">
            <a:off x="8184515" y="5157470"/>
            <a:ext cx="791845" cy="21590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arrow" w="med" len="med"/>
          </a:ln>
        </p:spPr>
      </p:cxnSp>
      <p:sp>
        <p:nvSpPr>
          <p:cNvPr id="15" name="文本框 14"/>
          <p:cNvSpPr txBox="1"/>
          <p:nvPr/>
        </p:nvSpPr>
        <p:spPr>
          <a:xfrm>
            <a:off x="8451215" y="1377950"/>
            <a:ext cx="290131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800" i="1">
                <a:latin typeface="+mn-lt"/>
                <a:cs typeface="+mn-lt"/>
              </a:rPr>
              <a:t>H(X)  </a:t>
            </a:r>
            <a:r>
              <a:rPr lang="zh-CN" altLang="en-US" sz="2800" i="1">
                <a:latin typeface="+mn-lt"/>
                <a:cs typeface="+mn-lt"/>
              </a:rPr>
              <a:t>和</a:t>
            </a:r>
            <a:r>
              <a:rPr lang="en-US" altLang="zh-CN" sz="2800" i="1">
                <a:latin typeface="+mn-lt"/>
                <a:cs typeface="+mn-lt"/>
              </a:rPr>
              <a:t>    f(X)</a:t>
            </a:r>
            <a:endParaRPr lang="en-US" altLang="zh-CN" sz="2800" i="1">
              <a:latin typeface="+mn-lt"/>
              <a:cs typeface="+mn-lt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427" name="Rectangle 3"/>
          <p:cNvSpPr>
            <a:spLocks noGrp="1" noChangeArrowheads="1"/>
          </p:cNvSpPr>
          <p:nvPr>
            <p:ph idx="1"/>
          </p:nvPr>
        </p:nvSpPr>
        <p:spPr>
          <a:xfrm>
            <a:off x="532130" y="1163955"/>
            <a:ext cx="11356340" cy="5046345"/>
          </a:xfrm>
        </p:spPr>
        <p:txBody>
          <a:bodyPr>
            <a:noAutofit/>
          </a:bodyPr>
          <a:lstStyle/>
          <a:p>
            <a:pPr eaLnBrk="1" hangingPunct="1">
              <a:lnSpc>
                <a:spcPct val="110000"/>
              </a:lnSpc>
            </a:pPr>
            <a:r>
              <a:rPr lang="zh-CN" altLang="en-US" sz="3200" b="1" dirty="0">
                <a:solidFill>
                  <a:schemeClr val="tx2"/>
                </a:solidFill>
                <a:latin typeface="华文行楷" panose="02010800040101010101" pitchFamily="2" charset="-122"/>
              </a:rPr>
              <a:t>信源熵</a:t>
            </a:r>
            <a:r>
              <a:rPr lang="zh-CN" altLang="en-US" sz="3200" b="1" dirty="0">
                <a:latin typeface="华文行楷" panose="02010800040101010101" pitchFamily="2" charset="-122"/>
              </a:rPr>
              <a:t>：</a:t>
            </a:r>
            <a:r>
              <a:rPr lang="en-US" altLang="zh-CN" sz="3200" b="1" i="1" dirty="0">
                <a:latin typeface="+mn-lt"/>
                <a:cs typeface="+mn-lt"/>
                <a:sym typeface="+mn-ea"/>
              </a:rPr>
              <a:t>H(X</a:t>
            </a:r>
            <a:r>
              <a:rPr lang="en-US" altLang="zh-CN" sz="3200" b="1" i="1" baseline="-25000" dirty="0">
                <a:latin typeface="+mn-lt"/>
                <a:cs typeface="+mn-lt"/>
                <a:sym typeface="+mn-ea"/>
              </a:rPr>
              <a:t> </a:t>
            </a:r>
            <a:r>
              <a:rPr lang="en-US" altLang="zh-CN" sz="3200" b="1" i="1" dirty="0">
                <a:latin typeface="+mn-lt"/>
                <a:cs typeface="+mn-lt"/>
                <a:sym typeface="+mn-ea"/>
              </a:rPr>
              <a:t>)</a:t>
            </a:r>
            <a:endParaRPr lang="zh-CN" altLang="en-US" sz="3200" b="1" dirty="0">
              <a:latin typeface="+mn-lt"/>
              <a:cs typeface="+mn-lt"/>
            </a:endParaRPr>
          </a:p>
          <a:p>
            <a:pPr lvl="1" eaLnBrk="1" hangingPunct="1">
              <a:lnSpc>
                <a:spcPct val="110000"/>
              </a:lnSpc>
            </a:pPr>
            <a:r>
              <a:rPr lang="zh-CN" altLang="en-US" sz="2800" dirty="0">
                <a:latin typeface="华文行楷" panose="02010800040101010101" pitchFamily="2" charset="-122"/>
              </a:rPr>
              <a:t>从</a:t>
            </a:r>
            <a:r>
              <a:rPr lang="zh-CN" altLang="en-US" sz="2800" b="1" dirty="0">
                <a:solidFill>
                  <a:srgbClr val="FF0000"/>
                </a:solidFill>
                <a:latin typeface="华文行楷" panose="02010800040101010101" pitchFamily="2" charset="-122"/>
              </a:rPr>
              <a:t>平均</a:t>
            </a:r>
            <a:r>
              <a:rPr lang="zh-CN" altLang="en-US" sz="2800" dirty="0">
                <a:latin typeface="华文行楷" panose="02010800040101010101" pitchFamily="2" charset="-122"/>
              </a:rPr>
              <a:t>意义上来表征信源的</a:t>
            </a:r>
            <a:r>
              <a:rPr lang="zh-CN" altLang="en-US" sz="2800" b="1" dirty="0">
                <a:solidFill>
                  <a:srgbClr val="FF0000"/>
                </a:solidFill>
                <a:latin typeface="华文行楷" panose="02010800040101010101" pitchFamily="2" charset="-122"/>
              </a:rPr>
              <a:t>总体</a:t>
            </a:r>
            <a:r>
              <a:rPr lang="zh-CN" altLang="en-US" sz="2800" dirty="0">
                <a:latin typeface="华文行楷" panose="02010800040101010101" pitchFamily="2" charset="-122"/>
              </a:rPr>
              <a:t>信息测度的一个量。</a:t>
            </a:r>
            <a:endParaRPr lang="en-US" altLang="zh-CN" sz="2800" dirty="0">
              <a:latin typeface="华文行楷" panose="02010800040101010101" pitchFamily="2" charset="-122"/>
            </a:endParaRPr>
          </a:p>
          <a:p>
            <a:pPr lvl="1" eaLnBrk="1" hangingPunct="1">
              <a:lnSpc>
                <a:spcPct val="110000"/>
              </a:lnSpc>
            </a:pPr>
            <a:r>
              <a:rPr lang="zh-CN" altLang="en-US" sz="2800" dirty="0">
                <a:latin typeface="华文行楷" panose="02010800040101010101" pitchFamily="2" charset="-122"/>
              </a:rPr>
              <a:t>是信源概率的整体描述，给定信源概率分布后，信源熵是一个固定的常数，可以作为信源整体信息量的度量。</a:t>
            </a:r>
            <a:endParaRPr lang="zh-CN" altLang="en-US" sz="2800" dirty="0">
              <a:latin typeface="华文行楷" panose="02010800040101010101" pitchFamily="2" charset="-122"/>
            </a:endParaRPr>
          </a:p>
          <a:p>
            <a:pPr lvl="1" eaLnBrk="1" hangingPunct="1">
              <a:lnSpc>
                <a:spcPct val="110000"/>
              </a:lnSpc>
            </a:pPr>
            <a:endParaRPr lang="en-US" altLang="zh-CN" sz="2800" dirty="0">
              <a:latin typeface="华文行楷" panose="02010800040101010101" pitchFamily="2" charset="-122"/>
            </a:endParaRPr>
          </a:p>
          <a:p>
            <a:pPr eaLnBrk="1" hangingPunct="1">
              <a:lnSpc>
                <a:spcPct val="110000"/>
              </a:lnSpc>
            </a:pPr>
            <a:r>
              <a:rPr lang="zh-CN" altLang="en-US" sz="3200" b="1" dirty="0">
                <a:solidFill>
                  <a:schemeClr val="tx2"/>
                </a:solidFill>
                <a:latin typeface="华文行楷" panose="02010800040101010101" pitchFamily="2" charset="-122"/>
              </a:rPr>
              <a:t>自信息量</a:t>
            </a:r>
            <a:r>
              <a:rPr lang="zh-CN" altLang="en-US" sz="3200" b="1" dirty="0">
                <a:latin typeface="华文行楷" panose="02010800040101010101" pitchFamily="2" charset="-122"/>
              </a:rPr>
              <a:t>：</a:t>
            </a:r>
            <a:r>
              <a:rPr lang="en-US" altLang="zh-CN" sz="3200" b="1" i="1" dirty="0">
                <a:latin typeface="+mn-lt"/>
                <a:cs typeface="+mn-lt"/>
                <a:sym typeface="+mn-ea"/>
              </a:rPr>
              <a:t>I(a</a:t>
            </a:r>
            <a:r>
              <a:rPr lang="en-US" altLang="zh-CN" sz="3200" b="1" i="1" baseline="-25000" dirty="0">
                <a:latin typeface="+mn-lt"/>
                <a:cs typeface="+mn-lt"/>
                <a:sym typeface="+mn-ea"/>
              </a:rPr>
              <a:t>i </a:t>
            </a:r>
            <a:r>
              <a:rPr lang="en-US" altLang="zh-CN" sz="3200" b="1" i="1" dirty="0">
                <a:latin typeface="+mn-lt"/>
                <a:cs typeface="+mn-lt"/>
                <a:sym typeface="+mn-ea"/>
              </a:rPr>
              <a:t>)</a:t>
            </a:r>
            <a:endParaRPr lang="zh-CN" altLang="en-US" sz="3200" b="1" dirty="0">
              <a:latin typeface="华文行楷" panose="02010800040101010101" pitchFamily="2" charset="-122"/>
            </a:endParaRPr>
          </a:p>
          <a:p>
            <a:pPr lvl="1" eaLnBrk="1" hangingPunct="1">
              <a:lnSpc>
                <a:spcPct val="110000"/>
              </a:lnSpc>
            </a:pPr>
            <a:r>
              <a:rPr lang="zh-CN" altLang="en-US" sz="2800" dirty="0"/>
              <a:t>指某一信源发出某一消息所含有的信息量。</a:t>
            </a:r>
            <a:endParaRPr lang="zh-CN" altLang="en-US" sz="2800" dirty="0"/>
          </a:p>
          <a:p>
            <a:pPr lvl="1" eaLnBrk="1" hangingPunct="1">
              <a:lnSpc>
                <a:spcPct val="110000"/>
              </a:lnSpc>
            </a:pPr>
            <a:r>
              <a:rPr lang="zh-CN" altLang="en-US" sz="2800" dirty="0"/>
              <a:t>所发出的消息不同</a:t>
            </a:r>
            <a:r>
              <a:rPr lang="en-US" altLang="zh-CN" sz="2800" dirty="0">
                <a:latin typeface="宋体" panose="02010600030101010101" pitchFamily="2" charset="-122"/>
              </a:rPr>
              <a:t>,</a:t>
            </a:r>
            <a:r>
              <a:rPr lang="zh-CN" altLang="en-US" sz="2800" dirty="0"/>
              <a:t>它们所含有的信息量也就不同。</a:t>
            </a:r>
            <a:endParaRPr lang="zh-CN" altLang="en-US" sz="2800" dirty="0"/>
          </a:p>
          <a:p>
            <a:pPr lvl="1" eaLnBrk="1" hangingPunct="1">
              <a:lnSpc>
                <a:spcPct val="110000"/>
              </a:lnSpc>
            </a:pPr>
            <a:r>
              <a:rPr lang="zh-CN" altLang="en-US" sz="2800" dirty="0"/>
              <a:t>自信息量</a:t>
            </a:r>
            <a:r>
              <a:rPr lang="en-US" altLang="zh-CN" sz="2800" i="1" dirty="0"/>
              <a:t>I</a:t>
            </a:r>
            <a:r>
              <a:rPr lang="en-US" altLang="zh-CN" sz="2800" b="1" i="1" dirty="0"/>
              <a:t> </a:t>
            </a:r>
            <a:r>
              <a:rPr lang="en-US" altLang="zh-CN" sz="2800" dirty="0"/>
              <a:t>(</a:t>
            </a:r>
            <a:r>
              <a:rPr lang="en-US" altLang="zh-CN" sz="2800" i="1" dirty="0" err="1"/>
              <a:t>a</a:t>
            </a:r>
            <a:r>
              <a:rPr lang="en-US" altLang="zh-CN" sz="2800" baseline="-30000" dirty="0" err="1"/>
              <a:t>i</a:t>
            </a:r>
            <a:r>
              <a:rPr lang="en-US" altLang="zh-CN" sz="2800" dirty="0"/>
              <a:t>)</a:t>
            </a:r>
            <a:r>
              <a:rPr lang="zh-CN" altLang="en-US" sz="2800" dirty="0"/>
              <a:t>是一个随机变量</a:t>
            </a:r>
            <a:r>
              <a:rPr lang="en-US" altLang="zh-CN" sz="2800" dirty="0">
                <a:latin typeface="宋体" panose="02010600030101010101" pitchFamily="2" charset="-122"/>
              </a:rPr>
              <a:t>,</a:t>
            </a:r>
            <a:r>
              <a:rPr lang="zh-CN" altLang="en-US" sz="2800" dirty="0"/>
              <a:t>不能用它来作为整个信源的信息测度。 </a:t>
            </a:r>
            <a:endParaRPr lang="zh-CN" altLang="en-US" sz="2800" dirty="0"/>
          </a:p>
        </p:txBody>
      </p:sp>
      <p:sp>
        <p:nvSpPr>
          <p:cNvPr id="6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2514600" y="195264"/>
            <a:ext cx="7232650" cy="617537"/>
          </a:xfrm>
        </p:spPr>
        <p:txBody>
          <a:bodyPr/>
          <a:lstStyle/>
          <a:p>
            <a:pPr eaLnBrk="1" hangingPunct="1"/>
            <a:r>
              <a:rPr lang="en-US" altLang="zh-CN" dirty="0"/>
              <a:t>2.2 </a:t>
            </a:r>
            <a:r>
              <a:rPr lang="zh-CN" altLang="en-US" dirty="0">
                <a:sym typeface="+mn-ea"/>
              </a:rPr>
              <a:t>信源的信息熵</a:t>
            </a:r>
            <a:endParaRPr lang="zh-CN" altLang="en-US" dirty="0"/>
          </a:p>
        </p:txBody>
      </p:sp>
      <p:sp>
        <p:nvSpPr>
          <p:cNvPr id="2" name="文本框 1"/>
          <p:cNvSpPr txBox="1"/>
          <p:nvPr/>
        </p:nvSpPr>
        <p:spPr>
          <a:xfrm>
            <a:off x="5605145" y="3644900"/>
            <a:ext cx="5765165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342900" indent="-342900">
              <a:buFont typeface="Wingdings" panose="05000000000000000000" charset="0"/>
              <a:buChar char="p"/>
            </a:pPr>
            <a:r>
              <a:rPr lang="zh-CN" altLang="en-US" sz="2000">
                <a:solidFill>
                  <a:srgbClr val="FF0000"/>
                </a:solidFill>
              </a:rPr>
              <a:t>相同点：（本质</a:t>
            </a:r>
            <a:r>
              <a:rPr lang="zh-CN" altLang="en-US" sz="2000">
                <a:solidFill>
                  <a:srgbClr val="FF0000"/>
                </a:solidFill>
                <a:sym typeface="+mn-ea"/>
              </a:rPr>
              <a:t>）</a:t>
            </a:r>
            <a:r>
              <a:rPr lang="zh-CN" altLang="en-US" sz="2000">
                <a:solidFill>
                  <a:srgbClr val="FF0000"/>
                </a:solidFill>
              </a:rPr>
              <a:t>描述不确定性大小</a:t>
            </a:r>
            <a:endParaRPr lang="zh-CN" altLang="en-US" sz="2000">
              <a:solidFill>
                <a:srgbClr val="FF0000"/>
              </a:solidFill>
            </a:endParaRPr>
          </a:p>
          <a:p>
            <a:pPr marL="342900" indent="-342900">
              <a:buFont typeface="Wingdings" panose="05000000000000000000" charset="0"/>
              <a:buChar char="p"/>
            </a:pPr>
            <a:r>
              <a:rPr lang="zh-CN" altLang="en-US" sz="2000">
                <a:solidFill>
                  <a:srgbClr val="FF0000"/>
                </a:solidFill>
              </a:rPr>
              <a:t>不同点：（对象）个别事件与整体集合</a:t>
            </a:r>
            <a:endParaRPr lang="zh-CN" altLang="en-US" sz="200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6" name="Rectangle 3"/>
          <p:cNvSpPr>
            <a:spLocks noGrp="1" noChangeArrowheads="1"/>
          </p:cNvSpPr>
          <p:nvPr>
            <p:ph idx="1"/>
          </p:nvPr>
        </p:nvSpPr>
        <p:spPr>
          <a:xfrm>
            <a:off x="726440" y="908685"/>
            <a:ext cx="10712450" cy="2591435"/>
          </a:xfrm>
        </p:spPr>
        <p:txBody>
          <a:bodyPr/>
          <a:lstStyle/>
          <a:p>
            <a:pPr eaLnBrk="1" hangingPunct="1">
              <a:lnSpc>
                <a:spcPct val="120000"/>
              </a:lnSpc>
            </a:pPr>
            <a:r>
              <a:rPr lang="zh-CN" altLang="en-US" sz="3200" dirty="0">
                <a:latin typeface="华文行楷" panose="02010800040101010101" pitchFamily="2" charset="-122"/>
              </a:rPr>
              <a:t>信源熵具有以下物理含意：</a:t>
            </a:r>
            <a:endParaRPr lang="zh-CN" altLang="en-US" sz="3200" dirty="0">
              <a:latin typeface="华文行楷" panose="02010800040101010101" pitchFamily="2" charset="-122"/>
            </a:endParaRPr>
          </a:p>
          <a:p>
            <a:pPr lvl="1" algn="just" eaLnBrk="1" hangingPunct="1">
              <a:lnSpc>
                <a:spcPct val="120000"/>
              </a:lnSpc>
            </a:pPr>
            <a:r>
              <a:rPr lang="zh-CN" altLang="en-US" sz="2800" dirty="0"/>
              <a:t>信源熵</a:t>
            </a:r>
            <a:r>
              <a:rPr lang="en-US" altLang="zh-CN" sz="2800" i="1" dirty="0"/>
              <a:t>H</a:t>
            </a:r>
            <a:r>
              <a:rPr lang="en-US" altLang="zh-CN" sz="2800" dirty="0"/>
              <a:t>(</a:t>
            </a:r>
            <a:r>
              <a:rPr lang="en-US" altLang="zh-CN" sz="2800" i="1" dirty="0"/>
              <a:t>X</a:t>
            </a:r>
            <a:r>
              <a:rPr lang="en-US" altLang="zh-CN" sz="2800" dirty="0"/>
              <a:t>)</a:t>
            </a:r>
            <a:r>
              <a:rPr lang="zh-CN" altLang="en-US" sz="2800" dirty="0"/>
              <a:t>表示</a:t>
            </a:r>
            <a:r>
              <a:rPr lang="zh-CN" altLang="en-US" sz="2800" b="1" dirty="0">
                <a:solidFill>
                  <a:srgbClr val="0000FF"/>
                </a:solidFill>
              </a:rPr>
              <a:t>信源输出</a:t>
            </a:r>
            <a:r>
              <a:rPr lang="zh-CN" altLang="en-US" sz="2800" b="1" dirty="0">
                <a:solidFill>
                  <a:srgbClr val="FF0000"/>
                </a:solidFill>
              </a:rPr>
              <a:t>前</a:t>
            </a:r>
            <a:r>
              <a:rPr lang="en-US" altLang="zh-CN" sz="2800" dirty="0"/>
              <a:t>,</a:t>
            </a:r>
            <a:r>
              <a:rPr lang="zh-CN" altLang="en-US" sz="2800" dirty="0"/>
              <a:t>信源的</a:t>
            </a:r>
            <a:r>
              <a:rPr lang="zh-CN" altLang="en-US" sz="2800" b="1" dirty="0">
                <a:solidFill>
                  <a:srgbClr val="C00000"/>
                </a:solidFill>
              </a:rPr>
              <a:t>平均不确定性</a:t>
            </a:r>
            <a:endParaRPr lang="en-US" altLang="zh-CN" sz="2800" dirty="0"/>
          </a:p>
          <a:p>
            <a:pPr lvl="1" algn="just" eaLnBrk="1" hangingPunct="1">
              <a:lnSpc>
                <a:spcPct val="120000"/>
              </a:lnSpc>
            </a:pPr>
            <a:r>
              <a:rPr lang="zh-CN" altLang="en-US" sz="2800" dirty="0"/>
              <a:t>信源熵</a:t>
            </a:r>
            <a:r>
              <a:rPr lang="en-US" altLang="zh-CN" sz="2800" i="1" dirty="0"/>
              <a:t>H</a:t>
            </a:r>
            <a:r>
              <a:rPr lang="en-US" altLang="zh-CN" sz="2800" dirty="0"/>
              <a:t>(</a:t>
            </a:r>
            <a:r>
              <a:rPr lang="en-US" altLang="zh-CN" sz="2800" i="1" dirty="0"/>
              <a:t>X</a:t>
            </a:r>
            <a:r>
              <a:rPr lang="en-US" altLang="zh-CN" sz="2800" dirty="0"/>
              <a:t>)</a:t>
            </a:r>
            <a:r>
              <a:rPr lang="zh-CN" altLang="en-US" sz="2800" dirty="0"/>
              <a:t>表示</a:t>
            </a:r>
            <a:r>
              <a:rPr lang="zh-CN" altLang="en-US" sz="2800" b="1" dirty="0">
                <a:solidFill>
                  <a:srgbClr val="0000FF"/>
                </a:solidFill>
              </a:rPr>
              <a:t>信源输出</a:t>
            </a:r>
            <a:r>
              <a:rPr lang="zh-CN" altLang="en-US" sz="2800" b="1" dirty="0">
                <a:solidFill>
                  <a:srgbClr val="FF0000"/>
                </a:solidFill>
              </a:rPr>
              <a:t>后</a:t>
            </a:r>
            <a:r>
              <a:rPr lang="en-US" altLang="zh-CN" sz="2800" dirty="0"/>
              <a:t>,</a:t>
            </a:r>
            <a:r>
              <a:rPr lang="zh-CN" altLang="en-US" sz="2800" dirty="0"/>
              <a:t>每个离散消息所提供的</a:t>
            </a:r>
            <a:r>
              <a:rPr lang="zh-CN" altLang="en-US" sz="2800" b="1" dirty="0">
                <a:solidFill>
                  <a:srgbClr val="C00000"/>
                </a:solidFill>
              </a:rPr>
              <a:t>平均信息量</a:t>
            </a:r>
            <a:r>
              <a:rPr lang="zh-CN" altLang="en-US" sz="2800" dirty="0"/>
              <a:t>。</a:t>
            </a:r>
            <a:endParaRPr lang="en-US" altLang="zh-CN" sz="2800" dirty="0">
              <a:solidFill>
                <a:srgbClr val="66FF33"/>
              </a:solidFill>
            </a:endParaRPr>
          </a:p>
          <a:p>
            <a:pPr lvl="1" algn="just" eaLnBrk="1" hangingPunct="1">
              <a:lnSpc>
                <a:spcPct val="120000"/>
              </a:lnSpc>
            </a:pPr>
            <a:r>
              <a:rPr lang="zh-CN" altLang="en-US" sz="2800" dirty="0"/>
              <a:t>信源熵</a:t>
            </a:r>
            <a:r>
              <a:rPr lang="en-US" altLang="zh-CN" sz="2800" i="1" dirty="0"/>
              <a:t>H</a:t>
            </a:r>
            <a:r>
              <a:rPr lang="en-US" altLang="zh-CN" sz="2800" dirty="0"/>
              <a:t>(</a:t>
            </a:r>
            <a:r>
              <a:rPr lang="en-US" altLang="zh-CN" sz="2800" i="1" dirty="0"/>
              <a:t>X</a:t>
            </a:r>
            <a:r>
              <a:rPr lang="en-US" altLang="zh-CN" sz="2800" dirty="0"/>
              <a:t>)</a:t>
            </a:r>
            <a:r>
              <a:rPr lang="zh-CN" altLang="en-US" sz="2800" dirty="0"/>
              <a:t>可表征变量</a:t>
            </a:r>
            <a:r>
              <a:rPr lang="en-US" altLang="zh-CN" sz="2800" i="1" dirty="0"/>
              <a:t>X</a:t>
            </a:r>
            <a:r>
              <a:rPr lang="zh-CN" altLang="en-US" sz="2800" dirty="0"/>
              <a:t>的随机性。</a:t>
            </a:r>
            <a:endParaRPr lang="zh-CN" altLang="en-US" sz="2800" dirty="0"/>
          </a:p>
        </p:txBody>
      </p:sp>
      <p:sp>
        <p:nvSpPr>
          <p:cNvPr id="5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2514600" y="195264"/>
            <a:ext cx="7232650" cy="617537"/>
          </a:xfrm>
        </p:spPr>
        <p:txBody>
          <a:bodyPr/>
          <a:lstStyle/>
          <a:p>
            <a:pPr eaLnBrk="1" hangingPunct="1"/>
            <a:r>
              <a:rPr lang="en-US" altLang="zh-CN" dirty="0"/>
              <a:t>2.2 </a:t>
            </a:r>
            <a:r>
              <a:rPr lang="zh-CN" altLang="en-US" dirty="0">
                <a:sym typeface="+mn-ea"/>
              </a:rPr>
              <a:t>信源的信息熵</a:t>
            </a:r>
            <a:endParaRPr lang="zh-CN" altLang="en-US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8" name="Rectangle 3"/>
          <p:cNvSpPr>
            <a:spLocks noGrp="1" noChangeArrowheads="1"/>
          </p:cNvSpPr>
          <p:nvPr>
            <p:ph idx="1"/>
          </p:nvPr>
        </p:nvSpPr>
        <p:spPr>
          <a:xfrm>
            <a:off x="1442456" y="1045312"/>
            <a:ext cx="7696200" cy="477837"/>
          </a:xfrm>
        </p:spPr>
        <p:txBody>
          <a:bodyPr/>
          <a:lstStyle/>
          <a:p>
            <a:pPr marL="0" indent="0" eaLnBrk="1" hangingPunct="1">
              <a:lnSpc>
                <a:spcPct val="90000"/>
              </a:lnSpc>
              <a:buNone/>
            </a:pPr>
            <a:r>
              <a:rPr lang="zh-CN" altLang="en-US" sz="2400" b="1" dirty="0">
                <a:solidFill>
                  <a:srgbClr val="C00000"/>
                </a:solidFill>
                <a:latin typeface="楷体_GB2312" pitchFamily="49" charset="-122"/>
                <a:ea typeface="楷体_GB2312" pitchFamily="49" charset="-122"/>
              </a:rPr>
              <a:t>例</a:t>
            </a:r>
            <a:r>
              <a:rPr lang="en-US" altLang="zh-CN" sz="2400" b="1" dirty="0">
                <a:solidFill>
                  <a:srgbClr val="C00000"/>
                </a:solidFill>
                <a:latin typeface="楷体_GB2312" pitchFamily="49" charset="-122"/>
                <a:ea typeface="楷体_GB2312" pitchFamily="49" charset="-122"/>
              </a:rPr>
              <a:t>11</a:t>
            </a:r>
            <a:r>
              <a:rPr lang="zh-CN" altLang="en-US" sz="2400" b="1" dirty="0">
                <a:solidFill>
                  <a:srgbClr val="C00000"/>
                </a:solidFill>
                <a:latin typeface="楷体_GB2312" pitchFamily="49" charset="-122"/>
                <a:ea typeface="楷体_GB2312" pitchFamily="49" charset="-122"/>
              </a:rPr>
              <a:t>：</a:t>
            </a:r>
            <a:r>
              <a:rPr lang="zh-CN" altLang="en-US" sz="2400" dirty="0"/>
              <a:t>有三个信源，其概率空间分别为</a:t>
            </a:r>
            <a:r>
              <a:rPr lang="en-US" altLang="zh-CN" sz="2400" dirty="0"/>
              <a:t>:</a:t>
            </a:r>
            <a:endParaRPr lang="en-US" altLang="zh-CN" sz="2400" dirty="0">
              <a:ea typeface="楷体_GB2312" pitchFamily="49" charset="-122"/>
            </a:endParaRPr>
          </a:p>
        </p:txBody>
      </p:sp>
      <p:graphicFrame>
        <p:nvGraphicFramePr>
          <p:cNvPr id="489476" name="Object 4"/>
          <p:cNvGraphicFramePr>
            <a:graphicFrameLocks noChangeAspect="1"/>
          </p:cNvGraphicFramePr>
          <p:nvPr/>
        </p:nvGraphicFramePr>
        <p:xfrm>
          <a:off x="2351405" y="1659890"/>
          <a:ext cx="2703830" cy="95123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64" name="Equation" r:id="rId1" imgW="36271200" imgH="9753600" progId="Equation.DSMT4">
                  <p:embed/>
                </p:oleObj>
              </mc:Choice>
              <mc:Fallback>
                <p:oleObj name="Equation" r:id="rId1" imgW="36271200" imgH="9753600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51405" y="1659890"/>
                        <a:ext cx="2703830" cy="951230"/>
                      </a:xfrm>
                      <a:prstGeom prst="rect">
                        <a:avLst/>
                      </a:prstGeom>
                      <a:solidFill>
                        <a:srgbClr val="E2F6FD"/>
                      </a:solidFill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89478" name="Object 6"/>
          <p:cNvGraphicFramePr>
            <a:graphicFrameLocks noChangeAspect="1"/>
          </p:cNvGraphicFramePr>
          <p:nvPr/>
        </p:nvGraphicFramePr>
        <p:xfrm>
          <a:off x="3030855" y="2814955"/>
          <a:ext cx="7185660" cy="54737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65" name="Equation" r:id="rId3" imgW="81686400" imgH="5486400" progId="Equation.DSMT4">
                  <p:embed/>
                </p:oleObj>
              </mc:Choice>
              <mc:Fallback>
                <p:oleObj name="Equation" r:id="rId3" imgW="81686400" imgH="5486400" progId="Equation.DSMT4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30855" y="2814955"/>
                        <a:ext cx="7185660" cy="54737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89480" name="Object 8"/>
          <p:cNvGraphicFramePr>
            <a:graphicFrameLocks noChangeAspect="1"/>
          </p:cNvGraphicFramePr>
          <p:nvPr/>
        </p:nvGraphicFramePr>
        <p:xfrm>
          <a:off x="3008630" y="3933190"/>
          <a:ext cx="6797675" cy="60261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66" name="Equation" r:id="rId5" imgW="64617600" imgH="5486400" progId="Equation.DSMT4">
                  <p:embed/>
                </p:oleObj>
              </mc:Choice>
              <mc:Fallback>
                <p:oleObj name="Equation" r:id="rId5" imgW="64617600" imgH="5486400" progId="Equation.DSMT4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08630" y="3933190"/>
                        <a:ext cx="6797675" cy="602615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489481" name="Rectangle 9"/>
          <p:cNvSpPr>
            <a:spLocks noChangeArrowheads="1"/>
          </p:cNvSpPr>
          <p:nvPr/>
        </p:nvSpPr>
        <p:spPr bwMode="auto">
          <a:xfrm>
            <a:off x="2514600" y="4653136"/>
            <a:ext cx="7564438" cy="10668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/>
          <a:p>
            <a:pPr marL="457200" indent="-457200">
              <a:lnSpc>
                <a:spcPct val="90000"/>
              </a:lnSpc>
              <a:spcBef>
                <a:spcPct val="20000"/>
              </a:spcBef>
              <a:buClr>
                <a:srgbClr val="00B0F0"/>
              </a:buClr>
              <a:buSzPct val="60000"/>
              <a:buFont typeface="Wingdings" panose="05000000000000000000" pitchFamily="2" charset="2"/>
              <a:buChar char="u"/>
            </a:pPr>
            <a:r>
              <a:rPr lang="en-US" altLang="zh-CN" sz="2800" b="0" i="1" dirty="0">
                <a:latin typeface="+mn-lt"/>
              </a:rPr>
              <a:t>H</a:t>
            </a:r>
            <a:r>
              <a:rPr lang="en-US" altLang="zh-CN" sz="2800" b="0" dirty="0">
                <a:latin typeface="+mn-lt"/>
              </a:rPr>
              <a:t>(</a:t>
            </a:r>
            <a:r>
              <a:rPr lang="en-US" altLang="zh-CN" sz="2800" b="0" i="1" dirty="0">
                <a:latin typeface="+mn-lt"/>
              </a:rPr>
              <a:t>Z</a:t>
            </a:r>
            <a:r>
              <a:rPr lang="en-US" altLang="zh-CN" sz="2800" b="0" dirty="0">
                <a:latin typeface="+mn-lt"/>
              </a:rPr>
              <a:t>) </a:t>
            </a:r>
            <a:r>
              <a:rPr lang="zh-CN" altLang="en-US" sz="2800" b="0" dirty="0">
                <a:latin typeface="+mn-lt"/>
              </a:rPr>
              <a:t>＞ </a:t>
            </a:r>
            <a:r>
              <a:rPr lang="en-US" altLang="zh-CN" sz="2800" b="0" i="1" dirty="0">
                <a:latin typeface="+mn-lt"/>
              </a:rPr>
              <a:t>H</a:t>
            </a:r>
            <a:r>
              <a:rPr lang="en-US" altLang="zh-CN" sz="2800" b="0" dirty="0">
                <a:latin typeface="+mn-lt"/>
              </a:rPr>
              <a:t>(</a:t>
            </a:r>
            <a:r>
              <a:rPr lang="en-US" altLang="zh-CN" sz="2800" b="0" i="1" dirty="0">
                <a:latin typeface="+mn-lt"/>
              </a:rPr>
              <a:t>Y</a:t>
            </a:r>
            <a:r>
              <a:rPr lang="en-US" altLang="zh-CN" sz="2800" b="0" dirty="0">
                <a:latin typeface="+mn-lt"/>
              </a:rPr>
              <a:t>) </a:t>
            </a:r>
            <a:r>
              <a:rPr lang="zh-CN" altLang="en-US" sz="2800" b="0" dirty="0">
                <a:latin typeface="+mn-lt"/>
              </a:rPr>
              <a:t>＞</a:t>
            </a:r>
            <a:r>
              <a:rPr lang="en-US" altLang="zh-CN" sz="2800" b="0" i="1" dirty="0">
                <a:latin typeface="+mn-lt"/>
              </a:rPr>
              <a:t>H</a:t>
            </a:r>
            <a:r>
              <a:rPr lang="en-US" altLang="zh-CN" sz="2800" b="0" dirty="0">
                <a:latin typeface="+mn-lt"/>
              </a:rPr>
              <a:t>(</a:t>
            </a:r>
            <a:r>
              <a:rPr lang="en-US" altLang="zh-CN" sz="2800" b="0" i="1" dirty="0">
                <a:latin typeface="+mn-lt"/>
              </a:rPr>
              <a:t>X</a:t>
            </a:r>
            <a:r>
              <a:rPr lang="en-US" altLang="zh-CN" sz="2800" b="0" dirty="0">
                <a:latin typeface="+mn-lt"/>
              </a:rPr>
              <a:t>) </a:t>
            </a:r>
            <a:endParaRPr lang="en-US" altLang="zh-CN" sz="2800" b="0" dirty="0">
              <a:latin typeface="+mn-lt"/>
            </a:endParaRPr>
          </a:p>
          <a:p>
            <a:pPr marL="457200" indent="-457200">
              <a:lnSpc>
                <a:spcPct val="90000"/>
              </a:lnSpc>
              <a:spcBef>
                <a:spcPct val="20000"/>
              </a:spcBef>
              <a:buClr>
                <a:srgbClr val="00B0F0"/>
              </a:buClr>
              <a:buSzPct val="60000"/>
              <a:buFont typeface="Wingdings" panose="05000000000000000000" pitchFamily="2" charset="2"/>
              <a:buChar char="u"/>
            </a:pPr>
            <a:r>
              <a:rPr lang="zh-CN" altLang="en-US" sz="2800" b="0" dirty="0">
                <a:latin typeface="+mn-lt"/>
                <a:ea typeface="宋体" panose="02010600030101010101" pitchFamily="2" charset="-122"/>
              </a:rPr>
              <a:t>信源</a:t>
            </a:r>
            <a:r>
              <a:rPr lang="en-US" altLang="zh-CN" sz="2800" b="0" dirty="0">
                <a:latin typeface="+mn-lt"/>
                <a:ea typeface="宋体" panose="02010600030101010101" pitchFamily="2" charset="-122"/>
              </a:rPr>
              <a:t>Z</a:t>
            </a:r>
            <a:r>
              <a:rPr lang="en-US" altLang="zh-CN" sz="2800" b="0" i="1" dirty="0">
                <a:latin typeface="+mn-lt"/>
                <a:ea typeface="宋体" panose="02010600030101010101" pitchFamily="2" charset="-122"/>
              </a:rPr>
              <a:t> </a:t>
            </a:r>
            <a:r>
              <a:rPr lang="zh-CN" altLang="en-US" sz="2800" b="0" dirty="0">
                <a:latin typeface="+mn-lt"/>
                <a:ea typeface="宋体" panose="02010600030101010101" pitchFamily="2" charset="-122"/>
              </a:rPr>
              <a:t>比信源</a:t>
            </a:r>
            <a:r>
              <a:rPr lang="en-US" altLang="zh-CN" sz="2800" b="0" i="1" dirty="0">
                <a:latin typeface="+mn-lt"/>
                <a:ea typeface="宋体" panose="02010600030101010101" pitchFamily="2" charset="-122"/>
              </a:rPr>
              <a:t>X</a:t>
            </a:r>
            <a:r>
              <a:rPr lang="zh-CN" altLang="en-US" sz="2800" b="0" dirty="0">
                <a:latin typeface="+mn-lt"/>
                <a:ea typeface="宋体" panose="02010600030101010101" pitchFamily="2" charset="-122"/>
              </a:rPr>
              <a:t>、</a:t>
            </a:r>
            <a:r>
              <a:rPr lang="en-US" altLang="zh-CN" sz="2800" b="0" i="1" dirty="0">
                <a:latin typeface="+mn-lt"/>
                <a:ea typeface="宋体" panose="02010600030101010101" pitchFamily="2" charset="-122"/>
              </a:rPr>
              <a:t>Y</a:t>
            </a:r>
            <a:r>
              <a:rPr lang="zh-CN" altLang="en-US" sz="2800" b="0" dirty="0">
                <a:latin typeface="+mn-lt"/>
                <a:ea typeface="宋体" panose="02010600030101010101" pitchFamily="2" charset="-122"/>
              </a:rPr>
              <a:t>的</a:t>
            </a:r>
            <a:r>
              <a:rPr lang="zh-CN" altLang="en-US" sz="2800" b="0" dirty="0">
                <a:solidFill>
                  <a:srgbClr val="0000FF"/>
                </a:solidFill>
                <a:latin typeface="+mn-lt"/>
                <a:ea typeface="宋体" panose="02010600030101010101" pitchFamily="2" charset="-122"/>
              </a:rPr>
              <a:t>平均不确定性</a:t>
            </a:r>
            <a:r>
              <a:rPr lang="zh-CN" altLang="en-US" sz="2800" b="0" dirty="0">
                <a:latin typeface="+mn-lt"/>
                <a:ea typeface="宋体" panose="02010600030101010101" pitchFamily="2" charset="-122"/>
              </a:rPr>
              <a:t>都要大</a:t>
            </a:r>
            <a:r>
              <a:rPr lang="zh-CN" altLang="en-US" sz="2800" b="0" dirty="0">
                <a:ea typeface="华文行楷" panose="02010800040101010101" pitchFamily="2" charset="-122"/>
              </a:rPr>
              <a:t>。 </a:t>
            </a:r>
            <a:endParaRPr lang="zh-CN" altLang="en-US" sz="2800" b="0" dirty="0">
              <a:ea typeface="华文行楷" panose="02010800040101010101" pitchFamily="2" charset="-122"/>
            </a:endParaRPr>
          </a:p>
        </p:txBody>
      </p:sp>
      <p:sp>
        <p:nvSpPr>
          <p:cNvPr id="10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2514600" y="195264"/>
            <a:ext cx="7232650" cy="617537"/>
          </a:xfrm>
        </p:spPr>
        <p:txBody>
          <a:bodyPr/>
          <a:lstStyle/>
          <a:p>
            <a:pPr eaLnBrk="1" hangingPunct="1"/>
            <a:r>
              <a:rPr lang="en-US" altLang="zh-CN" dirty="0"/>
              <a:t>2.2 </a:t>
            </a:r>
            <a:r>
              <a:rPr lang="zh-CN" altLang="en-US" dirty="0">
                <a:sym typeface="+mn-ea"/>
              </a:rPr>
              <a:t>信源的信息熵</a:t>
            </a:r>
            <a:endParaRPr lang="zh-CN" altLang="en-US" dirty="0"/>
          </a:p>
        </p:txBody>
      </p:sp>
      <p:graphicFrame>
        <p:nvGraphicFramePr>
          <p:cNvPr id="11" name="Object 9"/>
          <p:cNvGraphicFramePr>
            <a:graphicFrameLocks noChangeAspect="1"/>
          </p:cNvGraphicFramePr>
          <p:nvPr/>
        </p:nvGraphicFramePr>
        <p:xfrm>
          <a:off x="5175885" y="1670050"/>
          <a:ext cx="2527935" cy="95123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67" name="Equation" r:id="rId7" imgW="28041600" imgH="10972800" progId="Equation.DSMT4">
                  <p:embed/>
                </p:oleObj>
              </mc:Choice>
              <mc:Fallback>
                <p:oleObj name="Equation" r:id="rId7" imgW="28041600" imgH="10972800" progId="Equation.DSMT4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75885" y="1670050"/>
                        <a:ext cx="2527935" cy="951230"/>
                      </a:xfrm>
                      <a:prstGeom prst="rect">
                        <a:avLst/>
                      </a:prstGeom>
                      <a:solidFill>
                        <a:srgbClr val="FFFFB0"/>
                      </a:solidFill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Object 9"/>
          <p:cNvGraphicFramePr>
            <a:graphicFrameLocks noChangeAspect="1"/>
          </p:cNvGraphicFramePr>
          <p:nvPr/>
        </p:nvGraphicFramePr>
        <p:xfrm>
          <a:off x="7824470" y="1659890"/>
          <a:ext cx="2555240" cy="95123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68" name="Equation" r:id="rId9" imgW="28346400" imgH="10972800" progId="Equation.DSMT4">
                  <p:embed/>
                </p:oleObj>
              </mc:Choice>
              <mc:Fallback>
                <p:oleObj name="Equation" r:id="rId9" imgW="28346400" imgH="10972800" progId="Equation.DSMT4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824470" y="1659890"/>
                        <a:ext cx="2555240" cy="951230"/>
                      </a:xfrm>
                      <a:prstGeom prst="rect">
                        <a:avLst/>
                      </a:prstGeom>
                      <a:solidFill>
                        <a:srgbClr val="FFD3D3"/>
                      </a:solidFill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Object 6"/>
          <p:cNvGraphicFramePr>
            <a:graphicFrameLocks noChangeAspect="1"/>
          </p:cNvGraphicFramePr>
          <p:nvPr/>
        </p:nvGraphicFramePr>
        <p:xfrm>
          <a:off x="3030855" y="3386455"/>
          <a:ext cx="6516370" cy="54673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69" name="Equation" r:id="rId11" imgW="74066400" imgH="5486400" progId="Equation.DSMT4">
                  <p:embed/>
                </p:oleObj>
              </mc:Choice>
              <mc:Fallback>
                <p:oleObj name="Equation" r:id="rId11" imgW="74066400" imgH="5486400" progId="Equation.DSMT4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30855" y="3386455"/>
                        <a:ext cx="6516370" cy="546735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文本框 1"/>
          <p:cNvSpPr txBox="1"/>
          <p:nvPr/>
        </p:nvSpPr>
        <p:spPr>
          <a:xfrm>
            <a:off x="3647440" y="5877560"/>
            <a:ext cx="429895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800"/>
              <a:t>熵</a:t>
            </a:r>
            <a:r>
              <a:rPr lang="en-US" altLang="zh-CN" sz="2800"/>
              <a:t>-------------</a:t>
            </a:r>
            <a:r>
              <a:rPr lang="zh-CN" altLang="en-US" sz="2800"/>
              <a:t>平均自信息</a:t>
            </a:r>
            <a:endParaRPr lang="zh-CN" altLang="en-US" sz="28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94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894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894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94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8948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894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94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48948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4894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89481" grpId="0"/>
      <p:bldP spid="2" grpId="0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2.2 </a:t>
            </a:r>
            <a:r>
              <a:rPr lang="zh-CN" altLang="en-US" dirty="0">
                <a:sym typeface="+mn-ea"/>
              </a:rPr>
              <a:t>信源的信息熵</a:t>
            </a:r>
            <a:endParaRPr lang="zh-CN" altLang="en-US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75460" y="1485265"/>
            <a:ext cx="7934325" cy="3771900"/>
          </a:xfrm>
          <a:prstGeom prst="rect">
            <a:avLst/>
          </a:prstGeom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2.2 </a:t>
            </a:r>
            <a:r>
              <a:rPr lang="zh-CN" altLang="en-US" dirty="0">
                <a:sym typeface="+mn-ea"/>
              </a:rPr>
              <a:t>信源的信息熵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495600" y="1484784"/>
            <a:ext cx="6408712" cy="4149452"/>
          </a:xfrm>
        </p:spPr>
        <p:txBody>
          <a:bodyPr/>
          <a:lstStyle/>
          <a:p>
            <a:pPr eaLnBrk="1" hangingPunct="1"/>
            <a:r>
              <a:rPr lang="zh-CN" altLang="en-US" dirty="0"/>
              <a:t>主要内容</a:t>
            </a:r>
            <a:endParaRPr lang="zh-CN" altLang="en-US" dirty="0"/>
          </a:p>
          <a:p>
            <a:pPr marL="342900" lvl="1" indent="0" eaLnBrk="1" hangingPunct="1">
              <a:buNone/>
            </a:pPr>
            <a:r>
              <a:rPr lang="en-US" altLang="zh-CN" sz="2800" dirty="0">
                <a:sym typeface="+mn-ea"/>
              </a:rPr>
              <a:t>2.2  </a:t>
            </a:r>
            <a:r>
              <a:rPr lang="zh-CN" altLang="en-US" sz="2800" dirty="0">
                <a:sym typeface="+mn-ea"/>
              </a:rPr>
              <a:t>信源的信息</a:t>
            </a:r>
            <a:r>
              <a:rPr lang="zh-CN" altLang="en-US" sz="2800" dirty="0">
                <a:sym typeface="+mn-ea"/>
              </a:rPr>
              <a:t>熵</a:t>
            </a:r>
            <a:endParaRPr lang="en-US" altLang="zh-CN" sz="2800" dirty="0"/>
          </a:p>
          <a:p>
            <a:pPr marL="342900" lvl="1" indent="0" eaLnBrk="1" hangingPunct="1">
              <a:buNone/>
            </a:pPr>
            <a:r>
              <a:rPr lang="en-US" altLang="zh-CN" sz="2800" dirty="0">
                <a:solidFill>
                  <a:schemeClr val="bg1">
                    <a:lumMod val="95000"/>
                  </a:schemeClr>
                </a:solidFill>
              </a:rPr>
              <a:t>   2.2.1 </a:t>
            </a:r>
            <a:r>
              <a:rPr lang="zh-CN" altLang="en-US" sz="2800" dirty="0">
                <a:solidFill>
                  <a:schemeClr val="bg1">
                    <a:lumMod val="95000"/>
                  </a:schemeClr>
                </a:solidFill>
              </a:rPr>
              <a:t>自信息量</a:t>
            </a:r>
            <a:endParaRPr lang="zh-CN" altLang="en-US" sz="2800" dirty="0">
              <a:solidFill>
                <a:schemeClr val="bg1">
                  <a:lumMod val="95000"/>
                </a:schemeClr>
              </a:solidFill>
            </a:endParaRPr>
          </a:p>
          <a:p>
            <a:pPr marL="342900" lvl="1" indent="0" eaLnBrk="1" hangingPunct="1">
              <a:buNone/>
            </a:pPr>
            <a:r>
              <a:rPr lang="en-US" altLang="zh-CN" sz="2800" dirty="0">
                <a:solidFill>
                  <a:schemeClr val="bg1">
                    <a:lumMod val="95000"/>
                  </a:schemeClr>
                </a:solidFill>
              </a:rPr>
              <a:t>   2.2.2 </a:t>
            </a:r>
            <a:r>
              <a:rPr lang="zh-CN" altLang="en-US" sz="2800" dirty="0">
                <a:solidFill>
                  <a:schemeClr val="bg1">
                    <a:lumMod val="95000"/>
                  </a:schemeClr>
                </a:solidFill>
                <a:sym typeface="+mn-ea"/>
              </a:rPr>
              <a:t>信息熵</a:t>
            </a:r>
            <a:endParaRPr lang="zh-CN" altLang="en-US" sz="2800" dirty="0">
              <a:solidFill>
                <a:schemeClr val="bg1">
                  <a:lumMod val="95000"/>
                </a:schemeClr>
              </a:solidFill>
              <a:sym typeface="+mn-ea"/>
            </a:endParaRPr>
          </a:p>
          <a:p>
            <a:pPr marL="342900" lvl="1" indent="0" eaLnBrk="1" hangingPunct="1">
              <a:buNone/>
            </a:pPr>
            <a:r>
              <a:rPr lang="zh-CN" altLang="en-US" sz="2800" dirty="0">
                <a:sym typeface="+mn-ea"/>
              </a:rPr>
              <a:t> </a:t>
            </a:r>
            <a:r>
              <a:rPr lang="en-US" altLang="zh-CN" sz="2800" dirty="0">
                <a:sym typeface="+mn-ea"/>
              </a:rPr>
              <a:t>  </a:t>
            </a:r>
            <a:r>
              <a:rPr lang="en-US" altLang="zh-CN" sz="2800" dirty="0">
                <a:sym typeface="+mn-ea"/>
              </a:rPr>
              <a:t>2.2.3 </a:t>
            </a:r>
            <a:r>
              <a:rPr lang="zh-CN" altLang="en-US" sz="2800" dirty="0">
                <a:sym typeface="+mn-ea"/>
              </a:rPr>
              <a:t>联合熵</a:t>
            </a:r>
            <a:endParaRPr lang="zh-CN" altLang="en-US" sz="2800" dirty="0">
              <a:sym typeface="+mn-ea"/>
            </a:endParaRPr>
          </a:p>
          <a:p>
            <a:pPr marL="342900" lvl="1" indent="0" eaLnBrk="1" hangingPunct="1">
              <a:buNone/>
            </a:pPr>
            <a:r>
              <a:rPr lang="zh-CN" altLang="en-US" sz="2800" dirty="0">
                <a:solidFill>
                  <a:schemeClr val="bg1">
                    <a:lumMod val="95000"/>
                  </a:schemeClr>
                </a:solidFill>
                <a:sym typeface="+mn-ea"/>
              </a:rPr>
              <a:t> </a:t>
            </a:r>
            <a:r>
              <a:rPr lang="en-US" altLang="zh-CN" sz="2800" dirty="0">
                <a:solidFill>
                  <a:schemeClr val="bg1">
                    <a:lumMod val="95000"/>
                  </a:schemeClr>
                </a:solidFill>
                <a:sym typeface="+mn-ea"/>
              </a:rPr>
              <a:t>  2.2.4 </a:t>
            </a:r>
            <a:r>
              <a:rPr lang="zh-CN" altLang="en-US" sz="2800" dirty="0">
                <a:solidFill>
                  <a:schemeClr val="bg1">
                    <a:lumMod val="95000"/>
                  </a:schemeClr>
                </a:solidFill>
                <a:sym typeface="+mn-ea"/>
              </a:rPr>
              <a:t>条件熵</a:t>
            </a:r>
            <a:endParaRPr lang="zh-CN" altLang="en-US" sz="2800" dirty="0">
              <a:solidFill>
                <a:schemeClr val="bg1">
                  <a:lumMod val="95000"/>
                </a:schemeClr>
              </a:solidFill>
            </a:endParaRPr>
          </a:p>
          <a:p>
            <a:pPr marL="342900" lvl="1" indent="0" eaLnBrk="1" hangingPunct="1">
              <a:buNone/>
            </a:pPr>
            <a:endParaRPr lang="zh-CN" altLang="en-US" sz="2800" dirty="0"/>
          </a:p>
          <a:p>
            <a:endParaRPr lang="zh-CN" altLang="en-US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6350" y="-6350"/>
            <a:ext cx="12204700" cy="6870700"/>
          </a:xfrm>
          <a:prstGeom prst="rect">
            <a:avLst/>
          </a:prstGeom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6350" y="-3175"/>
            <a:ext cx="12204700" cy="6864350"/>
          </a:xfrm>
          <a:prstGeom prst="rect">
            <a:avLst/>
          </a:prstGeom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4"/>
          <p:cNvSpPr>
            <a:spLocks noChangeArrowheads="1"/>
          </p:cNvSpPr>
          <p:nvPr/>
        </p:nvSpPr>
        <p:spPr bwMode="auto">
          <a:xfrm>
            <a:off x="1119412" y="1016633"/>
            <a:ext cx="8229600" cy="5762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 eaLnBrk="0" hangingPunct="0">
              <a:spcBef>
                <a:spcPct val="20000"/>
              </a:spcBef>
              <a:buChar char="•"/>
              <a:defRPr kumimoji="1" sz="3200" b="1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 b="1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 b="1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 b="1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 b="1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9pPr>
          </a:lstStyle>
          <a:p>
            <a:pPr>
              <a:buFont typeface="Wingdings" panose="05000000000000000000" pitchFamily="2" charset="2"/>
              <a:buChar char="n"/>
            </a:pPr>
            <a:r>
              <a:rPr lang="zh-CN" altLang="en-US" sz="2800" dirty="0">
                <a:solidFill>
                  <a:srgbClr val="0000FF"/>
                </a:solidFill>
                <a:latin typeface="楷体_GB2312" pitchFamily="49" charset="-122"/>
                <a:ea typeface="楷体_GB2312" pitchFamily="49" charset="-122"/>
              </a:rPr>
              <a:t>联合熵（共熵）</a:t>
            </a:r>
            <a:endParaRPr lang="en-US" altLang="zh-CN" sz="2800" dirty="0">
              <a:solidFill>
                <a:srgbClr val="0000FF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5" name="Rectangle 7"/>
          <p:cNvSpPr>
            <a:spLocks noChangeArrowheads="1"/>
          </p:cNvSpPr>
          <p:nvPr/>
        </p:nvSpPr>
        <p:spPr bwMode="auto">
          <a:xfrm>
            <a:off x="1847528" y="1484602"/>
            <a:ext cx="8552755" cy="95313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zh-CN" altLang="en-US" sz="2800" dirty="0"/>
              <a:t>    联合熵表示符号集合</a:t>
            </a:r>
            <a:r>
              <a:rPr lang="en-US" altLang="zh-CN" sz="2800" i="1" dirty="0"/>
              <a:t>X</a:t>
            </a:r>
            <a:r>
              <a:rPr lang="zh-CN" altLang="en-US" sz="2800" dirty="0"/>
              <a:t>和</a:t>
            </a:r>
            <a:r>
              <a:rPr lang="en-US" altLang="zh-CN" sz="2800" i="1" dirty="0"/>
              <a:t>Y</a:t>
            </a:r>
            <a:r>
              <a:rPr lang="zh-CN" altLang="en-US" sz="2800" dirty="0"/>
              <a:t>上的每个元素对</a:t>
            </a:r>
            <a:r>
              <a:rPr lang="en-US" altLang="zh-CN" sz="2800" i="1" dirty="0"/>
              <a:t>x</a:t>
            </a:r>
            <a:r>
              <a:rPr lang="en-US" altLang="zh-CN" sz="1800" i="1" baseline="-25000" dirty="0"/>
              <a:t>i</a:t>
            </a:r>
            <a:r>
              <a:rPr lang="zh-CN" altLang="en-US" sz="2800" dirty="0"/>
              <a:t>，</a:t>
            </a:r>
            <a:r>
              <a:rPr lang="en-US" altLang="zh-CN" sz="2800" i="1" dirty="0" err="1"/>
              <a:t>y</a:t>
            </a:r>
            <a:r>
              <a:rPr lang="en-US" altLang="zh-CN" sz="1800" i="1" baseline="-25000" dirty="0" err="1"/>
              <a:t>j</a:t>
            </a:r>
            <a:r>
              <a:rPr lang="zh-CN" altLang="en-US" sz="2800" dirty="0"/>
              <a:t> 同时发生的不确定度，是联合自信息量的数学期望。</a:t>
            </a:r>
            <a:endParaRPr lang="zh-CN" altLang="en-US" sz="2800" dirty="0"/>
          </a:p>
        </p:txBody>
      </p:sp>
      <p:sp>
        <p:nvSpPr>
          <p:cNvPr id="8" name="Rectangle 2"/>
          <p:cNvSpPr txBox="1">
            <a:spLocks noChangeArrowheads="1"/>
          </p:cNvSpPr>
          <p:nvPr/>
        </p:nvSpPr>
        <p:spPr bwMode="auto">
          <a:xfrm>
            <a:off x="2514600" y="195264"/>
            <a:ext cx="7232650" cy="6175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rgbClr val="262673"/>
                </a:solidFill>
                <a:latin typeface="宋体" panose="02010600030101010101" pitchFamily="2" charset="-122"/>
                <a:ea typeface="宋体" panose="02010600030101010101" pitchFamily="2" charset="-122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rgbClr val="262673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rgbClr val="262673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rgbClr val="262673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rgbClr val="262673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342900" algn="l" rtl="0" fontAlgn="base">
              <a:spcBef>
                <a:spcPct val="0"/>
              </a:spcBef>
              <a:spcAft>
                <a:spcPct val="0"/>
              </a:spcAft>
              <a:defRPr kumimoji="1" sz="3300">
                <a:solidFill>
                  <a:schemeClr val="tx2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685800" algn="l" rtl="0" fontAlgn="base">
              <a:spcBef>
                <a:spcPct val="0"/>
              </a:spcBef>
              <a:spcAft>
                <a:spcPct val="0"/>
              </a:spcAft>
              <a:defRPr kumimoji="1" sz="3300">
                <a:solidFill>
                  <a:schemeClr val="tx2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1028700" algn="l" rtl="0" fontAlgn="base">
              <a:spcBef>
                <a:spcPct val="0"/>
              </a:spcBef>
              <a:spcAft>
                <a:spcPct val="0"/>
              </a:spcAft>
              <a:defRPr kumimoji="1" sz="3300">
                <a:solidFill>
                  <a:schemeClr val="tx2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1371600" algn="l" rtl="0" fontAlgn="base">
              <a:spcBef>
                <a:spcPct val="0"/>
              </a:spcBef>
              <a:spcAft>
                <a:spcPct val="0"/>
              </a:spcAft>
              <a:defRPr kumimoji="1" sz="3300">
                <a:solidFill>
                  <a:schemeClr val="tx2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marL="342900" lvl="1" indent="0" eaLnBrk="1" hangingPunct="1">
              <a:buNone/>
            </a:pPr>
            <a:r>
              <a:rPr lang="en-US" altLang="zh-CN" kern="0" dirty="0"/>
              <a:t>2.2 </a:t>
            </a:r>
            <a:r>
              <a:rPr lang="zh-CN" altLang="en-US" dirty="0">
                <a:sym typeface="+mn-ea"/>
              </a:rPr>
              <a:t>信源的信息熵</a:t>
            </a:r>
            <a:endParaRPr lang="zh-CN" altLang="en-US" kern="0" dirty="0"/>
          </a:p>
        </p:txBody>
      </p:sp>
      <p:graphicFrame>
        <p:nvGraphicFramePr>
          <p:cNvPr id="13" name="Object 5"/>
          <p:cNvGraphicFramePr>
            <a:graphicFrameLocks noChangeAspect="1"/>
          </p:cNvGraphicFramePr>
          <p:nvPr/>
        </p:nvGraphicFramePr>
        <p:xfrm>
          <a:off x="2567305" y="2630170"/>
          <a:ext cx="7544435" cy="18618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910" name="Equation" r:id="rId1" imgW="3048000" imgH="723900" progId="Equation.DSMT4">
                  <p:embed/>
                </p:oleObj>
              </mc:Choice>
              <mc:Fallback>
                <p:oleObj name="Equation" r:id="rId1" imgW="3048000" imgH="723900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67305" y="2630170"/>
                        <a:ext cx="7544435" cy="186182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utoUpdateAnimBg="0" build="p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Rectangle 4"/>
          <p:cNvSpPr>
            <a:spLocks noChangeArrowheads="1"/>
          </p:cNvSpPr>
          <p:nvPr/>
        </p:nvSpPr>
        <p:spPr bwMode="auto">
          <a:xfrm>
            <a:off x="1119412" y="1016633"/>
            <a:ext cx="8229600" cy="5762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 eaLnBrk="0" hangingPunct="0">
              <a:spcBef>
                <a:spcPct val="20000"/>
              </a:spcBef>
              <a:buChar char="•"/>
              <a:defRPr kumimoji="1" sz="3200" b="1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 b="1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 b="1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 b="1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 b="1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9pPr>
          </a:lstStyle>
          <a:p>
            <a:pPr>
              <a:buFont typeface="Wingdings" panose="05000000000000000000" pitchFamily="2" charset="2"/>
              <a:buChar char="n"/>
            </a:pPr>
            <a:r>
              <a:rPr lang="zh-CN" altLang="en-US" sz="2800" dirty="0">
                <a:solidFill>
                  <a:srgbClr val="0000FF"/>
                </a:solidFill>
                <a:latin typeface="楷体_GB2312" pitchFamily="49" charset="-122"/>
                <a:ea typeface="楷体_GB2312" pitchFamily="49" charset="-122"/>
              </a:rPr>
              <a:t>联合熵（共熵）</a:t>
            </a:r>
            <a:endParaRPr lang="en-US" altLang="zh-CN" sz="2800" dirty="0">
              <a:solidFill>
                <a:srgbClr val="0000FF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8" name="Rectangle 2"/>
          <p:cNvSpPr txBox="1">
            <a:spLocks noChangeArrowheads="1"/>
          </p:cNvSpPr>
          <p:nvPr/>
        </p:nvSpPr>
        <p:spPr bwMode="auto">
          <a:xfrm>
            <a:off x="2514600" y="195264"/>
            <a:ext cx="7232650" cy="6175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rgbClr val="262673"/>
                </a:solidFill>
                <a:latin typeface="宋体" panose="02010600030101010101" pitchFamily="2" charset="-122"/>
                <a:ea typeface="宋体" panose="02010600030101010101" pitchFamily="2" charset="-122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rgbClr val="262673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rgbClr val="262673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rgbClr val="262673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rgbClr val="262673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342900" algn="l" rtl="0" fontAlgn="base">
              <a:spcBef>
                <a:spcPct val="0"/>
              </a:spcBef>
              <a:spcAft>
                <a:spcPct val="0"/>
              </a:spcAft>
              <a:defRPr kumimoji="1" sz="3300">
                <a:solidFill>
                  <a:schemeClr val="tx2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685800" algn="l" rtl="0" fontAlgn="base">
              <a:spcBef>
                <a:spcPct val="0"/>
              </a:spcBef>
              <a:spcAft>
                <a:spcPct val="0"/>
              </a:spcAft>
              <a:defRPr kumimoji="1" sz="3300">
                <a:solidFill>
                  <a:schemeClr val="tx2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1028700" algn="l" rtl="0" fontAlgn="base">
              <a:spcBef>
                <a:spcPct val="0"/>
              </a:spcBef>
              <a:spcAft>
                <a:spcPct val="0"/>
              </a:spcAft>
              <a:defRPr kumimoji="1" sz="3300">
                <a:solidFill>
                  <a:schemeClr val="tx2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1371600" algn="l" rtl="0" fontAlgn="base">
              <a:spcBef>
                <a:spcPct val="0"/>
              </a:spcBef>
              <a:spcAft>
                <a:spcPct val="0"/>
              </a:spcAft>
              <a:defRPr kumimoji="1" sz="3300">
                <a:solidFill>
                  <a:schemeClr val="tx2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marL="342900" lvl="1" indent="0" eaLnBrk="1" hangingPunct="1">
              <a:buNone/>
            </a:pPr>
            <a:r>
              <a:rPr lang="en-US" altLang="zh-CN" kern="0" dirty="0"/>
              <a:t>2.2 </a:t>
            </a:r>
            <a:r>
              <a:rPr lang="zh-CN" altLang="en-US" dirty="0">
                <a:sym typeface="+mn-ea"/>
              </a:rPr>
              <a:t>信源的信息熵</a:t>
            </a:r>
            <a:endParaRPr lang="zh-CN" altLang="en-US" kern="0" dirty="0"/>
          </a:p>
        </p:txBody>
      </p:sp>
      <p:sp>
        <p:nvSpPr>
          <p:cNvPr id="6" name="Rectangle 23"/>
          <p:cNvSpPr>
            <a:spLocks noChangeArrowheads="1"/>
          </p:cNvSpPr>
          <p:nvPr/>
        </p:nvSpPr>
        <p:spPr bwMode="auto">
          <a:xfrm>
            <a:off x="1775460" y="1485265"/>
            <a:ext cx="4739640" cy="460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p>
            <a:r>
              <a:rPr lang="zh-CN" altLang="en-US" sz="2400" dirty="0">
                <a:latin typeface="楷体_GB2312" pitchFamily="49" charset="-122"/>
              </a:rPr>
              <a:t>例：已知</a:t>
            </a:r>
            <a:r>
              <a:rPr lang="en-US" altLang="zh-CN" sz="2400" dirty="0">
                <a:latin typeface="+mj-lt"/>
                <a:cs typeface="+mj-lt"/>
              </a:rPr>
              <a:t>DMS (离散无记忆信源): </a:t>
            </a:r>
            <a:endParaRPr lang="zh-CN" altLang="en-US" sz="2400" dirty="0">
              <a:latin typeface="+mj-lt"/>
              <a:cs typeface="+mj-lt"/>
            </a:endParaRPr>
          </a:p>
        </p:txBody>
      </p:sp>
      <p:graphicFrame>
        <p:nvGraphicFramePr>
          <p:cNvPr id="10" name="Object 19"/>
          <p:cNvGraphicFramePr>
            <a:graphicFrameLocks noChangeAspect="1"/>
          </p:cNvGraphicFramePr>
          <p:nvPr/>
        </p:nvGraphicFramePr>
        <p:xfrm>
          <a:off x="6384471" y="1125378"/>
          <a:ext cx="3390900" cy="9855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887" name="Equation" r:id="rId1" imgW="1752600" imgH="508000" progId="Equation.DSMT4">
                  <p:embed/>
                </p:oleObj>
              </mc:Choice>
              <mc:Fallback>
                <p:oleObj name="Equation" r:id="rId1" imgW="1752600" imgH="508000" progId="Equation.DSMT4">
                  <p:embed/>
                  <p:pic>
                    <p:nvPicPr>
                      <p:cNvPr id="0" name="Objec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84471" y="1125378"/>
                        <a:ext cx="3390900" cy="98552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矩形 1"/>
          <p:cNvSpPr/>
          <p:nvPr/>
        </p:nvSpPr>
        <p:spPr>
          <a:xfrm>
            <a:off x="2423795" y="2493010"/>
            <a:ext cx="1944370" cy="872490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anchor="t" anchorCtr="0" compatLnSpc="1"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en-US" sz="2400" b="1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楷体_GB2312" pitchFamily="49" charset="-122"/>
              </a:rPr>
              <a:t>二次扩展</a:t>
            </a:r>
            <a:endParaRPr kumimoji="0" lang="zh-CN" altLang="en-US" sz="24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楷体_GB2312" pitchFamily="49" charset="-122"/>
            </a:endParaRPr>
          </a:p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en-US" sz="2400" b="1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楷体_GB2312" pitchFamily="49" charset="-122"/>
              </a:rPr>
              <a:t>信源</a:t>
            </a:r>
            <a:endParaRPr kumimoji="0" lang="zh-CN" altLang="en-US" sz="24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graphicFrame>
        <p:nvGraphicFramePr>
          <p:cNvPr id="3" name="Object 19"/>
          <p:cNvGraphicFramePr>
            <a:graphicFrameLocks noChangeAspect="1"/>
          </p:cNvGraphicFramePr>
          <p:nvPr/>
        </p:nvGraphicFramePr>
        <p:xfrm>
          <a:off x="6455909" y="2420778"/>
          <a:ext cx="1646555" cy="4927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" name="Equation" r:id="rId3" imgW="850900" imgH="254000" progId="Equation.DSMT4">
                  <p:embed/>
                </p:oleObj>
              </mc:Choice>
              <mc:Fallback>
                <p:oleObj name="Equation" r:id="rId3" imgW="850900" imgH="254000" progId="Equation.DSMT4">
                  <p:embed/>
                  <p:pic>
                    <p:nvPicPr>
                      <p:cNvPr id="0" name="Objec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55909" y="2420778"/>
                        <a:ext cx="1646555" cy="49276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19"/>
          <p:cNvGraphicFramePr>
            <a:graphicFrameLocks noChangeAspect="1"/>
          </p:cNvGraphicFramePr>
          <p:nvPr/>
        </p:nvGraphicFramePr>
        <p:xfrm>
          <a:off x="6087609" y="2997358"/>
          <a:ext cx="2383155" cy="4927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" name="Equation" r:id="rId5" imgW="1231265" imgH="254000" progId="Equation.DSMT4">
                  <p:embed/>
                </p:oleObj>
              </mc:Choice>
              <mc:Fallback>
                <p:oleObj name="Equation" r:id="rId5" imgW="1231265" imgH="254000" progId="Equation.DSMT4">
                  <p:embed/>
                  <p:pic>
                    <p:nvPicPr>
                      <p:cNvPr id="0" name="Objec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87609" y="2997358"/>
                        <a:ext cx="2383155" cy="49276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Object 19"/>
          <p:cNvGraphicFramePr>
            <a:graphicFrameLocks noChangeAspect="1"/>
          </p:cNvGraphicFramePr>
          <p:nvPr/>
        </p:nvGraphicFramePr>
        <p:xfrm>
          <a:off x="1567361" y="3860958"/>
          <a:ext cx="8208010" cy="1035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" name="Equation" r:id="rId7" imgW="4241800" imgH="533400" progId="Equation.DSMT4">
                  <p:embed/>
                </p:oleObj>
              </mc:Choice>
              <mc:Fallback>
                <p:oleObj name="Equation" r:id="rId7" imgW="4241800" imgH="533400" progId="Equation.DSMT4">
                  <p:embed/>
                  <p:pic>
                    <p:nvPicPr>
                      <p:cNvPr id="0" name="Objec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67361" y="3860958"/>
                        <a:ext cx="8208010" cy="10350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13" name="直接箭头连接符 12"/>
          <p:cNvCxnSpPr/>
          <p:nvPr/>
        </p:nvCxnSpPr>
        <p:spPr>
          <a:xfrm flipV="1">
            <a:off x="4711700" y="2853055"/>
            <a:ext cx="1312545" cy="10795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arrow" w="med" len="med"/>
          </a:ln>
        </p:spPr>
      </p:cxnSp>
      <p:graphicFrame>
        <p:nvGraphicFramePr>
          <p:cNvPr id="14" name="Object 19"/>
          <p:cNvGraphicFramePr>
            <a:graphicFrameLocks noChangeAspect="1"/>
          </p:cNvGraphicFramePr>
          <p:nvPr/>
        </p:nvGraphicFramePr>
        <p:xfrm>
          <a:off x="1055551" y="5301138"/>
          <a:ext cx="9805670" cy="5422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" name="Equation" r:id="rId9" imgW="5067300" imgH="279400" progId="Equation.DSMT4">
                  <p:embed/>
                </p:oleObj>
              </mc:Choice>
              <mc:Fallback>
                <p:oleObj name="Equation" r:id="rId9" imgW="5067300" imgH="279400" progId="Equation.DSMT4">
                  <p:embed/>
                  <p:pic>
                    <p:nvPicPr>
                      <p:cNvPr id="0" name="Objec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55551" y="5301138"/>
                        <a:ext cx="9805670" cy="54229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文本框 15"/>
          <p:cNvSpPr txBox="1"/>
          <p:nvPr/>
        </p:nvSpPr>
        <p:spPr>
          <a:xfrm>
            <a:off x="843915" y="6021070"/>
            <a:ext cx="1057402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2400"/>
              <a:t>当信源消息是一个序列，你要了解每个消息的出现能提供多大的信息量</a:t>
            </a:r>
            <a:endParaRPr lang="zh-CN" altLang="en-US" sz="2400"/>
          </a:p>
          <a:p>
            <a:pPr algn="ctr"/>
            <a:r>
              <a:rPr lang="zh-CN" altLang="en-US" sz="2400"/>
              <a:t>可以运用</a:t>
            </a:r>
            <a:r>
              <a:rPr lang="zh-CN" altLang="en-US" sz="2400"/>
              <a:t>联合熵</a:t>
            </a:r>
            <a:endParaRPr lang="zh-CN" altLang="en-US" sz="2400"/>
          </a:p>
        </p:txBody>
      </p:sp>
      <p:sp>
        <p:nvSpPr>
          <p:cNvPr id="17" name="文本框 16"/>
          <p:cNvSpPr txBox="1"/>
          <p:nvPr/>
        </p:nvSpPr>
        <p:spPr>
          <a:xfrm>
            <a:off x="10008235" y="1409700"/>
            <a:ext cx="2075180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000"/>
              <a:t>发送七种消息：阴、晴、雨、雪、雾、霜、冰雹</a:t>
            </a:r>
            <a:endParaRPr lang="zh-CN" altLang="en-US" sz="20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16" grpId="0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Rectangle 4"/>
          <p:cNvSpPr>
            <a:spLocks noChangeArrowheads="1"/>
          </p:cNvSpPr>
          <p:nvPr/>
        </p:nvSpPr>
        <p:spPr bwMode="auto">
          <a:xfrm>
            <a:off x="1119412" y="1016633"/>
            <a:ext cx="8229600" cy="5762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 eaLnBrk="0" hangingPunct="0">
              <a:spcBef>
                <a:spcPct val="20000"/>
              </a:spcBef>
              <a:buChar char="•"/>
              <a:defRPr kumimoji="1" sz="3200" b="1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 b="1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 b="1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 b="1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 b="1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9pPr>
          </a:lstStyle>
          <a:p>
            <a:pPr>
              <a:buFont typeface="Wingdings" panose="05000000000000000000" pitchFamily="2" charset="2"/>
              <a:buChar char="n"/>
            </a:pPr>
            <a:r>
              <a:rPr lang="zh-CN" altLang="en-US" sz="2800" dirty="0">
                <a:solidFill>
                  <a:srgbClr val="0000FF"/>
                </a:solidFill>
                <a:latin typeface="楷体_GB2312" pitchFamily="49" charset="-122"/>
                <a:ea typeface="楷体_GB2312" pitchFamily="49" charset="-122"/>
              </a:rPr>
              <a:t>联合熵（共熵）</a:t>
            </a:r>
            <a:endParaRPr lang="en-US" altLang="zh-CN" sz="2800" dirty="0">
              <a:solidFill>
                <a:srgbClr val="0000FF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8" name="Rectangle 2"/>
          <p:cNvSpPr txBox="1">
            <a:spLocks noChangeArrowheads="1"/>
          </p:cNvSpPr>
          <p:nvPr/>
        </p:nvSpPr>
        <p:spPr bwMode="auto">
          <a:xfrm>
            <a:off x="2514600" y="195264"/>
            <a:ext cx="7232650" cy="6175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rgbClr val="262673"/>
                </a:solidFill>
                <a:latin typeface="宋体" panose="02010600030101010101" pitchFamily="2" charset="-122"/>
                <a:ea typeface="宋体" panose="02010600030101010101" pitchFamily="2" charset="-122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rgbClr val="262673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rgbClr val="262673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rgbClr val="262673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rgbClr val="262673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342900" algn="l" rtl="0" fontAlgn="base">
              <a:spcBef>
                <a:spcPct val="0"/>
              </a:spcBef>
              <a:spcAft>
                <a:spcPct val="0"/>
              </a:spcAft>
              <a:defRPr kumimoji="1" sz="3300">
                <a:solidFill>
                  <a:schemeClr val="tx2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685800" algn="l" rtl="0" fontAlgn="base">
              <a:spcBef>
                <a:spcPct val="0"/>
              </a:spcBef>
              <a:spcAft>
                <a:spcPct val="0"/>
              </a:spcAft>
              <a:defRPr kumimoji="1" sz="3300">
                <a:solidFill>
                  <a:schemeClr val="tx2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1028700" algn="l" rtl="0" fontAlgn="base">
              <a:spcBef>
                <a:spcPct val="0"/>
              </a:spcBef>
              <a:spcAft>
                <a:spcPct val="0"/>
              </a:spcAft>
              <a:defRPr kumimoji="1" sz="3300">
                <a:solidFill>
                  <a:schemeClr val="tx2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1371600" algn="l" rtl="0" fontAlgn="base">
              <a:spcBef>
                <a:spcPct val="0"/>
              </a:spcBef>
              <a:spcAft>
                <a:spcPct val="0"/>
              </a:spcAft>
              <a:defRPr kumimoji="1" sz="3300">
                <a:solidFill>
                  <a:schemeClr val="tx2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marL="342900" lvl="1" indent="0" eaLnBrk="1" hangingPunct="1">
              <a:buNone/>
            </a:pPr>
            <a:r>
              <a:rPr lang="en-US" altLang="zh-CN" kern="0" dirty="0"/>
              <a:t>2.2 </a:t>
            </a:r>
            <a:r>
              <a:rPr lang="zh-CN" altLang="en-US" dirty="0">
                <a:sym typeface="+mn-ea"/>
              </a:rPr>
              <a:t>信源的信息熵</a:t>
            </a:r>
            <a:endParaRPr lang="zh-CN" altLang="en-US" kern="0" dirty="0"/>
          </a:p>
        </p:txBody>
      </p:sp>
      <p:sp>
        <p:nvSpPr>
          <p:cNvPr id="6" name="Rectangle 23"/>
          <p:cNvSpPr>
            <a:spLocks noChangeArrowheads="1"/>
          </p:cNvSpPr>
          <p:nvPr/>
        </p:nvSpPr>
        <p:spPr bwMode="auto">
          <a:xfrm>
            <a:off x="1775521" y="1484983"/>
            <a:ext cx="8712324" cy="460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p>
            <a:r>
              <a:rPr lang="en-US" altLang="zh-CN" sz="2400" i="1" dirty="0">
                <a:latin typeface="+mn-lt"/>
                <a:cs typeface="+mn-lt"/>
              </a:rPr>
              <a:t>N</a:t>
            </a:r>
            <a:r>
              <a:rPr lang="en-US" altLang="zh-CN" sz="2400" i="1" dirty="0">
                <a:latin typeface="楷体_GB2312" pitchFamily="49" charset="-122"/>
              </a:rPr>
              <a:t> </a:t>
            </a:r>
            <a:r>
              <a:rPr lang="zh-CN" altLang="en-US" sz="2400" dirty="0">
                <a:latin typeface="楷体_GB2312" pitchFamily="49" charset="-122"/>
              </a:rPr>
              <a:t>次扩展信源的数学模型</a:t>
            </a:r>
            <a:r>
              <a:rPr lang="en-US" altLang="zh-CN" sz="2400" dirty="0">
                <a:latin typeface="楷体_GB2312" pitchFamily="49" charset="-122"/>
              </a:rPr>
              <a:t>:</a:t>
            </a:r>
            <a:endParaRPr lang="en-US" altLang="zh-CN" sz="2400" dirty="0">
              <a:latin typeface="楷体_GB2312" pitchFamily="49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2423795" y="2380615"/>
            <a:ext cx="2265045" cy="984885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anchor="t" anchorCtr="0" compatLnSpc="1"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zh-CN" sz="2800" b="1" i="1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楷体_GB2312" pitchFamily="49" charset="-122"/>
              </a:rPr>
              <a:t>N</a:t>
            </a:r>
            <a:r>
              <a:rPr kumimoji="0" lang="zh-CN" altLang="en-US" sz="2800" b="1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楷体_GB2312" pitchFamily="49" charset="-122"/>
              </a:rPr>
              <a:t>次扩展</a:t>
            </a:r>
            <a:endParaRPr kumimoji="0" lang="zh-CN" altLang="en-US" sz="28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楷体_GB2312" pitchFamily="49" charset="-122"/>
            </a:endParaRPr>
          </a:p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en-US" sz="2800" b="1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楷体_GB2312" pitchFamily="49" charset="-122"/>
              </a:rPr>
              <a:t>信源</a:t>
            </a:r>
            <a:endParaRPr kumimoji="0" lang="zh-CN" altLang="en-US" sz="28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graphicFrame>
        <p:nvGraphicFramePr>
          <p:cNvPr id="7" name="Object 19"/>
          <p:cNvGraphicFramePr>
            <a:graphicFrameLocks noChangeAspect="1"/>
          </p:cNvGraphicFramePr>
          <p:nvPr/>
        </p:nvGraphicFramePr>
        <p:xfrm>
          <a:off x="6311900" y="2273300"/>
          <a:ext cx="3700780" cy="73469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" name="Equation" r:id="rId1" imgW="1282700" imgH="254000" progId="Equation.DSMT4">
                  <p:embed/>
                </p:oleObj>
              </mc:Choice>
              <mc:Fallback>
                <p:oleObj name="Equation" r:id="rId1" imgW="1282700" imgH="254000" progId="Equation.DSMT4">
                  <p:embed/>
                  <p:pic>
                    <p:nvPicPr>
                      <p:cNvPr id="0" name="Objec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11900" y="2273300"/>
                        <a:ext cx="3700780" cy="73469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19"/>
          <p:cNvGraphicFramePr>
            <a:graphicFrameLocks noChangeAspect="1"/>
          </p:cNvGraphicFramePr>
          <p:nvPr/>
        </p:nvGraphicFramePr>
        <p:xfrm>
          <a:off x="6172835" y="2834005"/>
          <a:ext cx="4175760" cy="80835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" name="Equation" r:id="rId3" imgW="1447800" imgH="279400" progId="Equation.DSMT4">
                  <p:embed/>
                </p:oleObj>
              </mc:Choice>
              <mc:Fallback>
                <p:oleObj name="Equation" r:id="rId3" imgW="1447800" imgH="279400" progId="Equation.DSMT4">
                  <p:embed/>
                  <p:pic>
                    <p:nvPicPr>
                      <p:cNvPr id="0" name="Objec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72835" y="2834005"/>
                        <a:ext cx="4175760" cy="80835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13" name="直接箭头连接符 12"/>
          <p:cNvCxnSpPr/>
          <p:nvPr/>
        </p:nvCxnSpPr>
        <p:spPr>
          <a:xfrm flipV="1">
            <a:off x="4843780" y="2853055"/>
            <a:ext cx="1312545" cy="10795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arrow" w="med" len="med"/>
          </a:ln>
        </p:spPr>
      </p:cxnSp>
      <p:graphicFrame>
        <p:nvGraphicFramePr>
          <p:cNvPr id="12" name="Object 19"/>
          <p:cNvGraphicFramePr>
            <a:graphicFrameLocks noChangeAspect="1"/>
          </p:cNvGraphicFramePr>
          <p:nvPr/>
        </p:nvGraphicFramePr>
        <p:xfrm>
          <a:off x="2207895" y="3800475"/>
          <a:ext cx="8888095" cy="180276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" name="Equation" r:id="rId5" imgW="3136900" imgH="634365" progId="Equation.DSMT4">
                  <p:embed/>
                </p:oleObj>
              </mc:Choice>
              <mc:Fallback>
                <p:oleObj name="Equation" r:id="rId5" imgW="3136900" imgH="634365" progId="Equation.DSMT4">
                  <p:embed/>
                  <p:pic>
                    <p:nvPicPr>
                      <p:cNvPr id="0" name="Objec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07895" y="3800475"/>
                        <a:ext cx="8888095" cy="180276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Object 19"/>
          <p:cNvGraphicFramePr>
            <a:graphicFrameLocks noChangeAspect="1"/>
          </p:cNvGraphicFramePr>
          <p:nvPr/>
        </p:nvGraphicFramePr>
        <p:xfrm>
          <a:off x="4740275" y="5452110"/>
          <a:ext cx="2262505" cy="129603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" name="Equation" r:id="rId7" imgW="800100" imgH="457200" progId="Equation.DSMT4">
                  <p:embed/>
                </p:oleObj>
              </mc:Choice>
              <mc:Fallback>
                <p:oleObj name="Equation" r:id="rId7" imgW="800100" imgH="457200" progId="Equation.DSMT4">
                  <p:embed/>
                  <p:pic>
                    <p:nvPicPr>
                      <p:cNvPr id="0" name="Objec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40275" y="5452110"/>
                        <a:ext cx="2262505" cy="129603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" name="文本框 16"/>
          <p:cNvSpPr txBox="1"/>
          <p:nvPr/>
        </p:nvSpPr>
        <p:spPr>
          <a:xfrm>
            <a:off x="2426335" y="5877560"/>
            <a:ext cx="64579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800"/>
              <a:t>且</a:t>
            </a:r>
            <a:endParaRPr lang="zh-CN" altLang="en-US" sz="28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Rectangle 4"/>
          <p:cNvSpPr>
            <a:spLocks noChangeArrowheads="1"/>
          </p:cNvSpPr>
          <p:nvPr/>
        </p:nvSpPr>
        <p:spPr bwMode="auto">
          <a:xfrm>
            <a:off x="1119412" y="1016633"/>
            <a:ext cx="8229600" cy="5762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 eaLnBrk="0" hangingPunct="0">
              <a:spcBef>
                <a:spcPct val="20000"/>
              </a:spcBef>
              <a:buChar char="•"/>
              <a:defRPr kumimoji="1" sz="3200" b="1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 b="1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 b="1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 b="1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 b="1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9pPr>
          </a:lstStyle>
          <a:p>
            <a:pPr>
              <a:buFont typeface="Wingdings" panose="05000000000000000000" pitchFamily="2" charset="2"/>
              <a:buChar char="n"/>
            </a:pPr>
            <a:r>
              <a:rPr lang="zh-CN" altLang="en-US" sz="2800" dirty="0">
                <a:solidFill>
                  <a:srgbClr val="0000FF"/>
                </a:solidFill>
                <a:latin typeface="楷体_GB2312" pitchFamily="49" charset="-122"/>
                <a:ea typeface="楷体_GB2312" pitchFamily="49" charset="-122"/>
              </a:rPr>
              <a:t>联合熵（共熵）</a:t>
            </a:r>
            <a:endParaRPr lang="en-US" altLang="zh-CN" sz="2800" dirty="0">
              <a:solidFill>
                <a:srgbClr val="0000FF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8" name="Rectangle 2"/>
          <p:cNvSpPr txBox="1">
            <a:spLocks noChangeArrowheads="1"/>
          </p:cNvSpPr>
          <p:nvPr/>
        </p:nvSpPr>
        <p:spPr bwMode="auto">
          <a:xfrm>
            <a:off x="2514600" y="195264"/>
            <a:ext cx="7232650" cy="6175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rgbClr val="262673"/>
                </a:solidFill>
                <a:latin typeface="宋体" panose="02010600030101010101" pitchFamily="2" charset="-122"/>
                <a:ea typeface="宋体" panose="02010600030101010101" pitchFamily="2" charset="-122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rgbClr val="262673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rgbClr val="262673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rgbClr val="262673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rgbClr val="262673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342900" algn="l" rtl="0" fontAlgn="base">
              <a:spcBef>
                <a:spcPct val="0"/>
              </a:spcBef>
              <a:spcAft>
                <a:spcPct val="0"/>
              </a:spcAft>
              <a:defRPr kumimoji="1" sz="3300">
                <a:solidFill>
                  <a:schemeClr val="tx2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685800" algn="l" rtl="0" fontAlgn="base">
              <a:spcBef>
                <a:spcPct val="0"/>
              </a:spcBef>
              <a:spcAft>
                <a:spcPct val="0"/>
              </a:spcAft>
              <a:defRPr kumimoji="1" sz="3300">
                <a:solidFill>
                  <a:schemeClr val="tx2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1028700" algn="l" rtl="0" fontAlgn="base">
              <a:spcBef>
                <a:spcPct val="0"/>
              </a:spcBef>
              <a:spcAft>
                <a:spcPct val="0"/>
              </a:spcAft>
              <a:defRPr kumimoji="1" sz="3300">
                <a:solidFill>
                  <a:schemeClr val="tx2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1371600" algn="l" rtl="0" fontAlgn="base">
              <a:spcBef>
                <a:spcPct val="0"/>
              </a:spcBef>
              <a:spcAft>
                <a:spcPct val="0"/>
              </a:spcAft>
              <a:defRPr kumimoji="1" sz="3300">
                <a:solidFill>
                  <a:schemeClr val="tx2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marL="342900" lvl="1" indent="0" eaLnBrk="1" hangingPunct="1">
              <a:buNone/>
            </a:pPr>
            <a:r>
              <a:rPr lang="en-US" altLang="zh-CN" kern="0" dirty="0"/>
              <a:t>2.2 </a:t>
            </a:r>
            <a:r>
              <a:rPr lang="zh-CN" altLang="en-US" dirty="0">
                <a:sym typeface="+mn-ea"/>
              </a:rPr>
              <a:t>信源的信息熵</a:t>
            </a:r>
            <a:endParaRPr lang="zh-CN" altLang="en-US" kern="0" dirty="0"/>
          </a:p>
        </p:txBody>
      </p:sp>
      <p:sp>
        <p:nvSpPr>
          <p:cNvPr id="6" name="Rectangle 23"/>
          <p:cNvSpPr>
            <a:spLocks noChangeArrowheads="1"/>
          </p:cNvSpPr>
          <p:nvPr/>
        </p:nvSpPr>
        <p:spPr bwMode="auto">
          <a:xfrm>
            <a:off x="1775521" y="1484983"/>
            <a:ext cx="8712324" cy="460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p>
            <a:r>
              <a:rPr lang="en-US" altLang="zh-CN" sz="2400" i="1" dirty="0">
                <a:latin typeface="+mn-lt"/>
                <a:cs typeface="+mn-lt"/>
              </a:rPr>
              <a:t>N</a:t>
            </a:r>
            <a:r>
              <a:rPr lang="en-US" altLang="zh-CN" sz="2400" i="1" dirty="0">
                <a:latin typeface="楷体_GB2312" pitchFamily="49" charset="-122"/>
              </a:rPr>
              <a:t> </a:t>
            </a:r>
            <a:r>
              <a:rPr lang="zh-CN" altLang="en-US" sz="2400" dirty="0">
                <a:latin typeface="楷体_GB2312" pitchFamily="49" charset="-122"/>
              </a:rPr>
              <a:t>次扩展信源的数学模型</a:t>
            </a:r>
            <a:r>
              <a:rPr lang="en-US" altLang="zh-CN" sz="2400" dirty="0">
                <a:latin typeface="楷体_GB2312" pitchFamily="49" charset="-122"/>
              </a:rPr>
              <a:t>:</a:t>
            </a:r>
            <a:endParaRPr lang="en-US" altLang="zh-CN" sz="2400" dirty="0">
              <a:latin typeface="楷体_GB2312" pitchFamily="49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2423795" y="2380615"/>
            <a:ext cx="2265045" cy="984885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anchor="t" anchorCtr="0" compatLnSpc="1"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zh-CN" sz="2800" b="1" i="1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楷体_GB2312" pitchFamily="49" charset="-122"/>
              </a:rPr>
              <a:t>N</a:t>
            </a:r>
            <a:r>
              <a:rPr kumimoji="0" lang="zh-CN" altLang="en-US" sz="2800" b="1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楷体_GB2312" pitchFamily="49" charset="-122"/>
              </a:rPr>
              <a:t>次扩展</a:t>
            </a:r>
            <a:endParaRPr kumimoji="0" lang="zh-CN" altLang="en-US" sz="28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楷体_GB2312" pitchFamily="49" charset="-122"/>
            </a:endParaRPr>
          </a:p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en-US" sz="2800" b="1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楷体_GB2312" pitchFamily="49" charset="-122"/>
              </a:rPr>
              <a:t>信源</a:t>
            </a:r>
            <a:endParaRPr kumimoji="0" lang="zh-CN" altLang="en-US" sz="28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graphicFrame>
        <p:nvGraphicFramePr>
          <p:cNvPr id="7" name="Object 19"/>
          <p:cNvGraphicFramePr>
            <a:graphicFrameLocks noChangeAspect="1"/>
          </p:cNvGraphicFramePr>
          <p:nvPr/>
        </p:nvGraphicFramePr>
        <p:xfrm>
          <a:off x="6311900" y="2273300"/>
          <a:ext cx="3700780" cy="73469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" name="Equation" r:id="rId1" imgW="1282700" imgH="254000" progId="Equation.DSMT4">
                  <p:embed/>
                </p:oleObj>
              </mc:Choice>
              <mc:Fallback>
                <p:oleObj name="Equation" r:id="rId1" imgW="1282700" imgH="254000" progId="Equation.DSMT4">
                  <p:embed/>
                  <p:pic>
                    <p:nvPicPr>
                      <p:cNvPr id="0" name="Objec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11900" y="2273300"/>
                        <a:ext cx="3700780" cy="73469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19"/>
          <p:cNvGraphicFramePr>
            <a:graphicFrameLocks noChangeAspect="1"/>
          </p:cNvGraphicFramePr>
          <p:nvPr/>
        </p:nvGraphicFramePr>
        <p:xfrm>
          <a:off x="6172835" y="2834005"/>
          <a:ext cx="4175760" cy="80835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" name="Equation" r:id="rId3" imgW="1447800" imgH="279400" progId="Equation.DSMT4">
                  <p:embed/>
                </p:oleObj>
              </mc:Choice>
              <mc:Fallback>
                <p:oleObj name="Equation" r:id="rId3" imgW="1447800" imgH="279400" progId="Equation.DSMT4">
                  <p:embed/>
                  <p:pic>
                    <p:nvPicPr>
                      <p:cNvPr id="0" name="Objec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72835" y="2834005"/>
                        <a:ext cx="4175760" cy="80835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13" name="直接箭头连接符 12"/>
          <p:cNvCxnSpPr/>
          <p:nvPr/>
        </p:nvCxnSpPr>
        <p:spPr>
          <a:xfrm flipV="1">
            <a:off x="4843780" y="2853055"/>
            <a:ext cx="1312545" cy="10795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arrow" w="med" len="med"/>
          </a:ln>
        </p:spPr>
      </p:cxnSp>
      <p:graphicFrame>
        <p:nvGraphicFramePr>
          <p:cNvPr id="15" name="Object 19"/>
          <p:cNvGraphicFramePr>
            <a:graphicFrameLocks noChangeAspect="1"/>
          </p:cNvGraphicFramePr>
          <p:nvPr/>
        </p:nvGraphicFramePr>
        <p:xfrm>
          <a:off x="1055053" y="3771265"/>
          <a:ext cx="10415270" cy="1368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" name="Equation" r:id="rId5" imgW="3683000" imgH="482600" progId="Equation.DSMT4">
                  <p:embed/>
                </p:oleObj>
              </mc:Choice>
              <mc:Fallback>
                <p:oleObj name="Equation" r:id="rId5" imgW="3683000" imgH="482600" progId="Equation.DSMT4">
                  <p:embed/>
                  <p:pic>
                    <p:nvPicPr>
                      <p:cNvPr id="0" name="Objec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55053" y="3771265"/>
                        <a:ext cx="10415270" cy="1368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文本框 1"/>
          <p:cNvSpPr txBox="1"/>
          <p:nvPr/>
        </p:nvSpPr>
        <p:spPr>
          <a:xfrm>
            <a:off x="1592580" y="5568950"/>
            <a:ext cx="975995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800"/>
              <a:t>含义：扩展信源</a:t>
            </a:r>
            <a:r>
              <a:rPr lang="en-US" altLang="zh-CN" sz="2800"/>
              <a:t>        </a:t>
            </a:r>
            <a:r>
              <a:rPr lang="zh-CN" altLang="en-US" sz="2800"/>
              <a:t>中平均每个消息序列提供的</a:t>
            </a:r>
            <a:r>
              <a:rPr lang="zh-CN" altLang="en-US" sz="2800"/>
              <a:t>信息量。</a:t>
            </a:r>
            <a:endParaRPr lang="zh-CN" altLang="en-US" sz="2800"/>
          </a:p>
        </p:txBody>
      </p:sp>
      <p:graphicFrame>
        <p:nvGraphicFramePr>
          <p:cNvPr id="3" name="Object 19"/>
          <p:cNvGraphicFramePr>
            <a:graphicFrameLocks noChangeAspect="1"/>
          </p:cNvGraphicFramePr>
          <p:nvPr/>
        </p:nvGraphicFramePr>
        <p:xfrm>
          <a:off x="4223703" y="5517515"/>
          <a:ext cx="718820" cy="54038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" name="Equation" r:id="rId7" imgW="254000" imgH="190500" progId="Equation.DSMT4">
                  <p:embed/>
                </p:oleObj>
              </mc:Choice>
              <mc:Fallback>
                <p:oleObj name="Equation" r:id="rId7" imgW="254000" imgH="190500" progId="Equation.DSMT4">
                  <p:embed/>
                  <p:pic>
                    <p:nvPicPr>
                      <p:cNvPr id="0" name="Objec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23703" y="5517515"/>
                        <a:ext cx="718820" cy="54038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2.2 </a:t>
            </a:r>
            <a:r>
              <a:rPr lang="zh-CN" altLang="en-US" dirty="0">
                <a:sym typeface="+mn-ea"/>
              </a:rPr>
              <a:t>信源的信息熵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495600" y="1484784"/>
            <a:ext cx="6408712" cy="4149452"/>
          </a:xfrm>
        </p:spPr>
        <p:txBody>
          <a:bodyPr/>
          <a:lstStyle/>
          <a:p>
            <a:pPr eaLnBrk="1" hangingPunct="1"/>
            <a:r>
              <a:rPr lang="zh-CN" altLang="en-US" dirty="0"/>
              <a:t>主要内容</a:t>
            </a:r>
            <a:endParaRPr lang="zh-CN" altLang="en-US" dirty="0"/>
          </a:p>
          <a:p>
            <a:pPr marL="342900" lvl="1" indent="0" eaLnBrk="1" hangingPunct="1">
              <a:buNone/>
            </a:pPr>
            <a:r>
              <a:rPr lang="en-US" altLang="zh-CN" sz="2800" dirty="0">
                <a:sym typeface="+mn-ea"/>
              </a:rPr>
              <a:t>2.2  </a:t>
            </a:r>
            <a:r>
              <a:rPr lang="zh-CN" altLang="en-US" sz="2800" dirty="0">
                <a:sym typeface="+mn-ea"/>
              </a:rPr>
              <a:t>信源的信息</a:t>
            </a:r>
            <a:r>
              <a:rPr lang="zh-CN" altLang="en-US" sz="2800" dirty="0">
                <a:sym typeface="+mn-ea"/>
              </a:rPr>
              <a:t>熵</a:t>
            </a:r>
            <a:endParaRPr lang="en-US" altLang="zh-CN" sz="2800" dirty="0"/>
          </a:p>
          <a:p>
            <a:pPr marL="342900" lvl="1" indent="0" eaLnBrk="1" hangingPunct="1">
              <a:buNone/>
            </a:pPr>
            <a:r>
              <a:rPr lang="en-US" altLang="zh-CN" sz="2800" dirty="0">
                <a:solidFill>
                  <a:schemeClr val="bg1">
                    <a:lumMod val="95000"/>
                  </a:schemeClr>
                </a:solidFill>
              </a:rPr>
              <a:t>   2.2.1 </a:t>
            </a:r>
            <a:r>
              <a:rPr lang="zh-CN" altLang="en-US" sz="2800" dirty="0">
                <a:solidFill>
                  <a:schemeClr val="bg1">
                    <a:lumMod val="95000"/>
                  </a:schemeClr>
                </a:solidFill>
              </a:rPr>
              <a:t>自信息量</a:t>
            </a:r>
            <a:endParaRPr lang="zh-CN" altLang="en-US" sz="2800" dirty="0">
              <a:solidFill>
                <a:schemeClr val="bg1">
                  <a:lumMod val="95000"/>
                </a:schemeClr>
              </a:solidFill>
            </a:endParaRPr>
          </a:p>
          <a:p>
            <a:pPr marL="342900" lvl="1" indent="0" eaLnBrk="1" hangingPunct="1">
              <a:buNone/>
            </a:pPr>
            <a:r>
              <a:rPr lang="en-US" altLang="zh-CN" sz="2800" dirty="0">
                <a:solidFill>
                  <a:schemeClr val="bg1">
                    <a:lumMod val="95000"/>
                  </a:schemeClr>
                </a:solidFill>
              </a:rPr>
              <a:t>   2.2.2 </a:t>
            </a:r>
            <a:r>
              <a:rPr lang="zh-CN" altLang="en-US" sz="2800" dirty="0">
                <a:solidFill>
                  <a:schemeClr val="bg1">
                    <a:lumMod val="95000"/>
                  </a:schemeClr>
                </a:solidFill>
                <a:sym typeface="+mn-ea"/>
              </a:rPr>
              <a:t>信息熵</a:t>
            </a:r>
            <a:endParaRPr lang="zh-CN" altLang="en-US" sz="2800" dirty="0">
              <a:solidFill>
                <a:schemeClr val="bg1">
                  <a:lumMod val="95000"/>
                </a:schemeClr>
              </a:solidFill>
              <a:sym typeface="+mn-ea"/>
            </a:endParaRPr>
          </a:p>
          <a:p>
            <a:pPr marL="342900" lvl="1" indent="0" eaLnBrk="1" hangingPunct="1">
              <a:buNone/>
            </a:pPr>
            <a:r>
              <a:rPr lang="zh-CN" altLang="en-US" sz="2800" dirty="0">
                <a:solidFill>
                  <a:schemeClr val="bg1">
                    <a:lumMod val="95000"/>
                  </a:schemeClr>
                </a:solidFill>
                <a:sym typeface="+mn-ea"/>
              </a:rPr>
              <a:t> </a:t>
            </a:r>
            <a:r>
              <a:rPr lang="en-US" altLang="zh-CN" sz="2800" dirty="0">
                <a:solidFill>
                  <a:schemeClr val="bg1">
                    <a:lumMod val="95000"/>
                  </a:schemeClr>
                </a:solidFill>
                <a:sym typeface="+mn-ea"/>
              </a:rPr>
              <a:t>  2.2.3 </a:t>
            </a:r>
            <a:r>
              <a:rPr lang="zh-CN" altLang="en-US" sz="2800" dirty="0">
                <a:solidFill>
                  <a:schemeClr val="bg1">
                    <a:lumMod val="95000"/>
                  </a:schemeClr>
                </a:solidFill>
                <a:sym typeface="+mn-ea"/>
              </a:rPr>
              <a:t>联合熵</a:t>
            </a:r>
            <a:endParaRPr lang="zh-CN" altLang="en-US" sz="2800" dirty="0">
              <a:solidFill>
                <a:schemeClr val="bg1">
                  <a:lumMod val="95000"/>
                </a:schemeClr>
              </a:solidFill>
              <a:sym typeface="+mn-ea"/>
            </a:endParaRPr>
          </a:p>
          <a:p>
            <a:pPr marL="342900" lvl="1" indent="0" eaLnBrk="1" hangingPunct="1">
              <a:buNone/>
            </a:pPr>
            <a:r>
              <a:rPr lang="zh-CN" altLang="en-US" sz="2800" dirty="0">
                <a:solidFill>
                  <a:schemeClr val="tx1"/>
                </a:solidFill>
                <a:sym typeface="+mn-ea"/>
              </a:rPr>
              <a:t> </a:t>
            </a:r>
            <a:r>
              <a:rPr lang="en-US" altLang="zh-CN" sz="2800" dirty="0">
                <a:solidFill>
                  <a:schemeClr val="tx1"/>
                </a:solidFill>
                <a:sym typeface="+mn-ea"/>
              </a:rPr>
              <a:t>  2.2.4 </a:t>
            </a:r>
            <a:r>
              <a:rPr lang="zh-CN" altLang="en-US" sz="2800" dirty="0">
                <a:solidFill>
                  <a:schemeClr val="tx1"/>
                </a:solidFill>
                <a:sym typeface="+mn-ea"/>
              </a:rPr>
              <a:t>条件熵</a:t>
            </a:r>
            <a:endParaRPr lang="zh-CN" altLang="en-US" sz="2800" dirty="0">
              <a:solidFill>
                <a:schemeClr val="tx1"/>
              </a:solidFill>
            </a:endParaRPr>
          </a:p>
          <a:p>
            <a:pPr marL="342900" lvl="1" indent="0" eaLnBrk="1" hangingPunct="1">
              <a:buNone/>
            </a:pPr>
            <a:endParaRPr lang="zh-CN" altLang="en-US" sz="2800" dirty="0"/>
          </a:p>
          <a:p>
            <a:endParaRPr lang="zh-CN" altLang="en-US" dirty="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4"/>
          <p:cNvSpPr>
            <a:spLocks noChangeArrowheads="1"/>
          </p:cNvSpPr>
          <p:nvPr/>
        </p:nvSpPr>
        <p:spPr bwMode="auto">
          <a:xfrm>
            <a:off x="2054224" y="908721"/>
            <a:ext cx="8229600" cy="5762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 eaLnBrk="0" hangingPunct="0">
              <a:spcBef>
                <a:spcPct val="20000"/>
              </a:spcBef>
              <a:buChar char="•"/>
              <a:defRPr kumimoji="1" sz="3200" b="1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 b="1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 b="1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 b="1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 b="1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9pPr>
          </a:lstStyle>
          <a:p>
            <a:pPr>
              <a:buFont typeface="Wingdings" panose="05000000000000000000" pitchFamily="2" charset="2"/>
              <a:buChar char="n"/>
            </a:pPr>
            <a:r>
              <a:rPr lang="zh-CN" altLang="en-US" sz="2800" dirty="0">
                <a:solidFill>
                  <a:srgbClr val="0000FF"/>
                </a:solidFill>
                <a:latin typeface="楷体_GB2312" pitchFamily="49" charset="-122"/>
                <a:ea typeface="楷体_GB2312" pitchFamily="49" charset="-122"/>
              </a:rPr>
              <a:t>条件熵</a:t>
            </a:r>
            <a:endParaRPr lang="en-US" altLang="zh-CN" sz="2800" dirty="0">
              <a:solidFill>
                <a:srgbClr val="0000FF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graphicFrame>
        <p:nvGraphicFramePr>
          <p:cNvPr id="5" name="Object 19"/>
          <p:cNvGraphicFramePr>
            <a:graphicFrameLocks noChangeAspect="1"/>
          </p:cNvGraphicFramePr>
          <p:nvPr/>
        </p:nvGraphicFramePr>
        <p:xfrm>
          <a:off x="2952750" y="2500313"/>
          <a:ext cx="6573838" cy="9191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856" name="Equation" r:id="rId1" imgW="81381600" imgH="10668000" progId="Equation.DSMT4">
                  <p:embed/>
                </p:oleObj>
              </mc:Choice>
              <mc:Fallback>
                <p:oleObj name="Equation" r:id="rId1" imgW="81381600" imgH="10668000" progId="Equation.DSMT4">
                  <p:embed/>
                  <p:pic>
                    <p:nvPicPr>
                      <p:cNvPr id="0" name="Objec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52750" y="2500313"/>
                        <a:ext cx="6573838" cy="9191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Rectangle 23"/>
          <p:cNvSpPr>
            <a:spLocks noChangeArrowheads="1"/>
          </p:cNvSpPr>
          <p:nvPr/>
        </p:nvSpPr>
        <p:spPr bwMode="auto">
          <a:xfrm>
            <a:off x="1775521" y="1484983"/>
            <a:ext cx="8712324" cy="100027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zh-CN" altLang="en-US" sz="2400" dirty="0">
                <a:latin typeface="楷体_GB2312" pitchFamily="49" charset="-122"/>
              </a:rPr>
              <a:t>条件熵是在联合符号集合</a:t>
            </a:r>
            <a:r>
              <a:rPr lang="en-US" altLang="zh-CN" sz="2400" dirty="0" err="1">
                <a:latin typeface="楷体_GB2312" pitchFamily="49" charset="-122"/>
              </a:rPr>
              <a:t>XY</a:t>
            </a:r>
            <a:r>
              <a:rPr lang="zh-CN" altLang="en-US" sz="2400" dirty="0">
                <a:latin typeface="楷体_GB2312" pitchFamily="49" charset="-122"/>
              </a:rPr>
              <a:t>上的</a:t>
            </a:r>
            <a:r>
              <a:rPr lang="zh-CN" altLang="en-US" sz="2400" dirty="0">
                <a:solidFill>
                  <a:srgbClr val="0000FF"/>
                </a:solidFill>
                <a:latin typeface="楷体_GB2312" pitchFamily="49" charset="-122"/>
              </a:rPr>
              <a:t>条件自信息量</a:t>
            </a:r>
            <a:r>
              <a:rPr lang="zh-CN" altLang="en-US" sz="2400" dirty="0">
                <a:latin typeface="楷体_GB2312" pitchFamily="49" charset="-122"/>
              </a:rPr>
              <a:t>的</a:t>
            </a:r>
            <a:r>
              <a:rPr lang="zh-CN" altLang="en-US" sz="2400" dirty="0">
                <a:solidFill>
                  <a:srgbClr val="0000FF"/>
                </a:solidFill>
                <a:latin typeface="楷体_GB2312" pitchFamily="49" charset="-122"/>
              </a:rPr>
              <a:t>数学期望</a:t>
            </a:r>
            <a:r>
              <a:rPr lang="zh-CN" altLang="en-US" sz="2400" dirty="0">
                <a:latin typeface="楷体_GB2312" pitchFamily="49" charset="-122"/>
              </a:rPr>
              <a:t>。</a:t>
            </a:r>
            <a:endParaRPr lang="en-US" altLang="zh-CN" sz="2400" dirty="0">
              <a:latin typeface="楷体_GB2312" pitchFamily="49" charset="-122"/>
            </a:endParaRPr>
          </a:p>
          <a:p>
            <a:endParaRPr lang="en-US" altLang="zh-CN" sz="1100" dirty="0">
              <a:latin typeface="楷体_GB2312" pitchFamily="49" charset="-122"/>
            </a:endParaRPr>
          </a:p>
          <a:p>
            <a:r>
              <a:rPr lang="zh-CN" altLang="en-US" sz="2400" dirty="0">
                <a:latin typeface="楷体_GB2312" pitchFamily="49" charset="-122"/>
              </a:rPr>
              <a:t>已知随机变量</a:t>
            </a:r>
            <a:r>
              <a:rPr lang="en-US" altLang="zh-CN" sz="2400" dirty="0">
                <a:latin typeface="楷体_GB2312" pitchFamily="49" charset="-122"/>
              </a:rPr>
              <a:t>X</a:t>
            </a:r>
            <a:r>
              <a:rPr lang="zh-CN" altLang="en-US" sz="2400" dirty="0">
                <a:latin typeface="楷体_GB2312" pitchFamily="49" charset="-122"/>
              </a:rPr>
              <a:t>的条件下，随机变量</a:t>
            </a:r>
            <a:r>
              <a:rPr lang="en-US" altLang="zh-CN" sz="2400" dirty="0">
                <a:latin typeface="楷体_GB2312" pitchFamily="49" charset="-122"/>
              </a:rPr>
              <a:t>Y</a:t>
            </a:r>
            <a:r>
              <a:rPr lang="zh-CN" altLang="en-US" sz="2400" dirty="0">
                <a:latin typeface="楷体_GB2312" pitchFamily="49" charset="-122"/>
              </a:rPr>
              <a:t>的条件熵定义为：</a:t>
            </a:r>
            <a:endParaRPr lang="zh-CN" altLang="en-US" sz="2400" dirty="0">
              <a:latin typeface="楷体_GB2312" pitchFamily="49" charset="-122"/>
            </a:endParaRPr>
          </a:p>
        </p:txBody>
      </p:sp>
      <p:sp>
        <p:nvSpPr>
          <p:cNvPr id="7" name="Rectangle 2"/>
          <p:cNvSpPr txBox="1">
            <a:spLocks noChangeArrowheads="1"/>
          </p:cNvSpPr>
          <p:nvPr/>
        </p:nvSpPr>
        <p:spPr bwMode="auto">
          <a:xfrm>
            <a:off x="2514600" y="195264"/>
            <a:ext cx="7232650" cy="6175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rgbClr val="262673"/>
                </a:solidFill>
                <a:latin typeface="宋体" panose="02010600030101010101" pitchFamily="2" charset="-122"/>
                <a:ea typeface="宋体" panose="02010600030101010101" pitchFamily="2" charset="-122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rgbClr val="262673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rgbClr val="262673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rgbClr val="262673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rgbClr val="262673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342900" algn="l" rtl="0" fontAlgn="base">
              <a:spcBef>
                <a:spcPct val="0"/>
              </a:spcBef>
              <a:spcAft>
                <a:spcPct val="0"/>
              </a:spcAft>
              <a:defRPr kumimoji="1" sz="3300">
                <a:solidFill>
                  <a:schemeClr val="tx2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685800" algn="l" rtl="0" fontAlgn="base">
              <a:spcBef>
                <a:spcPct val="0"/>
              </a:spcBef>
              <a:spcAft>
                <a:spcPct val="0"/>
              </a:spcAft>
              <a:defRPr kumimoji="1" sz="3300">
                <a:solidFill>
                  <a:schemeClr val="tx2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1028700" algn="l" rtl="0" fontAlgn="base">
              <a:spcBef>
                <a:spcPct val="0"/>
              </a:spcBef>
              <a:spcAft>
                <a:spcPct val="0"/>
              </a:spcAft>
              <a:defRPr kumimoji="1" sz="3300">
                <a:solidFill>
                  <a:schemeClr val="tx2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1371600" algn="l" rtl="0" fontAlgn="base">
              <a:spcBef>
                <a:spcPct val="0"/>
              </a:spcBef>
              <a:spcAft>
                <a:spcPct val="0"/>
              </a:spcAft>
              <a:defRPr kumimoji="1" sz="3300">
                <a:solidFill>
                  <a:schemeClr val="tx2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marL="342900" lvl="1" indent="0" eaLnBrk="1" hangingPunct="1">
              <a:buNone/>
            </a:pPr>
            <a:r>
              <a:rPr lang="en-US" altLang="zh-CN" kern="0" dirty="0"/>
              <a:t>2.2 </a:t>
            </a:r>
            <a:r>
              <a:rPr lang="zh-CN" altLang="en-US" dirty="0">
                <a:sym typeface="+mn-ea"/>
              </a:rPr>
              <a:t>信源的信息熵</a:t>
            </a:r>
            <a:endParaRPr lang="zh-CN" altLang="en-US" kern="0" dirty="0"/>
          </a:p>
        </p:txBody>
      </p:sp>
      <p:graphicFrame>
        <p:nvGraphicFramePr>
          <p:cNvPr id="8" name="Object 29"/>
          <p:cNvGraphicFramePr>
            <a:graphicFrameLocks noChangeAspect="1"/>
          </p:cNvGraphicFramePr>
          <p:nvPr/>
        </p:nvGraphicFramePr>
        <p:xfrm>
          <a:off x="2999740" y="4023360"/>
          <a:ext cx="5050790" cy="102298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857" name="Equation" r:id="rId3" imgW="10923270" imgH="2066925" progId="Equation.DSMT4">
                  <p:embed/>
                </p:oleObj>
              </mc:Choice>
              <mc:Fallback>
                <p:oleObj name="Equation" r:id="rId3" imgW="10923270" imgH="2066925" progId="Equation.DSMT4">
                  <p:embed/>
                  <p:pic>
                    <p:nvPicPr>
                      <p:cNvPr id="0" name="Object 2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99740" y="4023360"/>
                        <a:ext cx="5050790" cy="102298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矩形 2"/>
          <p:cNvSpPr/>
          <p:nvPr/>
        </p:nvSpPr>
        <p:spPr>
          <a:xfrm>
            <a:off x="1919536" y="5012665"/>
            <a:ext cx="8064896" cy="830997"/>
          </a:xfrm>
          <a:prstGeom prst="rect">
            <a:avLst/>
          </a:prstGeom>
          <a:solidFill>
            <a:srgbClr val="E2F6FD"/>
          </a:solidFill>
        </p:spPr>
        <p:txBody>
          <a:bodyPr wrap="square">
            <a:spAutoFit/>
          </a:bodyPr>
          <a:lstStyle/>
          <a:p>
            <a:r>
              <a:rPr lang="zh-CN" altLang="en-US" sz="2400" dirty="0"/>
              <a:t>条件熵</a:t>
            </a:r>
            <a:r>
              <a:rPr lang="en-US" altLang="zh-CN" sz="2400" b="0" i="1" dirty="0"/>
              <a:t>H</a:t>
            </a:r>
            <a:r>
              <a:rPr lang="en-US" altLang="zh-CN" sz="2400" dirty="0"/>
              <a:t>(</a:t>
            </a:r>
            <a:r>
              <a:rPr lang="en-US" altLang="zh-CN" sz="2400" b="0" i="1" dirty="0" err="1"/>
              <a:t>X</a:t>
            </a:r>
            <a:r>
              <a:rPr lang="en-US" altLang="zh-CN" sz="2400" dirty="0" err="1"/>
              <a:t>|</a:t>
            </a:r>
            <a:r>
              <a:rPr lang="en-US" altLang="zh-CN" sz="2400" b="0" i="1" dirty="0" err="1"/>
              <a:t>Y</a:t>
            </a:r>
            <a:r>
              <a:rPr lang="en-US" altLang="zh-CN" sz="2400" dirty="0"/>
              <a:t>)</a:t>
            </a:r>
            <a:r>
              <a:rPr lang="zh-CN" altLang="en-US" sz="2400" dirty="0"/>
              <a:t> 表示信宿在收到</a:t>
            </a:r>
            <a:r>
              <a:rPr lang="en-US" altLang="zh-CN" sz="2400" b="0" i="1" dirty="0"/>
              <a:t>Y</a:t>
            </a:r>
            <a:r>
              <a:rPr lang="zh-CN" altLang="en-US" sz="2400" dirty="0"/>
              <a:t>后，对信源</a:t>
            </a:r>
            <a:r>
              <a:rPr lang="en-US" altLang="zh-CN" sz="2400" b="0" i="1" dirty="0"/>
              <a:t>X</a:t>
            </a:r>
            <a:r>
              <a:rPr lang="zh-CN" altLang="en-US" sz="2400" dirty="0"/>
              <a:t>仍然存在的不确定度。</a:t>
            </a:r>
            <a:endParaRPr lang="zh-CN" altLang="en-US" sz="2400" dirty="0"/>
          </a:p>
        </p:txBody>
      </p:sp>
      <p:sp>
        <p:nvSpPr>
          <p:cNvPr id="9" name="矩形 8"/>
          <p:cNvSpPr/>
          <p:nvPr/>
        </p:nvSpPr>
        <p:spPr>
          <a:xfrm>
            <a:off x="1919536" y="3500989"/>
            <a:ext cx="8064896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dirty="0">
                <a:latin typeface="楷体_GB2312" pitchFamily="49" charset="-122"/>
              </a:rPr>
              <a:t>已知随机变量</a:t>
            </a:r>
            <a:r>
              <a:rPr lang="en-US" altLang="zh-CN" sz="2400" dirty="0">
                <a:latin typeface="楷体_GB2312" pitchFamily="49" charset="-122"/>
              </a:rPr>
              <a:t>Y</a:t>
            </a:r>
            <a:r>
              <a:rPr lang="zh-CN" altLang="en-US" sz="2400" dirty="0">
                <a:latin typeface="楷体_GB2312" pitchFamily="49" charset="-122"/>
              </a:rPr>
              <a:t>的条件下，随机变量</a:t>
            </a:r>
            <a:r>
              <a:rPr lang="en-US" altLang="zh-CN" sz="2400" dirty="0">
                <a:latin typeface="楷体_GB2312" pitchFamily="49" charset="-122"/>
              </a:rPr>
              <a:t>X</a:t>
            </a:r>
            <a:r>
              <a:rPr lang="zh-CN" altLang="en-US" sz="2400" dirty="0">
                <a:latin typeface="楷体_GB2312" pitchFamily="49" charset="-122"/>
              </a:rPr>
              <a:t>的条件熵定义：</a:t>
            </a:r>
            <a:endParaRPr lang="zh-CN" altLang="en-US" sz="2400" dirty="0"/>
          </a:p>
        </p:txBody>
      </p:sp>
      <p:graphicFrame>
        <p:nvGraphicFramePr>
          <p:cNvPr id="10" name="对象 9"/>
          <p:cNvGraphicFramePr/>
          <p:nvPr/>
        </p:nvGraphicFramePr>
        <p:xfrm>
          <a:off x="3623310" y="5949315"/>
          <a:ext cx="4004310" cy="81407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" name="" r:id="rId5" imgW="1790700" imgH="355600" progId="Equation.DSMT4">
                  <p:embed/>
                </p:oleObj>
              </mc:Choice>
              <mc:Fallback>
                <p:oleObj name="" r:id="rId5" imgW="1790700" imgH="355600" progId="Equation.DSMT4">
                  <p:embed/>
                  <p:pic>
                    <p:nvPicPr>
                      <p:cNvPr id="0" name="图片 10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3623310" y="5949315"/>
                        <a:ext cx="4004310" cy="81407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Box 18"/>
          <p:cNvSpPr txBox="1">
            <a:spLocks noChangeArrowheads="1"/>
          </p:cNvSpPr>
          <p:nvPr/>
        </p:nvSpPr>
        <p:spPr bwMode="auto">
          <a:xfrm>
            <a:off x="2063553" y="1884704"/>
            <a:ext cx="8497193" cy="4154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bg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tIns="0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dirty="0">
                <a:latin typeface="楷体_GB2312" pitchFamily="49" charset="-122"/>
              </a:rPr>
              <a:t>当已知特定事件</a:t>
            </a:r>
            <a:r>
              <a:rPr lang="en-US" altLang="zh-CN" sz="2400" b="0" i="1" dirty="0"/>
              <a:t>x</a:t>
            </a:r>
            <a:r>
              <a:rPr lang="en-US" altLang="zh-CN" sz="2400" b="0" i="1" baseline="-25000" dirty="0"/>
              <a:t>i</a:t>
            </a:r>
            <a:r>
              <a:rPr lang="zh-CN" altLang="zh-CN" sz="2400" dirty="0">
                <a:latin typeface="楷体_GB2312" pitchFamily="49" charset="-122"/>
              </a:rPr>
              <a:t>出现时，出现的是</a:t>
            </a:r>
            <a:r>
              <a:rPr lang="en-US" altLang="zh-CN" sz="2400" b="0" i="1" dirty="0" err="1"/>
              <a:t>y</a:t>
            </a:r>
            <a:r>
              <a:rPr lang="en-US" altLang="zh-CN" sz="2400" b="0" i="1" baseline="-25000" dirty="0" err="1"/>
              <a:t>j</a:t>
            </a:r>
            <a:r>
              <a:rPr lang="en-US" altLang="zh-CN" sz="2400" i="1" dirty="0"/>
              <a:t> </a:t>
            </a:r>
            <a:r>
              <a:rPr lang="zh-CN" altLang="zh-CN" sz="2400" dirty="0">
                <a:latin typeface="楷体_GB2312" pitchFamily="49" charset="-122"/>
              </a:rPr>
              <a:t>的不确定性为：</a:t>
            </a:r>
            <a:endParaRPr lang="zh-CN" altLang="en-US" sz="2400" dirty="0">
              <a:latin typeface="楷体_GB2312" pitchFamily="49" charset="-122"/>
            </a:endParaRPr>
          </a:p>
        </p:txBody>
      </p:sp>
      <p:graphicFrame>
        <p:nvGraphicFramePr>
          <p:cNvPr id="10" name="Object 19"/>
          <p:cNvGraphicFramePr>
            <a:graphicFrameLocks noChangeAspect="1"/>
          </p:cNvGraphicFramePr>
          <p:nvPr/>
        </p:nvGraphicFramePr>
        <p:xfrm>
          <a:off x="4584576" y="2349401"/>
          <a:ext cx="3095600" cy="46787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887" name="Equation" r:id="rId1" imgW="1600200" imgH="241300" progId="Equation.DSMT4">
                  <p:embed/>
                </p:oleObj>
              </mc:Choice>
              <mc:Fallback>
                <p:oleObj name="Equation" r:id="rId1" imgW="1600200" imgH="241300" progId="Equation.DSMT4">
                  <p:embed/>
                  <p:pic>
                    <p:nvPicPr>
                      <p:cNvPr id="0" name="Objec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84576" y="2349401"/>
                        <a:ext cx="3095600" cy="46787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Text Box 21"/>
          <p:cNvSpPr txBox="1">
            <a:spLocks noChangeArrowheads="1"/>
          </p:cNvSpPr>
          <p:nvPr/>
        </p:nvSpPr>
        <p:spPr bwMode="auto">
          <a:xfrm>
            <a:off x="2078956" y="2953474"/>
            <a:ext cx="6393308" cy="4154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bg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tIns="0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dirty="0">
                <a:latin typeface="楷体_GB2312" pitchFamily="49" charset="-122"/>
              </a:rPr>
              <a:t>对</a:t>
            </a:r>
            <a:r>
              <a:rPr lang="zh-CN" altLang="en-US" sz="2400" dirty="0">
                <a:solidFill>
                  <a:srgbClr val="0000FF"/>
                </a:solidFill>
                <a:latin typeface="楷体_GB2312" pitchFamily="49" charset="-122"/>
              </a:rPr>
              <a:t>集合</a:t>
            </a:r>
            <a:r>
              <a:rPr lang="en-US" altLang="zh-CN" sz="2400" dirty="0">
                <a:solidFill>
                  <a:srgbClr val="0000FF"/>
                </a:solidFill>
                <a:latin typeface="楷体_GB2312" pitchFamily="49" charset="-122"/>
              </a:rPr>
              <a:t>Y</a:t>
            </a:r>
            <a:r>
              <a:rPr lang="zh-CN" altLang="en-US" sz="2400" dirty="0">
                <a:latin typeface="楷体_GB2312" pitchFamily="49" charset="-122"/>
              </a:rPr>
              <a:t>中所有元素统计平均，其熵为：</a:t>
            </a:r>
            <a:endParaRPr lang="zh-CN" altLang="en-US" sz="2400" dirty="0">
              <a:latin typeface="楷体_GB2312" pitchFamily="49" charset="-122"/>
            </a:endParaRPr>
          </a:p>
        </p:txBody>
      </p:sp>
      <p:graphicFrame>
        <p:nvGraphicFramePr>
          <p:cNvPr id="12" name="Object 22"/>
          <p:cNvGraphicFramePr>
            <a:graphicFrameLocks noChangeAspect="1"/>
          </p:cNvGraphicFramePr>
          <p:nvPr/>
        </p:nvGraphicFramePr>
        <p:xfrm>
          <a:off x="4187876" y="3403587"/>
          <a:ext cx="4537075" cy="857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888" name="Equation" r:id="rId3" imgW="56388000" imgH="10668000" progId="Equation.DSMT4">
                  <p:embed/>
                </p:oleObj>
              </mc:Choice>
              <mc:Fallback>
                <p:oleObj name="Equation" r:id="rId3" imgW="56388000" imgH="10668000" progId="Equation.DSMT4">
                  <p:embed/>
                  <p:pic>
                    <p:nvPicPr>
                      <p:cNvPr id="0" name="Object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87876" y="3403587"/>
                        <a:ext cx="4537075" cy="857250"/>
                      </a:xfrm>
                      <a:prstGeom prst="rect">
                        <a:avLst/>
                      </a:prstGeom>
                      <a:solidFill>
                        <a:schemeClr val="accent6">
                          <a:lumMod val="20000"/>
                          <a:lumOff val="80000"/>
                        </a:schemeClr>
                      </a:solidFill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Text Box 24"/>
          <p:cNvSpPr txBox="1">
            <a:spLocks noChangeArrowheads="1"/>
          </p:cNvSpPr>
          <p:nvPr/>
        </p:nvSpPr>
        <p:spPr bwMode="auto">
          <a:xfrm>
            <a:off x="1847850" y="4421534"/>
            <a:ext cx="7696200" cy="4154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bg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tIns="0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dirty="0">
                <a:latin typeface="楷体_GB2312" pitchFamily="49" charset="-122"/>
              </a:rPr>
              <a:t>上述熵值再对</a:t>
            </a:r>
            <a:r>
              <a:rPr lang="zh-CN" altLang="en-US" sz="2400" dirty="0">
                <a:solidFill>
                  <a:srgbClr val="0000FF"/>
                </a:solidFill>
                <a:latin typeface="楷体_GB2312" pitchFamily="49" charset="-122"/>
              </a:rPr>
              <a:t>集合</a:t>
            </a:r>
            <a:r>
              <a:rPr lang="en-US" altLang="zh-CN" sz="2400" dirty="0">
                <a:solidFill>
                  <a:srgbClr val="0000FF"/>
                </a:solidFill>
                <a:latin typeface="楷体_GB2312" pitchFamily="49" charset="-122"/>
              </a:rPr>
              <a:t>X</a:t>
            </a:r>
            <a:r>
              <a:rPr lang="zh-CN" altLang="en-US" sz="2400" dirty="0">
                <a:latin typeface="楷体_GB2312" pitchFamily="49" charset="-122"/>
              </a:rPr>
              <a:t>中的元素做统计平均，得条件熵：</a:t>
            </a:r>
            <a:endParaRPr lang="zh-CN" altLang="en-US" sz="2400" dirty="0">
              <a:latin typeface="楷体_GB2312" pitchFamily="49" charset="-122"/>
            </a:endParaRPr>
          </a:p>
        </p:txBody>
      </p:sp>
      <p:graphicFrame>
        <p:nvGraphicFramePr>
          <p:cNvPr id="14" name="Object 26"/>
          <p:cNvGraphicFramePr>
            <a:graphicFrameLocks noChangeAspect="1"/>
          </p:cNvGraphicFramePr>
          <p:nvPr/>
        </p:nvGraphicFramePr>
        <p:xfrm>
          <a:off x="2218778" y="4796134"/>
          <a:ext cx="8186490" cy="165720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889" name="Equation" r:id="rId5" imgW="99974400" imgH="21945600" progId="Equation.DSMT4">
                  <p:embed/>
                </p:oleObj>
              </mc:Choice>
              <mc:Fallback>
                <p:oleObj name="Equation" r:id="rId5" imgW="99974400" imgH="21945600" progId="Equation.DSMT4">
                  <p:embed/>
                  <p:pic>
                    <p:nvPicPr>
                      <p:cNvPr id="0" name="Object 2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18778" y="4796134"/>
                        <a:ext cx="8186490" cy="165720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" name="Rectangle 4"/>
          <p:cNvSpPr>
            <a:spLocks noChangeArrowheads="1"/>
          </p:cNvSpPr>
          <p:nvPr/>
        </p:nvSpPr>
        <p:spPr bwMode="auto">
          <a:xfrm>
            <a:off x="2054224" y="908721"/>
            <a:ext cx="8229600" cy="5762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 eaLnBrk="0" hangingPunct="0">
              <a:spcBef>
                <a:spcPct val="20000"/>
              </a:spcBef>
              <a:buChar char="•"/>
              <a:defRPr kumimoji="1" sz="3200" b="1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 b="1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 b="1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 b="1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 b="1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9pPr>
          </a:lstStyle>
          <a:p>
            <a:pPr>
              <a:buFont typeface="Wingdings" panose="05000000000000000000" pitchFamily="2" charset="2"/>
              <a:buChar char="n"/>
            </a:pPr>
            <a:r>
              <a:rPr lang="zh-CN" altLang="en-US" sz="2800" dirty="0">
                <a:solidFill>
                  <a:srgbClr val="0000FF"/>
                </a:solidFill>
                <a:latin typeface="楷体_GB2312" pitchFamily="49" charset="-122"/>
                <a:ea typeface="楷体_GB2312" pitchFamily="49" charset="-122"/>
              </a:rPr>
              <a:t>条件熵</a:t>
            </a:r>
            <a:endParaRPr lang="en-US" altLang="zh-CN" sz="2800" dirty="0">
              <a:solidFill>
                <a:srgbClr val="0000FF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18" name="Rectangle 2"/>
          <p:cNvSpPr txBox="1">
            <a:spLocks noChangeArrowheads="1"/>
          </p:cNvSpPr>
          <p:nvPr/>
        </p:nvSpPr>
        <p:spPr bwMode="auto">
          <a:xfrm>
            <a:off x="2514600" y="195264"/>
            <a:ext cx="7232650" cy="6175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rgbClr val="262673"/>
                </a:solidFill>
                <a:latin typeface="宋体" panose="02010600030101010101" pitchFamily="2" charset="-122"/>
                <a:ea typeface="宋体" panose="02010600030101010101" pitchFamily="2" charset="-122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rgbClr val="262673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rgbClr val="262673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rgbClr val="262673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rgbClr val="262673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342900" algn="l" rtl="0" fontAlgn="base">
              <a:spcBef>
                <a:spcPct val="0"/>
              </a:spcBef>
              <a:spcAft>
                <a:spcPct val="0"/>
              </a:spcAft>
              <a:defRPr kumimoji="1" sz="3300">
                <a:solidFill>
                  <a:schemeClr val="tx2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685800" algn="l" rtl="0" fontAlgn="base">
              <a:spcBef>
                <a:spcPct val="0"/>
              </a:spcBef>
              <a:spcAft>
                <a:spcPct val="0"/>
              </a:spcAft>
              <a:defRPr kumimoji="1" sz="3300">
                <a:solidFill>
                  <a:schemeClr val="tx2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1028700" algn="l" rtl="0" fontAlgn="base">
              <a:spcBef>
                <a:spcPct val="0"/>
              </a:spcBef>
              <a:spcAft>
                <a:spcPct val="0"/>
              </a:spcAft>
              <a:defRPr kumimoji="1" sz="3300">
                <a:solidFill>
                  <a:schemeClr val="tx2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1371600" algn="l" rtl="0" fontAlgn="base">
              <a:spcBef>
                <a:spcPct val="0"/>
              </a:spcBef>
              <a:spcAft>
                <a:spcPct val="0"/>
              </a:spcAft>
              <a:defRPr kumimoji="1" sz="3300">
                <a:solidFill>
                  <a:schemeClr val="tx2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marL="342900" lvl="1" indent="0" eaLnBrk="1" hangingPunct="1">
              <a:buNone/>
            </a:pPr>
            <a:r>
              <a:rPr lang="en-US" altLang="zh-CN" kern="0" dirty="0"/>
              <a:t>2.2 </a:t>
            </a:r>
            <a:r>
              <a:rPr lang="zh-CN" altLang="en-US" dirty="0">
                <a:sym typeface="+mn-ea"/>
              </a:rPr>
              <a:t>信源的信息熵</a:t>
            </a:r>
            <a:endParaRPr lang="zh-CN" altLang="en-US" kern="0" dirty="0"/>
          </a:p>
        </p:txBody>
      </p:sp>
      <p:sp>
        <p:nvSpPr>
          <p:cNvPr id="19" name="Rectangle 4"/>
          <p:cNvSpPr>
            <a:spLocks noChangeArrowheads="1"/>
          </p:cNvSpPr>
          <p:nvPr/>
        </p:nvSpPr>
        <p:spPr bwMode="auto">
          <a:xfrm>
            <a:off x="1271464" y="1449772"/>
            <a:ext cx="8229600" cy="5762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 eaLnBrk="0" hangingPunct="0">
              <a:spcBef>
                <a:spcPct val="20000"/>
              </a:spcBef>
              <a:buChar char="•"/>
              <a:defRPr kumimoji="1" sz="3200" b="1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 b="1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 b="1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 b="1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 b="1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9pPr>
          </a:lstStyle>
          <a:p>
            <a:pPr marL="0" indent="0">
              <a:buNone/>
            </a:pPr>
            <a:r>
              <a:rPr lang="zh-CN" altLang="en-US" sz="2400" dirty="0">
                <a:solidFill>
                  <a:srgbClr val="0000FF"/>
                </a:solidFill>
                <a:latin typeface="楷体_GB2312" pitchFamily="49" charset="-122"/>
                <a:ea typeface="楷体_GB2312" pitchFamily="49" charset="-122"/>
              </a:rPr>
              <a:t>过程：</a:t>
            </a:r>
            <a:endParaRPr lang="en-US" altLang="zh-CN" sz="2400" dirty="0">
              <a:solidFill>
                <a:srgbClr val="0000FF"/>
              </a:solidFill>
              <a:latin typeface="楷体_GB2312" pitchFamily="49" charset="-122"/>
              <a:ea typeface="楷体_GB2312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4"/>
          <p:cNvSpPr>
            <a:spLocks noChangeArrowheads="1"/>
          </p:cNvSpPr>
          <p:nvPr/>
        </p:nvSpPr>
        <p:spPr bwMode="auto">
          <a:xfrm>
            <a:off x="2054224" y="908721"/>
            <a:ext cx="8229600" cy="5762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 eaLnBrk="0" hangingPunct="0">
              <a:spcBef>
                <a:spcPct val="20000"/>
              </a:spcBef>
              <a:buChar char="•"/>
              <a:defRPr kumimoji="1" sz="3200" b="1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 b="1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 b="1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 b="1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 b="1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9pPr>
          </a:lstStyle>
          <a:p>
            <a:pPr>
              <a:buFont typeface="Wingdings" panose="05000000000000000000" pitchFamily="2" charset="2"/>
              <a:buChar char="n"/>
            </a:pPr>
            <a:r>
              <a:rPr lang="zh-CN" altLang="en-US" sz="2800" dirty="0">
                <a:solidFill>
                  <a:srgbClr val="0000FF"/>
                </a:solidFill>
                <a:latin typeface="楷体_GB2312" pitchFamily="49" charset="-122"/>
                <a:ea typeface="楷体_GB2312" pitchFamily="49" charset="-122"/>
              </a:rPr>
              <a:t>条件熵</a:t>
            </a:r>
            <a:endParaRPr lang="en-US" altLang="zh-CN" sz="2800" dirty="0">
              <a:solidFill>
                <a:srgbClr val="0000FF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18" name="Rectangle 2"/>
          <p:cNvSpPr txBox="1">
            <a:spLocks noChangeArrowheads="1"/>
          </p:cNvSpPr>
          <p:nvPr/>
        </p:nvSpPr>
        <p:spPr bwMode="auto">
          <a:xfrm>
            <a:off x="2514600" y="195264"/>
            <a:ext cx="7232650" cy="6175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rgbClr val="262673"/>
                </a:solidFill>
                <a:latin typeface="宋体" panose="02010600030101010101" pitchFamily="2" charset="-122"/>
                <a:ea typeface="宋体" panose="02010600030101010101" pitchFamily="2" charset="-122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rgbClr val="262673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rgbClr val="262673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rgbClr val="262673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rgbClr val="262673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342900" algn="l" rtl="0" fontAlgn="base">
              <a:spcBef>
                <a:spcPct val="0"/>
              </a:spcBef>
              <a:spcAft>
                <a:spcPct val="0"/>
              </a:spcAft>
              <a:defRPr kumimoji="1" sz="3300">
                <a:solidFill>
                  <a:schemeClr val="tx2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685800" algn="l" rtl="0" fontAlgn="base">
              <a:spcBef>
                <a:spcPct val="0"/>
              </a:spcBef>
              <a:spcAft>
                <a:spcPct val="0"/>
              </a:spcAft>
              <a:defRPr kumimoji="1" sz="3300">
                <a:solidFill>
                  <a:schemeClr val="tx2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1028700" algn="l" rtl="0" fontAlgn="base">
              <a:spcBef>
                <a:spcPct val="0"/>
              </a:spcBef>
              <a:spcAft>
                <a:spcPct val="0"/>
              </a:spcAft>
              <a:defRPr kumimoji="1" sz="3300">
                <a:solidFill>
                  <a:schemeClr val="tx2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1371600" algn="l" rtl="0" fontAlgn="base">
              <a:spcBef>
                <a:spcPct val="0"/>
              </a:spcBef>
              <a:spcAft>
                <a:spcPct val="0"/>
              </a:spcAft>
              <a:defRPr kumimoji="1" sz="3300">
                <a:solidFill>
                  <a:schemeClr val="tx2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marL="342900" lvl="1" indent="0" eaLnBrk="1" hangingPunct="1">
              <a:buNone/>
            </a:pPr>
            <a:r>
              <a:rPr lang="en-US" altLang="zh-CN" kern="0" dirty="0"/>
              <a:t>2.2 </a:t>
            </a:r>
            <a:r>
              <a:rPr lang="zh-CN" altLang="en-US" dirty="0">
                <a:sym typeface="+mn-ea"/>
              </a:rPr>
              <a:t>信源的信息熵</a:t>
            </a:r>
            <a:endParaRPr lang="zh-CN" altLang="en-US" kern="0" dirty="0"/>
          </a:p>
        </p:txBody>
      </p:sp>
      <p:sp>
        <p:nvSpPr>
          <p:cNvPr id="2" name="文本框 1"/>
          <p:cNvSpPr txBox="1"/>
          <p:nvPr/>
        </p:nvSpPr>
        <p:spPr>
          <a:xfrm>
            <a:off x="1055370" y="1659890"/>
            <a:ext cx="3717290" cy="35382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3200"/>
              <a:t>例7:设箱中有100个球，其中40个黑球，60个白球。做从箱中取球且不放回试验，连续进行两次，试求猜中第二个球颜色的难度。</a:t>
            </a:r>
            <a:endParaRPr lang="zh-CN" altLang="en-US" sz="3200"/>
          </a:p>
        </p:txBody>
      </p:sp>
      <p:sp>
        <p:nvSpPr>
          <p:cNvPr id="3" name="文本框 2"/>
          <p:cNvSpPr txBox="1"/>
          <p:nvPr/>
        </p:nvSpPr>
        <p:spPr>
          <a:xfrm>
            <a:off x="5447665" y="1196975"/>
            <a:ext cx="6096000" cy="82994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2400"/>
              <a:t>解:(用X表示取出第一个球的颜色，</a:t>
            </a:r>
            <a:r>
              <a:rPr lang="en-US" altLang="zh-CN" sz="2400"/>
              <a:t>Y</a:t>
            </a:r>
            <a:r>
              <a:rPr lang="zh-CN" altLang="en-US" sz="2400"/>
              <a:t>表示取出第二个球的颜色)</a:t>
            </a:r>
            <a:endParaRPr lang="zh-CN" altLang="en-US" sz="2400"/>
          </a:p>
        </p:txBody>
      </p:sp>
      <p:graphicFrame>
        <p:nvGraphicFramePr>
          <p:cNvPr id="4" name="Object 19"/>
          <p:cNvGraphicFramePr>
            <a:graphicFrameLocks noChangeAspect="1"/>
          </p:cNvGraphicFramePr>
          <p:nvPr/>
        </p:nvGraphicFramePr>
        <p:xfrm>
          <a:off x="6553200" y="2132965"/>
          <a:ext cx="2875915" cy="1120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" name="Equation" r:id="rId1" imgW="1308100" imgH="508000" progId="Equation.DSMT4">
                  <p:embed/>
                </p:oleObj>
              </mc:Choice>
              <mc:Fallback>
                <p:oleObj name="Equation" r:id="rId1" imgW="1308100" imgH="508000" progId="Equation.DSMT4">
                  <p:embed/>
                  <p:pic>
                    <p:nvPicPr>
                      <p:cNvPr id="0" name="Objec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53200" y="2132965"/>
                        <a:ext cx="2875915" cy="11207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19"/>
          <p:cNvGraphicFramePr>
            <a:graphicFrameLocks noChangeAspect="1"/>
          </p:cNvGraphicFramePr>
          <p:nvPr/>
        </p:nvGraphicFramePr>
        <p:xfrm>
          <a:off x="6176010" y="3284855"/>
          <a:ext cx="3630295" cy="1120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" name="Equation" r:id="rId3" imgW="1651000" imgH="508000" progId="Equation.DSMT4">
                  <p:embed/>
                </p:oleObj>
              </mc:Choice>
              <mc:Fallback>
                <p:oleObj name="Equation" r:id="rId3" imgW="1651000" imgH="508000" progId="Equation.DSMT4">
                  <p:embed/>
                  <p:pic>
                    <p:nvPicPr>
                      <p:cNvPr id="0" name="Objec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76010" y="3284855"/>
                        <a:ext cx="3630295" cy="11207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19"/>
          <p:cNvGraphicFramePr>
            <a:graphicFrameLocks noChangeAspect="1"/>
          </p:cNvGraphicFramePr>
          <p:nvPr/>
        </p:nvGraphicFramePr>
        <p:xfrm>
          <a:off x="6150610" y="4436745"/>
          <a:ext cx="3630295" cy="112141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" name="Equation" r:id="rId5" imgW="1651000" imgH="508000" progId="Equation.DSMT4">
                  <p:embed/>
                </p:oleObj>
              </mc:Choice>
              <mc:Fallback>
                <p:oleObj name="Equation" r:id="rId5" imgW="1651000" imgH="508000" progId="Equation.DSMT4">
                  <p:embed/>
                  <p:pic>
                    <p:nvPicPr>
                      <p:cNvPr id="0" name="Objec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50610" y="4436745"/>
                        <a:ext cx="3630295" cy="112141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文本框 15"/>
          <p:cNvSpPr txBox="1"/>
          <p:nvPr/>
        </p:nvSpPr>
        <p:spPr>
          <a:xfrm>
            <a:off x="4944110" y="3573145"/>
            <a:ext cx="152463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800" i="1"/>
              <a:t>X = a</a:t>
            </a:r>
            <a:r>
              <a:rPr lang="en-US" altLang="zh-CN" sz="2800" i="1" baseline="-25000">
                <a:sym typeface="+mn-ea"/>
              </a:rPr>
              <a:t>1 </a:t>
            </a:r>
            <a:r>
              <a:rPr lang="en-US" altLang="zh-CN" sz="2800"/>
              <a:t>:</a:t>
            </a:r>
            <a:endParaRPr lang="en-US" altLang="zh-CN" sz="2800" baseline="-25000"/>
          </a:p>
        </p:txBody>
      </p:sp>
      <p:sp>
        <p:nvSpPr>
          <p:cNvPr id="20" name="文本框 19"/>
          <p:cNvSpPr txBox="1"/>
          <p:nvPr/>
        </p:nvSpPr>
        <p:spPr>
          <a:xfrm>
            <a:off x="4871720" y="4725035"/>
            <a:ext cx="152463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800" i="1"/>
              <a:t>X = a</a:t>
            </a:r>
            <a:r>
              <a:rPr lang="en-US" altLang="zh-CN" sz="2800" i="1" baseline="-25000"/>
              <a:t>2</a:t>
            </a:r>
            <a:r>
              <a:rPr lang="en-US" altLang="zh-CN" sz="2800" i="1" baseline="-25000">
                <a:sym typeface="+mn-ea"/>
              </a:rPr>
              <a:t> </a:t>
            </a:r>
            <a:r>
              <a:rPr lang="en-US" altLang="zh-CN" sz="2800"/>
              <a:t>:</a:t>
            </a:r>
            <a:endParaRPr lang="en-US" altLang="zh-CN" sz="2800" baseline="-25000"/>
          </a:p>
        </p:txBody>
      </p:sp>
      <p:graphicFrame>
        <p:nvGraphicFramePr>
          <p:cNvPr id="21" name="Object 19"/>
          <p:cNvGraphicFramePr>
            <a:graphicFrameLocks noChangeAspect="1"/>
          </p:cNvGraphicFramePr>
          <p:nvPr/>
        </p:nvGraphicFramePr>
        <p:xfrm>
          <a:off x="1055370" y="5733415"/>
          <a:ext cx="10130155" cy="79311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856" name="Equation" r:id="rId7" imgW="3505200" imgH="254000" progId="Equation.DSMT4">
                  <p:embed/>
                </p:oleObj>
              </mc:Choice>
              <mc:Fallback>
                <p:oleObj name="Equation" r:id="rId7" imgW="3505200" imgH="254000" progId="Equation.DSMT4">
                  <p:embed/>
                  <p:pic>
                    <p:nvPicPr>
                      <p:cNvPr id="0" name="Objec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55370" y="5733415"/>
                        <a:ext cx="10130155" cy="79311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4"/>
          <p:cNvSpPr>
            <a:spLocks noChangeArrowheads="1"/>
          </p:cNvSpPr>
          <p:nvPr/>
        </p:nvSpPr>
        <p:spPr bwMode="auto">
          <a:xfrm>
            <a:off x="2054224" y="908721"/>
            <a:ext cx="8229600" cy="5762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 eaLnBrk="0" hangingPunct="0">
              <a:spcBef>
                <a:spcPct val="20000"/>
              </a:spcBef>
              <a:buChar char="•"/>
              <a:defRPr kumimoji="1" sz="3200" b="1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 b="1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 b="1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 b="1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 b="1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9pPr>
          </a:lstStyle>
          <a:p>
            <a:pPr>
              <a:buFont typeface="Wingdings" panose="05000000000000000000" pitchFamily="2" charset="2"/>
              <a:buChar char="n"/>
            </a:pPr>
            <a:r>
              <a:rPr lang="zh-CN" altLang="en-US" sz="2800" dirty="0">
                <a:solidFill>
                  <a:srgbClr val="0000FF"/>
                </a:solidFill>
                <a:latin typeface="楷体_GB2312" pitchFamily="49" charset="-122"/>
                <a:ea typeface="楷体_GB2312" pitchFamily="49" charset="-122"/>
              </a:rPr>
              <a:t>条件熵</a:t>
            </a:r>
            <a:endParaRPr lang="en-US" altLang="zh-CN" sz="2800" dirty="0">
              <a:solidFill>
                <a:srgbClr val="0000FF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18" name="Rectangle 2"/>
          <p:cNvSpPr txBox="1">
            <a:spLocks noChangeArrowheads="1"/>
          </p:cNvSpPr>
          <p:nvPr/>
        </p:nvSpPr>
        <p:spPr bwMode="auto">
          <a:xfrm>
            <a:off x="2514600" y="195264"/>
            <a:ext cx="7232650" cy="6175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rgbClr val="262673"/>
                </a:solidFill>
                <a:latin typeface="宋体" panose="02010600030101010101" pitchFamily="2" charset="-122"/>
                <a:ea typeface="宋体" panose="02010600030101010101" pitchFamily="2" charset="-122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rgbClr val="262673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rgbClr val="262673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rgbClr val="262673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rgbClr val="262673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342900" algn="l" rtl="0" fontAlgn="base">
              <a:spcBef>
                <a:spcPct val="0"/>
              </a:spcBef>
              <a:spcAft>
                <a:spcPct val="0"/>
              </a:spcAft>
              <a:defRPr kumimoji="1" sz="3300">
                <a:solidFill>
                  <a:schemeClr val="tx2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685800" algn="l" rtl="0" fontAlgn="base">
              <a:spcBef>
                <a:spcPct val="0"/>
              </a:spcBef>
              <a:spcAft>
                <a:spcPct val="0"/>
              </a:spcAft>
              <a:defRPr kumimoji="1" sz="3300">
                <a:solidFill>
                  <a:schemeClr val="tx2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1028700" algn="l" rtl="0" fontAlgn="base">
              <a:spcBef>
                <a:spcPct val="0"/>
              </a:spcBef>
              <a:spcAft>
                <a:spcPct val="0"/>
              </a:spcAft>
              <a:defRPr kumimoji="1" sz="3300">
                <a:solidFill>
                  <a:schemeClr val="tx2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1371600" algn="l" rtl="0" fontAlgn="base">
              <a:spcBef>
                <a:spcPct val="0"/>
              </a:spcBef>
              <a:spcAft>
                <a:spcPct val="0"/>
              </a:spcAft>
              <a:defRPr kumimoji="1" sz="3300">
                <a:solidFill>
                  <a:schemeClr val="tx2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marL="342900" lvl="1" indent="0" eaLnBrk="1" hangingPunct="1">
              <a:buNone/>
            </a:pPr>
            <a:r>
              <a:rPr lang="en-US" altLang="zh-CN" kern="0" dirty="0"/>
              <a:t>2.2 </a:t>
            </a:r>
            <a:r>
              <a:rPr lang="zh-CN" altLang="en-US" dirty="0">
                <a:sym typeface="+mn-ea"/>
              </a:rPr>
              <a:t>信源的信息熵</a:t>
            </a:r>
            <a:endParaRPr lang="zh-CN" altLang="en-US" kern="0" dirty="0"/>
          </a:p>
        </p:txBody>
      </p:sp>
      <p:sp>
        <p:nvSpPr>
          <p:cNvPr id="9" name="文本框 8"/>
          <p:cNvSpPr txBox="1"/>
          <p:nvPr/>
        </p:nvSpPr>
        <p:spPr>
          <a:xfrm>
            <a:off x="1055370" y="1506220"/>
            <a:ext cx="4556760" cy="5835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3200"/>
              <a:t>设</a:t>
            </a:r>
            <a:r>
              <a:rPr lang="en-US" altLang="zh-CN" sz="3200"/>
              <a:t>: </a:t>
            </a:r>
            <a:r>
              <a:rPr lang="zh-CN" altLang="en-US" sz="3200"/>
              <a:t>二维离散平稳信源</a:t>
            </a:r>
            <a:r>
              <a:rPr lang="en-US" altLang="zh-CN" sz="3200"/>
              <a:t> </a:t>
            </a:r>
            <a:r>
              <a:rPr lang="en-US" altLang="zh-CN" sz="3200" i="1"/>
              <a:t>X</a:t>
            </a:r>
            <a:endParaRPr lang="en-US" altLang="zh-CN" sz="3200" i="1"/>
          </a:p>
        </p:txBody>
      </p:sp>
      <p:graphicFrame>
        <p:nvGraphicFramePr>
          <p:cNvPr id="10" name="Object 19"/>
          <p:cNvGraphicFramePr>
            <a:graphicFrameLocks noChangeAspect="1"/>
          </p:cNvGraphicFramePr>
          <p:nvPr/>
        </p:nvGraphicFramePr>
        <p:xfrm>
          <a:off x="1919288" y="2204720"/>
          <a:ext cx="7426960" cy="123380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" name="Equation" r:id="rId1" imgW="3377565" imgH="558800" progId="Equation.DSMT4">
                  <p:embed/>
                </p:oleObj>
              </mc:Choice>
              <mc:Fallback>
                <p:oleObj name="Equation" r:id="rId1" imgW="3377565" imgH="558800" progId="Equation.DSMT4">
                  <p:embed/>
                  <p:pic>
                    <p:nvPicPr>
                      <p:cNvPr id="0" name="Objec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19288" y="2204720"/>
                        <a:ext cx="7426960" cy="123380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Object 19"/>
          <p:cNvGraphicFramePr>
            <a:graphicFrameLocks noChangeAspect="1"/>
          </p:cNvGraphicFramePr>
          <p:nvPr/>
        </p:nvGraphicFramePr>
        <p:xfrm>
          <a:off x="2514601" y="3585528"/>
          <a:ext cx="5949315" cy="6172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" name="Equation" r:id="rId3" imgW="2705100" imgH="279400" progId="Equation.DSMT4">
                  <p:embed/>
                </p:oleObj>
              </mc:Choice>
              <mc:Fallback>
                <p:oleObj name="Equation" r:id="rId3" imgW="2705100" imgH="279400" progId="Equation.DSMT4">
                  <p:embed/>
                  <p:pic>
                    <p:nvPicPr>
                      <p:cNvPr id="0" name="Objec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14601" y="3585528"/>
                        <a:ext cx="5949315" cy="61722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文本框 13"/>
          <p:cNvSpPr txBox="1"/>
          <p:nvPr/>
        </p:nvSpPr>
        <p:spPr>
          <a:xfrm>
            <a:off x="1919605" y="3592195"/>
            <a:ext cx="91376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800"/>
              <a:t>且</a:t>
            </a:r>
            <a:endParaRPr lang="zh-CN" altLang="en-US" sz="2800"/>
          </a:p>
        </p:txBody>
      </p:sp>
      <p:graphicFrame>
        <p:nvGraphicFramePr>
          <p:cNvPr id="19" name="Object 19"/>
          <p:cNvGraphicFramePr>
            <a:graphicFrameLocks noChangeAspect="1"/>
          </p:cNvGraphicFramePr>
          <p:nvPr/>
        </p:nvGraphicFramePr>
        <p:xfrm>
          <a:off x="4433253" y="4270058"/>
          <a:ext cx="2542540" cy="1009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" name="Equation" r:id="rId5" imgW="1155700" imgH="457200" progId="Equation.DSMT4">
                  <p:embed/>
                </p:oleObj>
              </mc:Choice>
              <mc:Fallback>
                <p:oleObj name="Equation" r:id="rId5" imgW="1155700" imgH="457200" progId="Equation.DSMT4">
                  <p:embed/>
                  <p:pic>
                    <p:nvPicPr>
                      <p:cNvPr id="0" name="Objec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33253" y="4270058"/>
                        <a:ext cx="2542540" cy="1009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" name="文本框 22"/>
          <p:cNvSpPr txBox="1"/>
          <p:nvPr/>
        </p:nvSpPr>
        <p:spPr>
          <a:xfrm>
            <a:off x="1775460" y="5373370"/>
            <a:ext cx="8298180" cy="5835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3200"/>
              <a:t>问题</a:t>
            </a:r>
            <a:r>
              <a:rPr lang="en-US" altLang="zh-CN" sz="3200"/>
              <a:t>: </a:t>
            </a:r>
            <a:r>
              <a:rPr lang="zh-CN" altLang="en-US" sz="3200"/>
              <a:t>信源</a:t>
            </a:r>
            <a:r>
              <a:rPr lang="en-US" altLang="zh-CN" sz="3200"/>
              <a:t> </a:t>
            </a:r>
            <a:r>
              <a:rPr lang="en-US" altLang="zh-CN" sz="3200" i="1"/>
              <a:t>X </a:t>
            </a:r>
            <a:r>
              <a:rPr lang="zh-CN" altLang="en-US" sz="3200"/>
              <a:t>平均每符号输出</a:t>
            </a:r>
            <a:r>
              <a:rPr lang="zh-CN" altLang="en-US" sz="3200"/>
              <a:t>信息量？</a:t>
            </a:r>
            <a:endParaRPr lang="zh-CN" altLang="en-US" sz="32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4"/>
          <p:cNvSpPr>
            <a:spLocks noChangeArrowheads="1"/>
          </p:cNvSpPr>
          <p:nvPr/>
        </p:nvSpPr>
        <p:spPr bwMode="auto">
          <a:xfrm>
            <a:off x="2054224" y="908721"/>
            <a:ext cx="8229600" cy="5762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 eaLnBrk="0" hangingPunct="0">
              <a:spcBef>
                <a:spcPct val="20000"/>
              </a:spcBef>
              <a:buChar char="•"/>
              <a:defRPr kumimoji="1" sz="3200" b="1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 b="1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 b="1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 b="1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 b="1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9pPr>
          </a:lstStyle>
          <a:p>
            <a:pPr>
              <a:buFont typeface="Wingdings" panose="05000000000000000000" pitchFamily="2" charset="2"/>
              <a:buChar char="n"/>
            </a:pPr>
            <a:r>
              <a:rPr lang="zh-CN" altLang="en-US" sz="2800" dirty="0">
                <a:solidFill>
                  <a:srgbClr val="0000FF"/>
                </a:solidFill>
                <a:latin typeface="楷体_GB2312" pitchFamily="49" charset="-122"/>
                <a:ea typeface="楷体_GB2312" pitchFamily="49" charset="-122"/>
              </a:rPr>
              <a:t>条件熵</a:t>
            </a:r>
            <a:endParaRPr lang="en-US" altLang="zh-CN" sz="2800" dirty="0">
              <a:solidFill>
                <a:srgbClr val="0000FF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18" name="Rectangle 2"/>
          <p:cNvSpPr txBox="1">
            <a:spLocks noChangeArrowheads="1"/>
          </p:cNvSpPr>
          <p:nvPr/>
        </p:nvSpPr>
        <p:spPr bwMode="auto">
          <a:xfrm>
            <a:off x="2514600" y="195264"/>
            <a:ext cx="7232650" cy="6175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rgbClr val="262673"/>
                </a:solidFill>
                <a:latin typeface="宋体" panose="02010600030101010101" pitchFamily="2" charset="-122"/>
                <a:ea typeface="宋体" panose="02010600030101010101" pitchFamily="2" charset="-122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rgbClr val="262673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rgbClr val="262673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rgbClr val="262673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rgbClr val="262673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342900" algn="l" rtl="0" fontAlgn="base">
              <a:spcBef>
                <a:spcPct val="0"/>
              </a:spcBef>
              <a:spcAft>
                <a:spcPct val="0"/>
              </a:spcAft>
              <a:defRPr kumimoji="1" sz="3300">
                <a:solidFill>
                  <a:schemeClr val="tx2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685800" algn="l" rtl="0" fontAlgn="base">
              <a:spcBef>
                <a:spcPct val="0"/>
              </a:spcBef>
              <a:spcAft>
                <a:spcPct val="0"/>
              </a:spcAft>
              <a:defRPr kumimoji="1" sz="3300">
                <a:solidFill>
                  <a:schemeClr val="tx2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1028700" algn="l" rtl="0" fontAlgn="base">
              <a:spcBef>
                <a:spcPct val="0"/>
              </a:spcBef>
              <a:spcAft>
                <a:spcPct val="0"/>
              </a:spcAft>
              <a:defRPr kumimoji="1" sz="3300">
                <a:solidFill>
                  <a:schemeClr val="tx2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1371600" algn="l" rtl="0" fontAlgn="base">
              <a:spcBef>
                <a:spcPct val="0"/>
              </a:spcBef>
              <a:spcAft>
                <a:spcPct val="0"/>
              </a:spcAft>
              <a:defRPr kumimoji="1" sz="3300">
                <a:solidFill>
                  <a:schemeClr val="tx2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marL="342900" lvl="1" indent="0" eaLnBrk="1" hangingPunct="1">
              <a:buNone/>
            </a:pPr>
            <a:r>
              <a:rPr lang="en-US" altLang="zh-CN" kern="0" dirty="0"/>
              <a:t>2.2 </a:t>
            </a:r>
            <a:r>
              <a:rPr lang="zh-CN" altLang="en-US" dirty="0">
                <a:sym typeface="+mn-ea"/>
              </a:rPr>
              <a:t>信源的信息熵</a:t>
            </a:r>
            <a:endParaRPr lang="zh-CN" altLang="en-US" kern="0" dirty="0"/>
          </a:p>
        </p:txBody>
      </p:sp>
      <p:sp>
        <p:nvSpPr>
          <p:cNvPr id="9" name="文本框 8"/>
          <p:cNvSpPr txBox="1"/>
          <p:nvPr/>
        </p:nvSpPr>
        <p:spPr>
          <a:xfrm>
            <a:off x="1055370" y="1506220"/>
            <a:ext cx="4556760" cy="5835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3200"/>
              <a:t>二维离散平稳信源</a:t>
            </a:r>
            <a:r>
              <a:rPr lang="zh-CN" altLang="en-US" sz="3200"/>
              <a:t>熵：</a:t>
            </a:r>
            <a:endParaRPr lang="zh-CN" altLang="en-US" sz="3200"/>
          </a:p>
        </p:txBody>
      </p:sp>
      <p:graphicFrame>
        <p:nvGraphicFramePr>
          <p:cNvPr id="10" name="Object 19"/>
          <p:cNvGraphicFramePr>
            <a:graphicFrameLocks noChangeAspect="1"/>
          </p:cNvGraphicFramePr>
          <p:nvPr/>
        </p:nvGraphicFramePr>
        <p:xfrm>
          <a:off x="1363980" y="2202815"/>
          <a:ext cx="8077835" cy="137604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" name="Equation" r:id="rId1" imgW="2920365" imgH="495300" progId="Equation.DSMT4">
                  <p:embed/>
                </p:oleObj>
              </mc:Choice>
              <mc:Fallback>
                <p:oleObj name="Equation" r:id="rId1" imgW="2920365" imgH="495300" progId="Equation.DSMT4">
                  <p:embed/>
                  <p:pic>
                    <p:nvPicPr>
                      <p:cNvPr id="0" name="Objec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63980" y="2202815"/>
                        <a:ext cx="8077835" cy="137604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椭圆 1"/>
          <p:cNvSpPr/>
          <p:nvPr/>
        </p:nvSpPr>
        <p:spPr>
          <a:xfrm>
            <a:off x="5160010" y="1888490"/>
            <a:ext cx="4769485" cy="1894205"/>
          </a:xfrm>
          <a:prstGeom prst="ellipse">
            <a:avLst/>
          </a:prstGeom>
          <a:ln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vert="horz" wrap="square" lIns="91440" tIns="45720" rIns="91440" bIns="45720" numCol="1" anchor="t" anchorCtr="0" compatLnSpc="1"/>
          <a:p>
            <a:pPr marL="0" marR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16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3" name="下箭头 2"/>
          <p:cNvSpPr/>
          <p:nvPr/>
        </p:nvSpPr>
        <p:spPr>
          <a:xfrm>
            <a:off x="8400415" y="3450590"/>
            <a:ext cx="224155" cy="760730"/>
          </a:xfrm>
          <a:prstGeom prst="downArrow">
            <a:avLst>
              <a:gd name="adj1" fmla="val 50000"/>
              <a:gd name="adj2" fmla="val 81869"/>
            </a:avLst>
          </a:prstGeom>
          <a:solidFill>
            <a:schemeClr val="accent1"/>
          </a:solidFill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anchor="t" anchorCtr="0" compatLnSpc="1"/>
          <a:p>
            <a:pPr marL="0" marR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16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graphicFrame>
        <p:nvGraphicFramePr>
          <p:cNvPr id="4" name="Object 19"/>
          <p:cNvGraphicFramePr>
            <a:graphicFrameLocks noChangeAspect="1"/>
          </p:cNvGraphicFramePr>
          <p:nvPr/>
        </p:nvGraphicFramePr>
        <p:xfrm>
          <a:off x="7680325" y="4293235"/>
          <a:ext cx="3335655" cy="77597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" name="Equation" r:id="rId3" imgW="1206500" imgH="279400" progId="Equation.DSMT4">
                  <p:embed/>
                </p:oleObj>
              </mc:Choice>
              <mc:Fallback>
                <p:oleObj name="Equation" r:id="rId3" imgW="1206500" imgH="279400" progId="Equation.DSMT4">
                  <p:embed/>
                  <p:pic>
                    <p:nvPicPr>
                      <p:cNvPr id="0" name="Objec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80325" y="4293235"/>
                        <a:ext cx="3335655" cy="77597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下箭头 6"/>
          <p:cNvSpPr/>
          <p:nvPr/>
        </p:nvSpPr>
        <p:spPr>
          <a:xfrm>
            <a:off x="1991360" y="3357245"/>
            <a:ext cx="224155" cy="760730"/>
          </a:xfrm>
          <a:prstGeom prst="downArrow">
            <a:avLst>
              <a:gd name="adj1" fmla="val 50000"/>
              <a:gd name="adj2" fmla="val 81869"/>
            </a:avLst>
          </a:prstGeom>
          <a:solidFill>
            <a:schemeClr val="accent1"/>
          </a:solidFill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anchor="t" anchorCtr="0" compatLnSpc="1"/>
          <a:p>
            <a:pPr marL="0" marR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16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graphicFrame>
        <p:nvGraphicFramePr>
          <p:cNvPr id="8" name="Object 19"/>
          <p:cNvGraphicFramePr>
            <a:graphicFrameLocks noChangeAspect="1"/>
          </p:cNvGraphicFramePr>
          <p:nvPr/>
        </p:nvGraphicFramePr>
        <p:xfrm>
          <a:off x="695325" y="3788728"/>
          <a:ext cx="4567555" cy="210756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" name="Equation" r:id="rId5" imgW="1879600" imgH="862965" progId="Equation.DSMT4">
                  <p:embed/>
                </p:oleObj>
              </mc:Choice>
              <mc:Fallback>
                <p:oleObj name="Equation" r:id="rId5" imgW="1879600" imgH="862965" progId="Equation.DSMT4">
                  <p:embed/>
                  <p:pic>
                    <p:nvPicPr>
                      <p:cNvPr id="0" name="Objec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5325" y="3788728"/>
                        <a:ext cx="4567555" cy="210756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19"/>
          <p:cNvGraphicFramePr>
            <a:graphicFrameLocks noChangeAspect="1"/>
          </p:cNvGraphicFramePr>
          <p:nvPr/>
        </p:nvGraphicFramePr>
        <p:xfrm>
          <a:off x="6023610" y="5588953"/>
          <a:ext cx="2376805" cy="682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" name="Equation" r:id="rId7" imgW="977900" imgH="279400" progId="Equation.DSMT4">
                  <p:embed/>
                </p:oleObj>
              </mc:Choice>
              <mc:Fallback>
                <p:oleObj name="Equation" r:id="rId7" imgW="977900" imgH="279400" progId="Equation.DSMT4">
                  <p:embed/>
                  <p:pic>
                    <p:nvPicPr>
                      <p:cNvPr id="0" name="Objec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23610" y="5588953"/>
                        <a:ext cx="2376805" cy="682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左弧形箭头 12"/>
          <p:cNvSpPr/>
          <p:nvPr/>
        </p:nvSpPr>
        <p:spPr>
          <a:xfrm>
            <a:off x="6167755" y="3717290"/>
            <a:ext cx="812800" cy="1800225"/>
          </a:xfrm>
          <a:prstGeom prst="curvedRightArrow">
            <a:avLst/>
          </a:prstGeom>
          <a:solidFill>
            <a:schemeClr val="accent1"/>
          </a:solidFill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anchor="t" anchorCtr="0" compatLnSpc="1"/>
          <a:p>
            <a:pPr marL="0" marR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16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8737600" y="3800475"/>
            <a:ext cx="3077210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000"/>
              <a:t>条件自信息，这个条件事件发生的</a:t>
            </a:r>
            <a:r>
              <a:rPr lang="zh-CN" altLang="en-US" sz="2000"/>
              <a:t>不确定性</a:t>
            </a:r>
            <a:endParaRPr lang="zh-CN" altLang="en-US" sz="2000"/>
          </a:p>
        </p:txBody>
      </p:sp>
      <p:sp>
        <p:nvSpPr>
          <p:cNvPr id="16" name="文本框 15"/>
          <p:cNvSpPr txBox="1"/>
          <p:nvPr/>
        </p:nvSpPr>
        <p:spPr>
          <a:xfrm>
            <a:off x="7176135" y="5200650"/>
            <a:ext cx="2991485" cy="43688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2000"/>
              <a:t>条件自信息的</a:t>
            </a:r>
            <a:r>
              <a:rPr lang="zh-CN" altLang="en-US" sz="2000"/>
              <a:t>统计平均</a:t>
            </a:r>
            <a:endParaRPr lang="zh-CN" altLang="en-US" sz="2000"/>
          </a:p>
        </p:txBody>
      </p:sp>
      <p:sp>
        <p:nvSpPr>
          <p:cNvPr id="19" name="文本框 18"/>
          <p:cNvSpPr txBox="1"/>
          <p:nvPr/>
        </p:nvSpPr>
        <p:spPr>
          <a:xfrm>
            <a:off x="5880100" y="6210935"/>
            <a:ext cx="4026535" cy="43688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2000"/>
              <a:t>先给定某个事件发生为条件，再求第二个事件发生的</a:t>
            </a:r>
            <a:r>
              <a:rPr lang="zh-CN" altLang="en-US" sz="2000"/>
              <a:t>平均不确定性</a:t>
            </a:r>
            <a:endParaRPr lang="zh-CN" altLang="en-US" sz="2000"/>
          </a:p>
        </p:txBody>
      </p:sp>
      <p:sp>
        <p:nvSpPr>
          <p:cNvPr id="20" name="文本框 19"/>
          <p:cNvSpPr txBox="1"/>
          <p:nvPr/>
        </p:nvSpPr>
        <p:spPr>
          <a:xfrm>
            <a:off x="551180" y="6021705"/>
            <a:ext cx="4026535" cy="43688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2000"/>
              <a:t>这个条件也是有随机性的，把条件出现的统计规律</a:t>
            </a:r>
            <a:r>
              <a:rPr lang="zh-CN" altLang="en-US" sz="2000"/>
              <a:t>也考虑进去</a:t>
            </a:r>
            <a:endParaRPr lang="zh-CN" altLang="en-US" sz="20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14" grpId="0"/>
      <p:bldP spid="13" grpId="0" animBg="1"/>
      <p:bldP spid="16" grpId="0"/>
      <p:bldP spid="19" grpId="0"/>
      <p:bldP spid="7" grpId="0" animBg="1"/>
      <p:bldP spid="20" grpId="0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AutoShape 2"/>
          <p:cNvSpPr>
            <a:spLocks noChangeArrowheads="1"/>
          </p:cNvSpPr>
          <p:nvPr/>
        </p:nvSpPr>
        <p:spPr bwMode="auto">
          <a:xfrm>
            <a:off x="1286510" y="119697"/>
            <a:ext cx="2367553" cy="917912"/>
          </a:xfrm>
          <a:prstGeom prst="star24">
            <a:avLst>
              <a:gd name="adj" fmla="val 39921"/>
            </a:avLst>
          </a:prstGeom>
          <a:solidFill>
            <a:srgbClr val="FFFF99"/>
          </a:solidFill>
          <a:ln w="9525">
            <a:solidFill>
              <a:srgbClr val="000066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90000"/>
              <a:buFont typeface="Symbol" panose="05050102010706020507" pitchFamily="18" charset="2"/>
              <a:buChar char="¨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zh-CN" altLang="en-US" sz="2800" b="1" dirty="0">
                <a:solidFill>
                  <a:srgbClr val="000066"/>
                </a:solidFill>
                <a:latin typeface="Arial" panose="020B0604020202020204" pitchFamily="34" charset="0"/>
                <a:ea typeface="华文中宋" panose="02010600040101010101" pitchFamily="2" charset="-122"/>
              </a:rPr>
              <a:t>例</a:t>
            </a:r>
            <a:r>
              <a:rPr kumimoji="0" lang="en-US" altLang="zh-CN" sz="2800" b="1" dirty="0">
                <a:solidFill>
                  <a:srgbClr val="000066"/>
                </a:solidFill>
                <a:latin typeface="Arial" panose="020B0604020202020204" pitchFamily="34" charset="0"/>
                <a:ea typeface="华文中宋" panose="02010600040101010101" pitchFamily="2" charset="-122"/>
              </a:rPr>
              <a:t>2.3.2</a:t>
            </a:r>
            <a:endParaRPr kumimoji="0" lang="en-US" altLang="zh-CN" sz="2800" b="1" dirty="0">
              <a:solidFill>
                <a:srgbClr val="000066"/>
              </a:solidFill>
              <a:latin typeface="Arial" panose="020B0604020202020204" pitchFamily="34" charset="0"/>
              <a:ea typeface="华文中宋" panose="02010600040101010101" pitchFamily="2" charset="-122"/>
            </a:endParaRPr>
          </a:p>
        </p:txBody>
      </p:sp>
      <p:sp>
        <p:nvSpPr>
          <p:cNvPr id="44" name="Rectangle 3"/>
          <p:cNvSpPr>
            <a:spLocks noChangeArrowheads="1"/>
          </p:cNvSpPr>
          <p:nvPr/>
        </p:nvSpPr>
        <p:spPr bwMode="auto">
          <a:xfrm>
            <a:off x="3654063" y="262882"/>
            <a:ext cx="2377518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90000"/>
              <a:buFont typeface="Symbol" panose="05050102010706020507" pitchFamily="18" charset="2"/>
              <a:buChar char="¨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zh-CN" altLang="en-US" sz="2800" dirty="0">
                <a:solidFill>
                  <a:srgbClr val="000000"/>
                </a:solidFill>
                <a:latin typeface="Arial" panose="020B0604020202020204" pitchFamily="34" charset="0"/>
                <a:ea typeface="华文中宋" panose="02010600040101010101" pitchFamily="2" charset="-122"/>
              </a:rPr>
              <a:t>原始信源：</a:t>
            </a:r>
            <a:endParaRPr kumimoji="0" lang="zh-CN" altLang="en-US" sz="2800" dirty="0">
              <a:solidFill>
                <a:srgbClr val="000000"/>
              </a:solidFill>
              <a:latin typeface="Arial" panose="020B0604020202020204" pitchFamily="34" charset="0"/>
              <a:ea typeface="华文中宋" panose="02010600040101010101" pitchFamily="2" charset="-122"/>
            </a:endParaRPr>
          </a:p>
        </p:txBody>
      </p:sp>
      <p:graphicFrame>
        <p:nvGraphicFramePr>
          <p:cNvPr id="45" name="Object 4"/>
          <p:cNvGraphicFramePr>
            <a:graphicFrameLocks noChangeAspect="1"/>
          </p:cNvGraphicFramePr>
          <p:nvPr/>
        </p:nvGraphicFramePr>
        <p:xfrm>
          <a:off x="3379898" y="786102"/>
          <a:ext cx="1838001" cy="16335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6" name="公式" r:id="rId1" imgW="636905" imgH="532130" progId="Equation.3">
                  <p:embed/>
                </p:oleObj>
              </mc:Choice>
              <mc:Fallback>
                <p:oleObj name="公式" r:id="rId1" imgW="636905" imgH="532130" progId="Equation.3">
                  <p:embed/>
                  <p:pic>
                    <p:nvPicPr>
                      <p:cNvPr id="0" name="Picture 75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79898" y="786102"/>
                        <a:ext cx="1838001" cy="163353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7" name="Rectangle 5"/>
          <p:cNvSpPr>
            <a:spLocks noChangeArrowheads="1"/>
          </p:cNvSpPr>
          <p:nvPr/>
        </p:nvSpPr>
        <p:spPr bwMode="auto">
          <a:xfrm>
            <a:off x="5882495" y="257103"/>
            <a:ext cx="1030115" cy="9541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pPr>
              <a:spcBef>
                <a:spcPct val="0"/>
              </a:spcBef>
            </a:pPr>
            <a:r>
              <a:rPr lang="zh-CN" altLang="en-US" sz="2800" dirty="0">
                <a:solidFill>
                  <a:srgbClr val="000000"/>
                </a:solidFill>
                <a:latin typeface="Arial" panose="020B0604020202020204" pitchFamily="34" charset="0"/>
                <a:ea typeface="华文中宋" panose="02010600040101010101" pitchFamily="2" charset="-122"/>
              </a:rPr>
              <a:t>条件概率：</a:t>
            </a:r>
            <a:endParaRPr lang="zh-CN" altLang="en-US" sz="2800" dirty="0">
              <a:solidFill>
                <a:srgbClr val="000000"/>
              </a:solidFill>
              <a:latin typeface="Arial" panose="020B0604020202020204" pitchFamily="34" charset="0"/>
              <a:ea typeface="华文中宋" panose="02010600040101010101" pitchFamily="2" charset="-122"/>
            </a:endParaRPr>
          </a:p>
        </p:txBody>
      </p:sp>
      <p:grpSp>
        <p:nvGrpSpPr>
          <p:cNvPr id="48" name="Group 15"/>
          <p:cNvGrpSpPr/>
          <p:nvPr/>
        </p:nvGrpSpPr>
        <p:grpSpPr bwMode="auto">
          <a:xfrm>
            <a:off x="7532149" y="257103"/>
            <a:ext cx="2720561" cy="2701997"/>
            <a:chOff x="2841" y="1996"/>
            <a:chExt cx="2809" cy="2324"/>
          </a:xfrm>
        </p:grpSpPr>
        <p:graphicFrame>
          <p:nvGraphicFramePr>
            <p:cNvPr id="49" name="Object 8"/>
            <p:cNvGraphicFramePr>
              <a:graphicFrameLocks noChangeAspect="1"/>
            </p:cNvGraphicFramePr>
            <p:nvPr/>
          </p:nvGraphicFramePr>
          <p:xfrm>
            <a:off x="3068" y="1996"/>
            <a:ext cx="2582" cy="232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0" name="公式" r:id="rId3" imgW="24384000" imgH="21945600" progId="Equation.3">
                    <p:embed/>
                  </p:oleObj>
                </mc:Choice>
                <mc:Fallback>
                  <p:oleObj name="公式" r:id="rId3" imgW="24384000" imgH="21945600" progId="Equation.3">
                    <p:embed/>
                    <p:pic>
                      <p:nvPicPr>
                        <p:cNvPr id="0" name="Picture 75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068" y="1996"/>
                          <a:ext cx="2582" cy="2324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1" name="Line 10"/>
            <p:cNvSpPr>
              <a:spLocks noChangeShapeType="1"/>
            </p:cNvSpPr>
            <p:nvPr/>
          </p:nvSpPr>
          <p:spPr bwMode="auto">
            <a:xfrm>
              <a:off x="2925" y="2523"/>
              <a:ext cx="2586" cy="0"/>
            </a:xfrm>
            <a:prstGeom prst="line">
              <a:avLst/>
            </a:prstGeom>
            <a:noFill/>
            <a:ln w="38100" cap="sq">
              <a:solidFill>
                <a:schemeClr val="bg2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52" name="Line 11"/>
            <p:cNvSpPr>
              <a:spLocks noChangeShapeType="1"/>
            </p:cNvSpPr>
            <p:nvPr/>
          </p:nvSpPr>
          <p:spPr bwMode="auto">
            <a:xfrm>
              <a:off x="3424" y="2115"/>
              <a:ext cx="0" cy="2205"/>
            </a:xfrm>
            <a:prstGeom prst="line">
              <a:avLst/>
            </a:prstGeom>
            <a:noFill/>
            <a:ln w="38100" cap="sq">
              <a:solidFill>
                <a:schemeClr val="bg2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53" name="Line 12"/>
            <p:cNvSpPr>
              <a:spLocks noChangeShapeType="1"/>
            </p:cNvSpPr>
            <p:nvPr/>
          </p:nvSpPr>
          <p:spPr bwMode="auto">
            <a:xfrm flipH="1" flipV="1">
              <a:off x="2925" y="2115"/>
              <a:ext cx="499" cy="408"/>
            </a:xfrm>
            <a:prstGeom prst="line">
              <a:avLst/>
            </a:prstGeom>
            <a:noFill/>
            <a:ln w="38100" cap="sq">
              <a:solidFill>
                <a:schemeClr val="bg2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54" name="Rectangle 13"/>
            <p:cNvSpPr>
              <a:spLocks noChangeArrowheads="1"/>
            </p:cNvSpPr>
            <p:nvPr/>
          </p:nvSpPr>
          <p:spPr bwMode="auto">
            <a:xfrm>
              <a:off x="2841" y="2251"/>
              <a:ext cx="447" cy="18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tx2"/>
                </a:buClr>
                <a:buSzPct val="90000"/>
                <a:buFont typeface="Symbol" panose="05050102010706020507" pitchFamily="18" charset="2"/>
                <a:buChar char="¨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>
                  <a:solidFill>
                    <a:srgbClr val="000000"/>
                  </a:solidFill>
                </a:rPr>
                <a:t>X</a:t>
              </a:r>
              <a:r>
                <a:rPr lang="en-US" altLang="zh-CN" sz="2400" baseline="-25000">
                  <a:solidFill>
                    <a:srgbClr val="000000"/>
                  </a:solidFill>
                </a:rPr>
                <a:t>1</a:t>
              </a:r>
              <a:endParaRPr lang="en-US" altLang="zh-CN" sz="2400" baseline="-25000">
                <a:solidFill>
                  <a:srgbClr val="000000"/>
                </a:solidFill>
              </a:endParaRPr>
            </a:p>
          </p:txBody>
        </p:sp>
        <p:sp>
          <p:nvSpPr>
            <p:cNvPr id="55" name="Rectangle 14"/>
            <p:cNvSpPr>
              <a:spLocks noChangeArrowheads="1"/>
            </p:cNvSpPr>
            <p:nvPr/>
          </p:nvSpPr>
          <p:spPr bwMode="auto">
            <a:xfrm>
              <a:off x="3068" y="2160"/>
              <a:ext cx="447" cy="18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tx2"/>
                </a:buClr>
                <a:buSzPct val="90000"/>
                <a:buFont typeface="Symbol" panose="05050102010706020507" pitchFamily="18" charset="2"/>
                <a:buChar char="¨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>
                  <a:solidFill>
                    <a:srgbClr val="000000"/>
                  </a:solidFill>
                </a:rPr>
                <a:t>X</a:t>
              </a:r>
              <a:r>
                <a:rPr lang="en-US" altLang="zh-CN" sz="2400" baseline="-25000">
                  <a:solidFill>
                    <a:srgbClr val="000000"/>
                  </a:solidFill>
                </a:rPr>
                <a:t>2</a:t>
              </a:r>
              <a:endParaRPr lang="en-US" altLang="zh-CN" sz="2400" baseline="-25000">
                <a:solidFill>
                  <a:srgbClr val="000000"/>
                </a:solidFill>
              </a:endParaRPr>
            </a:p>
          </p:txBody>
        </p:sp>
      </p:grpSp>
      <p:sp>
        <p:nvSpPr>
          <p:cNvPr id="56" name="灯片编号占位符 1"/>
          <p:cNvSpPr>
            <a:spLocks noGrp="1"/>
          </p:cNvSpPr>
          <p:nvPr/>
        </p:nvSpPr>
        <p:spPr>
          <a:xfrm>
            <a:off x="790956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11AB48D9-ED06-478A-87E6-7E34972FB068}" type="slidenum">
              <a:rPr lang="zh-CN" altLang="en-US" smtClean="0"/>
            </a:fld>
            <a:endParaRPr lang="zh-CN" altLang="en-US"/>
          </a:p>
        </p:txBody>
      </p:sp>
      <p:sp>
        <p:nvSpPr>
          <p:cNvPr id="57" name="Rectangle 2"/>
          <p:cNvSpPr>
            <a:spLocks noChangeArrowheads="1"/>
          </p:cNvSpPr>
          <p:nvPr/>
        </p:nvSpPr>
        <p:spPr bwMode="auto">
          <a:xfrm>
            <a:off x="1412094" y="4618679"/>
            <a:ext cx="8705991" cy="4924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90000"/>
              <a:buFont typeface="Symbol" panose="05050102010706020507" pitchFamily="18" charset="2"/>
              <a:buChar char="¨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zh-CN" altLang="en-US" sz="2600" dirty="0">
                <a:solidFill>
                  <a:srgbClr val="000000"/>
                </a:solidFill>
                <a:latin typeface="Arial" panose="020B0604020202020204" pitchFamily="34" charset="0"/>
                <a:ea typeface="华文中宋" panose="02010600040101010101" pitchFamily="2" charset="-122"/>
              </a:rPr>
              <a:t>每一个信源符号提供的平均信息量，即平均符号熵：</a:t>
            </a:r>
            <a:endParaRPr kumimoji="0" lang="zh-CN" altLang="en-US" sz="2600" dirty="0">
              <a:solidFill>
                <a:srgbClr val="000000"/>
              </a:solidFill>
              <a:latin typeface="Arial" panose="020B0604020202020204" pitchFamily="34" charset="0"/>
              <a:ea typeface="华文中宋" panose="02010600040101010101" pitchFamily="2" charset="-122"/>
            </a:endParaRPr>
          </a:p>
        </p:txBody>
      </p:sp>
      <p:grpSp>
        <p:nvGrpSpPr>
          <p:cNvPr id="58" name="组合 57"/>
          <p:cNvGrpSpPr/>
          <p:nvPr/>
        </p:nvGrpSpPr>
        <p:grpSpPr>
          <a:xfrm>
            <a:off x="1516285" y="5004600"/>
            <a:ext cx="8601801" cy="1028700"/>
            <a:chOff x="1727579" y="2368550"/>
            <a:chExt cx="9655175" cy="1028700"/>
          </a:xfrm>
        </p:grpSpPr>
        <p:graphicFrame>
          <p:nvGraphicFramePr>
            <p:cNvPr id="59" name="Object 3"/>
            <p:cNvGraphicFramePr>
              <a:graphicFrameLocks noChangeAspect="1"/>
            </p:cNvGraphicFramePr>
            <p:nvPr/>
          </p:nvGraphicFramePr>
          <p:xfrm>
            <a:off x="1727579" y="2368550"/>
            <a:ext cx="9655175" cy="10287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0" name="Equation" r:id="rId5" imgW="68580000" imgH="7620000" progId="Equation.DSMT4">
                    <p:embed/>
                  </p:oleObj>
                </mc:Choice>
                <mc:Fallback>
                  <p:oleObj name="Equation" r:id="rId5" imgW="68580000" imgH="7620000" progId="Equation.DSMT4">
                    <p:embed/>
                    <p:pic>
                      <p:nvPicPr>
                        <p:cNvPr id="0" name="Picture 75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727579" y="2368550"/>
                          <a:ext cx="9655175" cy="10287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61" name="对象 60"/>
            <p:cNvGraphicFramePr>
              <a:graphicFrameLocks noChangeAspect="1"/>
            </p:cNvGraphicFramePr>
            <p:nvPr/>
          </p:nvGraphicFramePr>
          <p:xfrm>
            <a:off x="3494928" y="2651259"/>
            <a:ext cx="982457" cy="51711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2" name="Equation" r:id="rId7" imgW="342900" imgH="165100" progId="Equation.DSMT4">
                    <p:embed/>
                  </p:oleObj>
                </mc:Choice>
                <mc:Fallback>
                  <p:oleObj name="Equation" r:id="rId7" imgW="342900" imgH="165100" progId="Equation.DSMT4">
                    <p:embed/>
                    <p:pic>
                      <p:nvPicPr>
                        <p:cNvPr id="0" name="Picture 75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494928" y="2651259"/>
                          <a:ext cx="982457" cy="517116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63" name="Rectangle 2"/>
              <p:cNvSpPr>
                <a:spLocks noChangeArrowheads="1"/>
              </p:cNvSpPr>
              <p:nvPr/>
            </p:nvSpPr>
            <p:spPr bwMode="auto">
              <a:xfrm>
                <a:off x="1451610" y="2184811"/>
                <a:ext cx="6529215" cy="11306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tx2"/>
                  </a:buClr>
                  <a:buSzPct val="90000"/>
                  <a:buFont typeface="Symbol" panose="05050102010706020507" pitchFamily="18" charset="2"/>
                  <a:buChar char="¨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•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altLang="zh-CN" sz="2400" b="0" i="1" smtClean="0">
                          <a:solidFill>
                            <a:srgbClr val="000000"/>
                          </a:solidFill>
                          <a:latin typeface="Cambria Math" panose="02040503050406030204"/>
                          <a:ea typeface="华文中宋" panose="02010600040101010101" pitchFamily="2" charset="-122"/>
                        </a:rPr>
                        <m:t>𝐻</m:t>
                      </m:r>
                      <m:d>
                        <m:dPr>
                          <m:ctrlPr>
                            <a:rPr kumimoji="0" lang="en-US" altLang="zh-CN" sz="2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华文中宋" panose="02010600040101010101" pitchFamily="2" charset="-122"/>
                            </a:rPr>
                          </m:ctrlPr>
                        </m:dPr>
                        <m:e>
                          <m:r>
                            <a:rPr kumimoji="0" lang="en-US" altLang="zh-CN" sz="2400" b="0" i="1" smtClean="0">
                              <a:solidFill>
                                <a:srgbClr val="000000"/>
                              </a:solidFill>
                              <a:latin typeface="Cambria Math" panose="02040503050406030204"/>
                              <a:ea typeface="华文中宋" panose="02010600040101010101" pitchFamily="2" charset="-122"/>
                            </a:rPr>
                            <m:t>𝑋</m:t>
                          </m:r>
                        </m:e>
                      </m:d>
                      <m:r>
                        <a:rPr kumimoji="0" lang="en-US" altLang="zh-CN" sz="2400" b="0" i="1" smtClean="0">
                          <a:solidFill>
                            <a:srgbClr val="000000"/>
                          </a:solidFill>
                          <a:latin typeface="Cambria Math" panose="02040503050406030204"/>
                          <a:ea typeface="华文中宋" panose="02010600040101010101" pitchFamily="2" charset="-122"/>
                        </a:rPr>
                        <m:t> =−</m:t>
                      </m:r>
                      <m:nary>
                        <m:naryPr>
                          <m:chr m:val="∑"/>
                          <m:ctrlPr>
                            <a:rPr kumimoji="0" lang="pt-BR" altLang="zh-CN" sz="240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华文中宋" panose="02010600040101010101" pitchFamily="2" charset="-122"/>
                            </a:rPr>
                          </m:ctrlPr>
                        </m:naryPr>
                        <m:sub>
                          <m:r>
                            <a:rPr kumimoji="0" lang="en-US" altLang="zh-CN" sz="2400" b="0" i="1" smtClean="0">
                              <a:solidFill>
                                <a:srgbClr val="000000"/>
                              </a:solidFill>
                              <a:latin typeface="Cambria Math" panose="02040503050406030204"/>
                              <a:ea typeface="华文中宋" panose="02010600040101010101" pitchFamily="2" charset="-122"/>
                            </a:rPr>
                            <m:t>𝑖</m:t>
                          </m:r>
                          <m:r>
                            <a:rPr kumimoji="0" lang="pt-BR" altLang="zh-CN" sz="2400" i="1" smtClean="0">
                              <a:solidFill>
                                <a:srgbClr val="000000"/>
                              </a:solidFill>
                              <a:latin typeface="Cambria Math" panose="02040503050406030204"/>
                              <a:ea typeface="华文中宋" panose="02010600040101010101" pitchFamily="2" charset="-122"/>
                            </a:rPr>
                            <m:t>=</m:t>
                          </m:r>
                          <m:r>
                            <a:rPr kumimoji="0" lang="en-US" altLang="zh-CN" sz="2400" b="0" i="1" smtClean="0">
                              <a:solidFill>
                                <a:srgbClr val="000000"/>
                              </a:solidFill>
                              <a:latin typeface="Cambria Math" panose="02040503050406030204"/>
                              <a:ea typeface="华文中宋" panose="02010600040101010101" pitchFamily="2" charset="-122"/>
                            </a:rPr>
                            <m:t>1</m:t>
                          </m:r>
                        </m:sub>
                        <m:sup>
                          <m:r>
                            <a:rPr kumimoji="0" lang="en-US" altLang="zh-CN" sz="2400" b="0" i="1" smtClean="0">
                              <a:solidFill>
                                <a:srgbClr val="000000"/>
                              </a:solidFill>
                              <a:latin typeface="Cambria Math" panose="02040503050406030204"/>
                              <a:ea typeface="华文中宋" panose="02010600040101010101" pitchFamily="2" charset="-122"/>
                            </a:rPr>
                            <m:t>3</m:t>
                          </m:r>
                        </m:sup>
                        <m:e>
                          <m:r>
                            <a:rPr kumimoji="0" lang="en-US" altLang="zh-CN" sz="2400" b="0" i="1" smtClean="0">
                              <a:solidFill>
                                <a:srgbClr val="000000"/>
                              </a:solidFill>
                              <a:latin typeface="Cambria Math" panose="02040503050406030204"/>
                              <a:ea typeface="华文中宋" panose="02010600040101010101" pitchFamily="2" charset="-122"/>
                            </a:rPr>
                            <m:t>𝑝</m:t>
                          </m:r>
                          <m:d>
                            <m:dPr>
                              <m:ctrlPr>
                                <a:rPr kumimoji="0" lang="en-US" altLang="zh-CN" sz="24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华文中宋" panose="02010600040101010101" pitchFamily="2" charset="-122"/>
                                </a:rPr>
                              </m:ctrlPr>
                            </m:dPr>
                            <m:e>
                              <m:r>
                                <a:rPr kumimoji="0" lang="en-US" altLang="zh-CN" sz="24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/>
                                  <a:ea typeface="华文中宋" panose="02010600040101010101" pitchFamily="2" charset="-122"/>
                                </a:rPr>
                                <m:t>𝑎𝑖</m:t>
                              </m:r>
                            </m:e>
                          </m:d>
                          <m:func>
                            <m:funcPr>
                              <m:ctrlPr>
                                <a:rPr kumimoji="0" lang="en-US" altLang="zh-CN" sz="24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华文中宋" panose="02010600040101010101" pitchFamily="2" charset="-122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kumimoji="0" lang="en-US" altLang="zh-CN" sz="2400" b="0" i="0" smtClean="0">
                                  <a:solidFill>
                                    <a:srgbClr val="000000"/>
                                  </a:solidFill>
                                  <a:latin typeface="Cambria Math" panose="02040503050406030204"/>
                                  <a:ea typeface="华文中宋" panose="02010600040101010101" pitchFamily="2" charset="-122"/>
                                </a:rPr>
                                <m:t>log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kumimoji="0" lang="en-US" altLang="zh-CN" sz="2400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华文中宋" panose="02010600040101010101" pitchFamily="2" charset="-122"/>
                                    </a:rPr>
                                  </m:ctrlPr>
                                </m:dPr>
                                <m:e>
                                  <m:r>
                                    <a:rPr kumimoji="0" lang="en-US" altLang="zh-CN" sz="2400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/>
                                      <a:ea typeface="华文中宋" panose="02010600040101010101" pitchFamily="2" charset="-122"/>
                                    </a:rPr>
                                    <m:t>𝑝</m:t>
                                  </m:r>
                                  <m:d>
                                    <m:dPr>
                                      <m:ctrlPr>
                                        <a:rPr kumimoji="0" lang="en-US" altLang="zh-CN" sz="2400" b="0" i="1" smtClean="0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  <a:ea typeface="华文中宋" panose="02010600040101010101" pitchFamily="2" charset="-122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kumimoji="0" lang="en-US" altLang="zh-CN" sz="2400" b="0" i="1" smtClean="0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/>
                                          <a:ea typeface="华文中宋" panose="02010600040101010101" pitchFamily="2" charset="-122"/>
                                        </a:rPr>
                                        <m:t>𝑎𝑖</m:t>
                                      </m:r>
                                    </m:e>
                                  </m:d>
                                </m:e>
                              </m:d>
                            </m:e>
                          </m:func>
                          <m:r>
                            <a:rPr kumimoji="0" lang="en-US" altLang="zh-CN" sz="2400" b="0" i="1" smtClean="0">
                              <a:solidFill>
                                <a:srgbClr val="000000"/>
                              </a:solidFill>
                              <a:latin typeface="Cambria Math" panose="02040503050406030204"/>
                              <a:ea typeface="华文中宋" panose="02010600040101010101" pitchFamily="2" charset="-122"/>
                            </a:rPr>
                            <m:t>=</m:t>
                          </m:r>
                          <m:r>
                            <a:rPr kumimoji="0" lang="en-US" altLang="zh-CN" sz="2400" b="0" i="1" smtClean="0">
                              <a:solidFill>
                                <a:srgbClr val="000000"/>
                              </a:solidFill>
                              <a:latin typeface="Cambria Math" panose="02040503050406030204"/>
                              <a:ea typeface="华文中宋" panose="02010600040101010101" pitchFamily="2" charset="-122"/>
                            </a:rPr>
                            <m:t>1</m:t>
                          </m:r>
                          <m:r>
                            <a:rPr kumimoji="0" lang="en-US" altLang="zh-CN" sz="2400" b="0" i="1" smtClean="0">
                              <a:solidFill>
                                <a:srgbClr val="000000"/>
                              </a:solidFill>
                              <a:latin typeface="Cambria Math" panose="02040503050406030204"/>
                              <a:ea typeface="华文中宋" panose="02010600040101010101" pitchFamily="2" charset="-122"/>
                            </a:rPr>
                            <m:t>.</m:t>
                          </m:r>
                          <m:r>
                            <a:rPr kumimoji="0" lang="en-US" altLang="zh-CN" sz="2400" b="0" i="1" smtClean="0">
                              <a:solidFill>
                                <a:srgbClr val="000000"/>
                              </a:solidFill>
                              <a:latin typeface="Cambria Math" panose="02040503050406030204"/>
                              <a:ea typeface="华文中宋" panose="02010600040101010101" pitchFamily="2" charset="-122"/>
                            </a:rPr>
                            <m:t>542</m:t>
                          </m:r>
                          <m:r>
                            <a:rPr kumimoji="0" lang="en-US" altLang="zh-CN" sz="2400" b="0" i="1" smtClean="0">
                              <a:solidFill>
                                <a:srgbClr val="000000"/>
                              </a:solidFill>
                              <a:latin typeface="Cambria Math" panose="02040503050406030204"/>
                              <a:ea typeface="华文中宋" panose="02010600040101010101" pitchFamily="2" charset="-122"/>
                            </a:rPr>
                            <m:t>𝑏𝑖𝑡</m:t>
                          </m:r>
                          <m:r>
                            <a:rPr kumimoji="0" lang="en-US" altLang="zh-CN" sz="2400" b="0" i="1" smtClean="0">
                              <a:solidFill>
                                <a:srgbClr val="000000"/>
                              </a:solidFill>
                              <a:latin typeface="Cambria Math" panose="02040503050406030204"/>
                              <a:ea typeface="华文中宋" panose="02010600040101010101" pitchFamily="2" charset="-122"/>
                            </a:rPr>
                            <m:t>/</m:t>
                          </m:r>
                          <m:r>
                            <a:rPr kumimoji="0" lang="en-US" altLang="zh-CN" sz="2400" b="0" i="1" smtClean="0">
                              <a:solidFill>
                                <a:srgbClr val="000000"/>
                              </a:solidFill>
                              <a:latin typeface="Cambria Math" panose="02040503050406030204"/>
                              <a:ea typeface="华文中宋" panose="02010600040101010101" pitchFamily="2" charset="-122"/>
                            </a:rPr>
                            <m:t>𝑠𝑖𝑔𝑛</m:t>
                          </m:r>
                        </m:e>
                      </m:nary>
                    </m:oMath>
                  </m:oMathPara>
                </a14:m>
                <a:endParaRPr kumimoji="0" lang="zh-CN" altLang="en-US" sz="2400" dirty="0">
                  <a:solidFill>
                    <a:srgbClr val="000000"/>
                  </a:solidFill>
                  <a:latin typeface="Arial" panose="020B0604020202020204" pitchFamily="34" charset="0"/>
                  <a:ea typeface="华文中宋" panose="02010600040101010101" pitchFamily="2" charset="-122"/>
                </a:endParaRPr>
              </a:p>
            </p:txBody>
          </p:sp>
        </mc:Choice>
        <mc:Fallback>
          <p:sp>
            <p:nvSpPr>
              <p:cNvPr id="63" name="Rectangle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451610" y="2184811"/>
                <a:ext cx="6529215" cy="1130631"/>
              </a:xfrm>
              <a:prstGeom prst="rect">
                <a:avLst/>
              </a:prstGeom>
              <a:blipFill rotWithShape="1">
                <a:blip r:embed="rId9"/>
                <a:stretch>
                  <a:fillRect t="-36" r="2" b="9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4" name="矩形 63"/>
          <p:cNvSpPr/>
          <p:nvPr/>
        </p:nvSpPr>
        <p:spPr>
          <a:xfrm>
            <a:off x="1451610" y="1775520"/>
            <a:ext cx="1620957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>
              <a:spcBef>
                <a:spcPct val="0"/>
              </a:spcBef>
            </a:pPr>
            <a:r>
              <a:rPr lang="zh-CN" altLang="en-US" sz="2800" dirty="0">
                <a:solidFill>
                  <a:srgbClr val="000000"/>
                </a:solidFill>
                <a:latin typeface="Arial" panose="020B0604020202020204" pitchFamily="34" charset="0"/>
                <a:ea typeface="华文中宋" panose="02010600040101010101" pitchFamily="2" charset="-122"/>
              </a:rPr>
              <a:t>信源熵：</a:t>
            </a:r>
            <a:endParaRPr lang="zh-CN" altLang="en-US" sz="2800" dirty="0">
              <a:solidFill>
                <a:srgbClr val="000000"/>
              </a:solidFill>
              <a:latin typeface="Arial" panose="020B0604020202020204" pitchFamily="34" charset="0"/>
              <a:ea typeface="华文中宋" panose="02010600040101010101" pitchFamily="2" charset="-122"/>
            </a:endParaRPr>
          </a:p>
        </p:txBody>
      </p:sp>
      <p:sp>
        <p:nvSpPr>
          <p:cNvPr id="65" name="Rectangle 2"/>
          <p:cNvSpPr>
            <a:spLocks noChangeArrowheads="1"/>
          </p:cNvSpPr>
          <p:nvPr/>
        </p:nvSpPr>
        <p:spPr bwMode="auto">
          <a:xfrm>
            <a:off x="1451610" y="3415117"/>
            <a:ext cx="9018415" cy="4924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90000"/>
              <a:buFont typeface="Symbol" panose="05050102010706020507" pitchFamily="18" charset="2"/>
              <a:buChar char="¨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zh-CN" altLang="en-US" sz="2600" dirty="0">
                <a:solidFill>
                  <a:srgbClr val="000000"/>
                </a:solidFill>
                <a:latin typeface="Arial" panose="020B0604020202020204" pitchFamily="34" charset="0"/>
                <a:ea typeface="华文中宋" panose="02010600040101010101" pitchFamily="2" charset="-122"/>
              </a:rPr>
              <a:t>信源</a:t>
            </a:r>
            <a:r>
              <a:rPr kumimoji="0" lang="en-US" altLang="zh-CN" sz="2600" dirty="0">
                <a:solidFill>
                  <a:srgbClr val="000000"/>
                </a:solidFill>
                <a:latin typeface="Arial" panose="020B0604020202020204" pitchFamily="34" charset="0"/>
                <a:ea typeface="华文中宋" panose="02010600040101010101" pitchFamily="2" charset="-122"/>
              </a:rPr>
              <a:t>X=X1X2</a:t>
            </a:r>
            <a:r>
              <a:rPr kumimoji="0" lang="zh-CN" altLang="en-US" sz="2600" dirty="0">
                <a:solidFill>
                  <a:srgbClr val="000000"/>
                </a:solidFill>
                <a:latin typeface="Arial" panose="020B0604020202020204" pitchFamily="34" charset="0"/>
                <a:ea typeface="华文中宋" panose="02010600040101010101" pitchFamily="2" charset="-122"/>
              </a:rPr>
              <a:t>平均每发一个消息所提供的信息量，即联合熵：</a:t>
            </a:r>
            <a:endParaRPr kumimoji="0" lang="zh-CN" altLang="en-US" sz="2600" dirty="0">
              <a:solidFill>
                <a:srgbClr val="000000"/>
              </a:solidFill>
              <a:latin typeface="Arial" panose="020B0604020202020204" pitchFamily="34" charset="0"/>
              <a:ea typeface="华文中宋" panose="02010600040101010101" pitchFamily="2" charset="-122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6" name="Rectangle 2"/>
              <p:cNvSpPr>
                <a:spLocks noChangeArrowheads="1"/>
              </p:cNvSpPr>
              <p:nvPr/>
            </p:nvSpPr>
            <p:spPr bwMode="auto">
              <a:xfrm>
                <a:off x="1567578" y="3796211"/>
                <a:ext cx="8902447" cy="46166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tx2"/>
                  </a:buClr>
                  <a:buSzPct val="90000"/>
                  <a:buFont typeface="Symbol" panose="05050102010706020507" pitchFamily="18" charset="2"/>
                  <a:buChar char="¨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•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altLang="zh-CN" sz="2400" b="0" i="1" smtClean="0">
                          <a:solidFill>
                            <a:srgbClr val="000000"/>
                          </a:solidFill>
                          <a:latin typeface="Cambria Math" panose="02040503050406030204"/>
                          <a:ea typeface="华文中宋" panose="02010600040101010101" pitchFamily="2" charset="-122"/>
                        </a:rPr>
                        <m:t>𝐻</m:t>
                      </m:r>
                      <m:d>
                        <m:dPr>
                          <m:ctrlPr>
                            <a:rPr kumimoji="0" lang="en-US" altLang="zh-CN" sz="2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华文中宋" panose="02010600040101010101" pitchFamily="2" charset="-122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kumimoji="0" lang="en-US" altLang="zh-CN" sz="24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华文中宋" panose="02010600040101010101" pitchFamily="2" charset="-122"/>
                                </a:rPr>
                              </m:ctrlPr>
                            </m:sSubPr>
                            <m:e>
                              <m:r>
                                <a:rPr kumimoji="0" lang="en-US" altLang="zh-CN" sz="24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华文中宋" panose="02010600040101010101" pitchFamily="2" charset="-122"/>
                                </a:rPr>
                                <m:t>𝑋</m:t>
                              </m:r>
                            </m:e>
                            <m:sub>
                              <m:r>
                                <a:rPr kumimoji="0" lang="en-US" altLang="zh-CN" sz="24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华文中宋" panose="02010600040101010101" pitchFamily="2" charset="-122"/>
                                </a:rPr>
                                <m:t>1</m:t>
                              </m:r>
                            </m:sub>
                          </m:sSub>
                          <m:sSub>
                            <m:sSubPr>
                              <m:ctrlPr>
                                <a:rPr kumimoji="0" lang="en-US" altLang="zh-CN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华文中宋" panose="02010600040101010101" pitchFamily="2" charset="-122"/>
                                </a:rPr>
                              </m:ctrlPr>
                            </m:sSubPr>
                            <m:e>
                              <m:r>
                                <a:rPr kumimoji="0" lang="en-US" altLang="zh-CN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华文中宋" panose="02010600040101010101" pitchFamily="2" charset="-122"/>
                                </a:rPr>
                                <m:t>𝑋</m:t>
                              </m:r>
                            </m:e>
                            <m:sub>
                              <m:r>
                                <a:rPr kumimoji="0" lang="en-US" altLang="zh-CN" sz="24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华文中宋" panose="02010600040101010101" pitchFamily="2" charset="-122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a:rPr kumimoji="0" lang="en-US" altLang="zh-CN" sz="2400" b="0" i="1" smtClean="0">
                          <a:solidFill>
                            <a:srgbClr val="000000"/>
                          </a:solidFill>
                          <a:latin typeface="Cambria Math" panose="02040503050406030204"/>
                          <a:ea typeface="华文中宋" panose="02010600040101010101" pitchFamily="2" charset="-122"/>
                        </a:rPr>
                        <m:t> =</m:t>
                      </m:r>
                      <m:r>
                        <a:rPr kumimoji="0" lang="en-US" altLang="zh-CN" sz="2400" b="0" i="1" smtClean="0">
                          <a:solidFill>
                            <a:srgbClr val="000000"/>
                          </a:solidFill>
                          <a:latin typeface="Cambria Math" panose="02040503050406030204"/>
                          <a:ea typeface="华文中宋" panose="02010600040101010101" pitchFamily="2" charset="-122"/>
                        </a:rPr>
                        <m:t>𝐻</m:t>
                      </m:r>
                      <m:d>
                        <m:dPr>
                          <m:ctrlPr>
                            <a:rPr kumimoji="0" lang="en-US" altLang="zh-CN" sz="2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华文中宋" panose="02010600040101010101" pitchFamily="2" charset="-122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kumimoji="0" lang="en-US" altLang="zh-CN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华文中宋" panose="02010600040101010101" pitchFamily="2" charset="-122"/>
                                </a:rPr>
                              </m:ctrlPr>
                            </m:sSubPr>
                            <m:e>
                              <m:r>
                                <a:rPr kumimoji="0" lang="en-US" altLang="zh-CN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华文中宋" panose="02010600040101010101" pitchFamily="2" charset="-122"/>
                                </a:rPr>
                                <m:t>𝑋</m:t>
                              </m:r>
                            </m:e>
                            <m:sub>
                              <m:r>
                                <a:rPr kumimoji="0" lang="en-US" altLang="zh-CN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华文中宋" panose="02010600040101010101" pitchFamily="2" charset="-122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kumimoji="0" lang="en-US" altLang="zh-CN" sz="2400" b="0" i="1" smtClean="0">
                          <a:solidFill>
                            <a:srgbClr val="000000"/>
                          </a:solidFill>
                          <a:latin typeface="Cambria Math" panose="02040503050406030204"/>
                          <a:ea typeface="华文中宋" panose="02010600040101010101" pitchFamily="2" charset="-122"/>
                        </a:rPr>
                        <m:t>+</m:t>
                      </m:r>
                      <m:r>
                        <a:rPr kumimoji="0" lang="en-US" altLang="zh-CN" sz="2400" b="0" i="1" smtClean="0">
                          <a:solidFill>
                            <a:srgbClr val="000000"/>
                          </a:solidFill>
                          <a:latin typeface="Cambria Math" panose="02040503050406030204"/>
                          <a:ea typeface="华文中宋" panose="02010600040101010101" pitchFamily="2" charset="-122"/>
                        </a:rPr>
                        <m:t>𝐻</m:t>
                      </m:r>
                      <m:d>
                        <m:dPr>
                          <m:ctrlPr>
                            <a:rPr kumimoji="0" lang="en-US" altLang="zh-CN" sz="2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华文中宋" panose="02010600040101010101" pitchFamily="2" charset="-122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kumimoji="0" lang="en-US" altLang="zh-CN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华文中宋" panose="02010600040101010101" pitchFamily="2" charset="-122"/>
                                </a:rPr>
                              </m:ctrlPr>
                            </m:sSubPr>
                            <m:e>
                              <m:r>
                                <a:rPr kumimoji="0" lang="en-US" altLang="zh-CN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华文中宋" panose="02010600040101010101" pitchFamily="2" charset="-122"/>
                                </a:rPr>
                                <m:t>𝑋</m:t>
                              </m:r>
                            </m:e>
                            <m:sub>
                              <m:r>
                                <a:rPr kumimoji="0" lang="en-US" altLang="zh-CN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华文中宋" panose="02010600040101010101" pitchFamily="2" charset="-122"/>
                                </a:rPr>
                                <m:t>2</m:t>
                              </m:r>
                            </m:sub>
                          </m:sSub>
                          <m:r>
                            <a:rPr kumimoji="0" lang="en-US" altLang="zh-CN" sz="2400" b="0" i="1" smtClean="0">
                              <a:solidFill>
                                <a:srgbClr val="000000"/>
                              </a:solidFill>
                              <a:latin typeface="Cambria Math" panose="02040503050406030204"/>
                              <a:ea typeface="华文中宋" panose="02010600040101010101" pitchFamily="2" charset="-122"/>
                            </a:rPr>
                            <m:t>/</m:t>
                          </m:r>
                          <m:sSub>
                            <m:sSubPr>
                              <m:ctrlPr>
                                <a:rPr kumimoji="0" lang="en-US" altLang="zh-CN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华文中宋" panose="02010600040101010101" pitchFamily="2" charset="-122"/>
                                </a:rPr>
                              </m:ctrlPr>
                            </m:sSubPr>
                            <m:e>
                              <m:r>
                                <a:rPr kumimoji="0" lang="en-US" altLang="zh-CN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华文中宋" panose="02010600040101010101" pitchFamily="2" charset="-122"/>
                                </a:rPr>
                                <m:t>𝑋</m:t>
                              </m:r>
                            </m:e>
                            <m:sub>
                              <m:r>
                                <a:rPr kumimoji="0" lang="en-US" altLang="zh-CN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华文中宋" panose="02010600040101010101" pitchFamily="2" charset="-122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kumimoji="0" lang="en-US" altLang="zh-CN" sz="2400" b="0" i="1" smtClean="0">
                          <a:solidFill>
                            <a:srgbClr val="000000"/>
                          </a:solidFill>
                          <a:latin typeface="Cambria Math" panose="02040503050406030204"/>
                          <a:ea typeface="华文中宋" panose="02010600040101010101" pitchFamily="2" charset="-122"/>
                        </a:rPr>
                        <m:t>=</m:t>
                      </m:r>
                      <m:r>
                        <a:rPr kumimoji="0" lang="en-US" altLang="zh-CN" sz="2400" b="0" i="1" smtClean="0">
                          <a:solidFill>
                            <a:srgbClr val="000000"/>
                          </a:solidFill>
                          <a:latin typeface="Cambria Math" panose="02040503050406030204"/>
                          <a:ea typeface="华文中宋" panose="02010600040101010101" pitchFamily="2" charset="-122"/>
                        </a:rPr>
                        <m:t>1</m:t>
                      </m:r>
                      <m:r>
                        <a:rPr kumimoji="0" lang="en-US" altLang="zh-CN" sz="2400" b="0" i="1" smtClean="0">
                          <a:solidFill>
                            <a:srgbClr val="000000"/>
                          </a:solidFill>
                          <a:latin typeface="Cambria Math" panose="02040503050406030204"/>
                          <a:ea typeface="华文中宋" panose="02010600040101010101" pitchFamily="2" charset="-122"/>
                        </a:rPr>
                        <m:t>.</m:t>
                      </m:r>
                      <m:r>
                        <a:rPr kumimoji="0" lang="en-US" altLang="zh-CN" sz="2400" b="0" i="1" smtClean="0">
                          <a:solidFill>
                            <a:srgbClr val="000000"/>
                          </a:solidFill>
                          <a:latin typeface="Cambria Math" panose="02040503050406030204"/>
                          <a:ea typeface="华文中宋" panose="02010600040101010101" pitchFamily="2" charset="-122"/>
                        </a:rPr>
                        <m:t>542</m:t>
                      </m:r>
                      <m:r>
                        <a:rPr kumimoji="0" lang="en-US" altLang="zh-CN" sz="2400" b="0" i="1" smtClean="0">
                          <a:solidFill>
                            <a:srgbClr val="000000"/>
                          </a:solidFill>
                          <a:latin typeface="Cambria Math" panose="02040503050406030204"/>
                          <a:ea typeface="华文中宋" panose="02010600040101010101" pitchFamily="2" charset="-122"/>
                        </a:rPr>
                        <m:t>+</m:t>
                      </m:r>
                      <m:r>
                        <a:rPr kumimoji="0" lang="en-US" altLang="zh-CN" sz="2400" b="0" i="1" smtClean="0">
                          <a:solidFill>
                            <a:srgbClr val="000000"/>
                          </a:solidFill>
                          <a:latin typeface="Cambria Math" panose="02040503050406030204"/>
                          <a:ea typeface="华文中宋" panose="02010600040101010101" pitchFamily="2" charset="-122"/>
                        </a:rPr>
                        <m:t>0</m:t>
                      </m:r>
                      <m:r>
                        <a:rPr kumimoji="0" lang="en-US" altLang="zh-CN" sz="2400" b="0" i="1" smtClean="0">
                          <a:solidFill>
                            <a:srgbClr val="000000"/>
                          </a:solidFill>
                          <a:latin typeface="Cambria Math" panose="02040503050406030204"/>
                          <a:ea typeface="华文中宋" panose="02010600040101010101" pitchFamily="2" charset="-122"/>
                        </a:rPr>
                        <m:t>.</m:t>
                      </m:r>
                      <m:r>
                        <a:rPr kumimoji="0" lang="en-US" altLang="zh-CN" sz="2400" b="0" i="1" smtClean="0">
                          <a:solidFill>
                            <a:srgbClr val="000000"/>
                          </a:solidFill>
                          <a:latin typeface="Cambria Math" panose="02040503050406030204"/>
                          <a:ea typeface="华文中宋" panose="02010600040101010101" pitchFamily="2" charset="-122"/>
                        </a:rPr>
                        <m:t>870</m:t>
                      </m:r>
                      <m:r>
                        <a:rPr kumimoji="0" lang="en-US" altLang="zh-CN" sz="2400" b="0" i="1" smtClean="0">
                          <a:solidFill>
                            <a:srgbClr val="000000"/>
                          </a:solidFill>
                          <a:latin typeface="Cambria Math" panose="02040503050406030204"/>
                          <a:ea typeface="华文中宋" panose="02010600040101010101" pitchFamily="2" charset="-122"/>
                        </a:rPr>
                        <m:t>=</m:t>
                      </m:r>
                      <m:r>
                        <a:rPr kumimoji="0" lang="en-US" altLang="zh-CN" sz="2400" b="0" i="1" smtClean="0">
                          <a:solidFill>
                            <a:srgbClr val="000000"/>
                          </a:solidFill>
                          <a:latin typeface="Cambria Math" panose="02040503050406030204"/>
                          <a:ea typeface="华文中宋" panose="02010600040101010101" pitchFamily="2" charset="-122"/>
                        </a:rPr>
                        <m:t>2</m:t>
                      </m:r>
                      <m:r>
                        <a:rPr kumimoji="0" lang="en-US" altLang="zh-CN" sz="2400" b="0" i="1" smtClean="0">
                          <a:solidFill>
                            <a:srgbClr val="000000"/>
                          </a:solidFill>
                          <a:latin typeface="Cambria Math" panose="02040503050406030204"/>
                          <a:ea typeface="华文中宋" panose="02010600040101010101" pitchFamily="2" charset="-122"/>
                        </a:rPr>
                        <m:t>.</m:t>
                      </m:r>
                      <m:r>
                        <a:rPr kumimoji="0" lang="en-US" altLang="zh-CN" sz="2400" b="0" i="1" smtClean="0">
                          <a:solidFill>
                            <a:srgbClr val="000000"/>
                          </a:solidFill>
                          <a:latin typeface="Cambria Math" panose="02040503050406030204"/>
                          <a:ea typeface="华文中宋" panose="02010600040101010101" pitchFamily="2" charset="-122"/>
                        </a:rPr>
                        <m:t>412</m:t>
                      </m:r>
                      <m:r>
                        <a:rPr kumimoji="0" lang="en-US" altLang="zh-CN" sz="2400" b="0" i="1" smtClean="0">
                          <a:solidFill>
                            <a:srgbClr val="000000"/>
                          </a:solidFill>
                          <a:latin typeface="Cambria Math" panose="02040503050406030204"/>
                          <a:ea typeface="华文中宋" panose="02010600040101010101" pitchFamily="2" charset="-122"/>
                        </a:rPr>
                        <m:t>𝑏𝑖𝑡</m:t>
                      </m:r>
                      <m:r>
                        <a:rPr kumimoji="0" lang="en-US" altLang="zh-CN" sz="2400" b="0" i="1" smtClean="0">
                          <a:solidFill>
                            <a:srgbClr val="000000"/>
                          </a:solidFill>
                          <a:latin typeface="Cambria Math" panose="02040503050406030204"/>
                          <a:ea typeface="华文中宋" panose="02010600040101010101" pitchFamily="2" charset="-122"/>
                        </a:rPr>
                        <m:t>/</m:t>
                      </m:r>
                      <m:r>
                        <a:rPr kumimoji="0" lang="en-US" altLang="zh-CN" sz="2400" b="0" i="1" smtClean="0">
                          <a:solidFill>
                            <a:srgbClr val="000000"/>
                          </a:solidFill>
                          <a:latin typeface="Cambria Math" panose="02040503050406030204"/>
                          <a:ea typeface="华文中宋" panose="02010600040101010101" pitchFamily="2" charset="-122"/>
                        </a:rPr>
                        <m:t>𝑠𝑖𝑔𝑛</m:t>
                      </m:r>
                    </m:oMath>
                  </m:oMathPara>
                </a14:m>
                <a:endParaRPr kumimoji="0" lang="zh-CN" altLang="en-US" sz="2400" dirty="0">
                  <a:solidFill>
                    <a:srgbClr val="000000"/>
                  </a:solidFill>
                  <a:latin typeface="Arial" panose="020B0604020202020204" pitchFamily="34" charset="0"/>
                  <a:ea typeface="华文中宋" panose="02010600040101010101" pitchFamily="2" charset="-122"/>
                </a:endParaRPr>
              </a:p>
            </p:txBody>
          </p:sp>
        </mc:Choice>
        <mc:Fallback>
          <p:sp>
            <p:nvSpPr>
              <p:cNvPr id="66" name="Rectangle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567578" y="3796211"/>
                <a:ext cx="8902447" cy="461665"/>
              </a:xfrm>
              <a:prstGeom prst="rect">
                <a:avLst/>
              </a:prstGeom>
              <a:blipFill rotWithShape="1">
                <a:blip r:embed="rId10"/>
                <a:stretch>
                  <a:fillRect l="-4" t="-39" r="2" b="44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7" name="Rectangle 2"/>
          <p:cNvSpPr>
            <a:spLocks noChangeArrowheads="1"/>
          </p:cNvSpPr>
          <p:nvPr/>
        </p:nvSpPr>
        <p:spPr bwMode="auto">
          <a:xfrm>
            <a:off x="1561318" y="5982606"/>
            <a:ext cx="8940526" cy="8925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90000"/>
              <a:buFont typeface="Symbol" panose="05050102010706020507" pitchFamily="18" charset="2"/>
              <a:buChar char="¨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zh-CN" altLang="en-US" sz="2600" dirty="0">
                <a:solidFill>
                  <a:srgbClr val="000000"/>
                </a:solidFill>
                <a:latin typeface="Arial" panose="020B0604020202020204" pitchFamily="34" charset="0"/>
                <a:ea typeface="华文中宋" panose="02010600040101010101" pitchFamily="2" charset="-122"/>
              </a:rPr>
              <a:t>小于信源所提供的信息量</a:t>
            </a:r>
            <a:r>
              <a:rPr kumimoji="0" lang="en-US" altLang="zh-CN" sz="2600" dirty="0">
                <a:solidFill>
                  <a:srgbClr val="000000"/>
                </a:solidFill>
                <a:latin typeface="Arial" panose="020B0604020202020204" pitchFamily="34" charset="0"/>
                <a:ea typeface="华文中宋" panose="02010600040101010101" pitchFamily="2" charset="-122"/>
              </a:rPr>
              <a:t>H(X)</a:t>
            </a:r>
            <a:r>
              <a:rPr kumimoji="0" lang="zh-CN" altLang="en-US" sz="2600" dirty="0">
                <a:solidFill>
                  <a:srgbClr val="000000"/>
                </a:solidFill>
                <a:latin typeface="Arial" panose="020B0604020202020204" pitchFamily="34" charset="0"/>
                <a:ea typeface="华文中宋" panose="02010600040101010101" pitchFamily="2" charset="-122"/>
              </a:rPr>
              <a:t>。是由于符号之间的统计相关性引起的。</a:t>
            </a:r>
            <a:endParaRPr kumimoji="0" lang="zh-CN" altLang="en-US" sz="2600" dirty="0">
              <a:solidFill>
                <a:srgbClr val="000000"/>
              </a:solidFill>
              <a:latin typeface="Arial" panose="020B0604020202020204" pitchFamily="34" charset="0"/>
              <a:ea typeface="华文中宋" panose="0201060004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500"/>
                            </p:stCondLst>
                            <p:childTnLst>
                              <p:par>
                                <p:cTn id="16" presetID="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4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9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" grpId="0" bldLvl="0" animBg="1" autoUpdateAnimBg="0"/>
      <p:bldP spid="44" grpId="0" bldLvl="0" animBg="1" autoUpdateAnimBg="0"/>
      <p:bldP spid="47" grpId="0" bldLvl="0" animBg="1" autoUpdateAnimBg="0"/>
      <p:bldP spid="57" grpId="0" bldLvl="0" animBg="1" autoUpdateAnimBg="0"/>
      <p:bldP spid="63" grpId="0" bldLvl="0" animBg="1" autoUpdateAnimBg="0"/>
      <p:bldP spid="65" grpId="0" bldLvl="0" animBg="1" autoUpdateAnimBg="0"/>
      <p:bldP spid="66" grpId="0" bldLvl="0" animBg="1" autoUpdateAnimBg="0"/>
      <p:bldP spid="67" grpId="0" bldLvl="0" animBg="1" autoUpdateAnimBg="0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4"/>
          <p:cNvSpPr>
            <a:spLocks noChangeArrowheads="1"/>
          </p:cNvSpPr>
          <p:nvPr/>
        </p:nvSpPr>
        <p:spPr bwMode="auto">
          <a:xfrm>
            <a:off x="2054224" y="908721"/>
            <a:ext cx="8229600" cy="5762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 eaLnBrk="0" hangingPunct="0">
              <a:spcBef>
                <a:spcPct val="20000"/>
              </a:spcBef>
              <a:buChar char="•"/>
              <a:defRPr kumimoji="1" sz="3200" b="1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 b="1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 b="1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 b="1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 b="1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9pPr>
          </a:lstStyle>
          <a:p>
            <a:pPr>
              <a:buFont typeface="Wingdings" panose="05000000000000000000" pitchFamily="2" charset="2"/>
              <a:buChar char="n"/>
            </a:pPr>
            <a:r>
              <a:rPr lang="zh-CN" altLang="en-US" sz="2800" dirty="0">
                <a:solidFill>
                  <a:srgbClr val="0000FF"/>
                </a:solidFill>
                <a:latin typeface="楷体_GB2312" pitchFamily="49" charset="-122"/>
                <a:ea typeface="楷体_GB2312" pitchFamily="49" charset="-122"/>
              </a:rPr>
              <a:t>条件熵</a:t>
            </a:r>
            <a:endParaRPr lang="en-US" altLang="zh-CN" sz="2800" dirty="0">
              <a:solidFill>
                <a:srgbClr val="0000FF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18" name="Rectangle 2"/>
          <p:cNvSpPr txBox="1">
            <a:spLocks noChangeArrowheads="1"/>
          </p:cNvSpPr>
          <p:nvPr/>
        </p:nvSpPr>
        <p:spPr bwMode="auto">
          <a:xfrm>
            <a:off x="2514600" y="195264"/>
            <a:ext cx="7232650" cy="6175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rgbClr val="262673"/>
                </a:solidFill>
                <a:latin typeface="宋体" panose="02010600030101010101" pitchFamily="2" charset="-122"/>
                <a:ea typeface="宋体" panose="02010600030101010101" pitchFamily="2" charset="-122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rgbClr val="262673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rgbClr val="262673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rgbClr val="262673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rgbClr val="262673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342900" algn="l" rtl="0" fontAlgn="base">
              <a:spcBef>
                <a:spcPct val="0"/>
              </a:spcBef>
              <a:spcAft>
                <a:spcPct val="0"/>
              </a:spcAft>
              <a:defRPr kumimoji="1" sz="3300">
                <a:solidFill>
                  <a:schemeClr val="tx2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685800" algn="l" rtl="0" fontAlgn="base">
              <a:spcBef>
                <a:spcPct val="0"/>
              </a:spcBef>
              <a:spcAft>
                <a:spcPct val="0"/>
              </a:spcAft>
              <a:defRPr kumimoji="1" sz="3300">
                <a:solidFill>
                  <a:schemeClr val="tx2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1028700" algn="l" rtl="0" fontAlgn="base">
              <a:spcBef>
                <a:spcPct val="0"/>
              </a:spcBef>
              <a:spcAft>
                <a:spcPct val="0"/>
              </a:spcAft>
              <a:defRPr kumimoji="1" sz="3300">
                <a:solidFill>
                  <a:schemeClr val="tx2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1371600" algn="l" rtl="0" fontAlgn="base">
              <a:spcBef>
                <a:spcPct val="0"/>
              </a:spcBef>
              <a:spcAft>
                <a:spcPct val="0"/>
              </a:spcAft>
              <a:defRPr kumimoji="1" sz="3300">
                <a:solidFill>
                  <a:schemeClr val="tx2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marL="342900" lvl="1" indent="0" eaLnBrk="1" hangingPunct="1">
              <a:buNone/>
            </a:pPr>
            <a:r>
              <a:rPr lang="en-US" altLang="zh-CN" kern="0" dirty="0"/>
              <a:t>2.2 </a:t>
            </a:r>
            <a:r>
              <a:rPr lang="zh-CN" altLang="en-US" dirty="0">
                <a:sym typeface="+mn-ea"/>
              </a:rPr>
              <a:t>信源的信息熵</a:t>
            </a:r>
            <a:endParaRPr lang="zh-CN" altLang="en-US" kern="0" dirty="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rcRect r="90743"/>
          <a:stretch>
            <a:fillRect/>
          </a:stretch>
        </p:blipFill>
        <p:spPr>
          <a:xfrm>
            <a:off x="1631315" y="2466975"/>
            <a:ext cx="575945" cy="2212340"/>
          </a:xfrm>
          <a:prstGeom prst="rect">
            <a:avLst/>
          </a:prstGeom>
        </p:spPr>
      </p:pic>
      <p:graphicFrame>
        <p:nvGraphicFramePr>
          <p:cNvPr id="6" name="Object 19"/>
          <p:cNvGraphicFramePr>
            <a:graphicFrameLocks noChangeAspect="1"/>
          </p:cNvGraphicFramePr>
          <p:nvPr/>
        </p:nvGraphicFramePr>
        <p:xfrm>
          <a:off x="1703705" y="1574483"/>
          <a:ext cx="1420495" cy="682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" name="Equation" r:id="rId2" imgW="584200" imgH="279400" progId="Equation.DSMT4">
                  <p:embed/>
                </p:oleObj>
              </mc:Choice>
              <mc:Fallback>
                <p:oleObj name="Equation" r:id="rId2" imgW="584200" imgH="279400" progId="Equation.DSMT4">
                  <p:embed/>
                  <p:pic>
                    <p:nvPicPr>
                      <p:cNvPr id="0" name="Objec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03705" y="1574483"/>
                        <a:ext cx="1420495" cy="682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19"/>
          <p:cNvGraphicFramePr>
            <a:graphicFrameLocks noChangeAspect="1"/>
          </p:cNvGraphicFramePr>
          <p:nvPr/>
        </p:nvGraphicFramePr>
        <p:xfrm>
          <a:off x="3359785" y="1580833"/>
          <a:ext cx="1019175" cy="682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" name="Equation" r:id="rId4" imgW="419100" imgH="279400" progId="Equation.DSMT4">
                  <p:embed/>
                </p:oleObj>
              </mc:Choice>
              <mc:Fallback>
                <p:oleObj name="Equation" r:id="rId4" imgW="419100" imgH="279400" progId="Equation.DSMT4">
                  <p:embed/>
                  <p:pic>
                    <p:nvPicPr>
                      <p:cNvPr id="0" name="Objec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59785" y="1580833"/>
                        <a:ext cx="1019175" cy="682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文本框 7"/>
          <p:cNvSpPr txBox="1"/>
          <p:nvPr/>
        </p:nvSpPr>
        <p:spPr>
          <a:xfrm>
            <a:off x="4727575" y="1700530"/>
            <a:ext cx="151828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/>
              <a:t>是否相等</a:t>
            </a:r>
            <a:endParaRPr lang="zh-CN" altLang="en-US" sz="2400"/>
          </a:p>
        </p:txBody>
      </p:sp>
      <p:graphicFrame>
        <p:nvGraphicFramePr>
          <p:cNvPr id="9" name="Object 19"/>
          <p:cNvGraphicFramePr>
            <a:graphicFrameLocks noChangeAspect="1"/>
          </p:cNvGraphicFramePr>
          <p:nvPr/>
        </p:nvGraphicFramePr>
        <p:xfrm>
          <a:off x="2711450" y="5589271"/>
          <a:ext cx="3273425" cy="62103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" name="Equation" r:id="rId6" imgW="1346200" imgH="254000" progId="Equation.DSMT4">
                  <p:embed/>
                </p:oleObj>
              </mc:Choice>
              <mc:Fallback>
                <p:oleObj name="Equation" r:id="rId6" imgW="1346200" imgH="254000" progId="Equation.DSMT4">
                  <p:embed/>
                  <p:pic>
                    <p:nvPicPr>
                      <p:cNvPr id="0" name="Objec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11450" y="5589271"/>
                        <a:ext cx="3273425" cy="62103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Object 19"/>
          <p:cNvGraphicFramePr>
            <a:graphicFrameLocks noChangeAspect="1"/>
          </p:cNvGraphicFramePr>
          <p:nvPr/>
        </p:nvGraphicFramePr>
        <p:xfrm>
          <a:off x="2855278" y="6236971"/>
          <a:ext cx="2070100" cy="62103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" name="Equation" r:id="rId8" imgW="850900" imgH="254000" progId="Equation.DSMT4">
                  <p:embed/>
                </p:oleObj>
              </mc:Choice>
              <mc:Fallback>
                <p:oleObj name="Equation" r:id="rId8" imgW="850900" imgH="254000" progId="Equation.DSMT4">
                  <p:embed/>
                  <p:pic>
                    <p:nvPicPr>
                      <p:cNvPr id="0" name="Objec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55278" y="6236971"/>
                        <a:ext cx="2070100" cy="62103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文本框 15"/>
          <p:cNvSpPr txBox="1"/>
          <p:nvPr/>
        </p:nvSpPr>
        <p:spPr>
          <a:xfrm>
            <a:off x="407670" y="4831715"/>
            <a:ext cx="20447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/>
              <a:t>条件熵：</a:t>
            </a:r>
            <a:endParaRPr lang="zh-CN" altLang="en-US" sz="2400"/>
          </a:p>
        </p:txBody>
      </p:sp>
      <p:sp>
        <p:nvSpPr>
          <p:cNvPr id="19" name="文本框 18"/>
          <p:cNvSpPr txBox="1"/>
          <p:nvPr/>
        </p:nvSpPr>
        <p:spPr>
          <a:xfrm>
            <a:off x="277495" y="5661025"/>
            <a:ext cx="207899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/>
              <a:t>平均</a:t>
            </a:r>
            <a:r>
              <a:rPr lang="zh-CN" altLang="en-US" sz="2400"/>
              <a:t>符号熵：</a:t>
            </a:r>
            <a:endParaRPr lang="zh-CN" altLang="en-US" sz="2400"/>
          </a:p>
        </p:txBody>
      </p:sp>
      <p:sp>
        <p:nvSpPr>
          <p:cNvPr id="20" name="文本框 19"/>
          <p:cNvSpPr txBox="1"/>
          <p:nvPr/>
        </p:nvSpPr>
        <p:spPr>
          <a:xfrm>
            <a:off x="277495" y="6309360"/>
            <a:ext cx="208788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/>
              <a:t>基本</a:t>
            </a:r>
            <a:r>
              <a:rPr lang="zh-CN" altLang="en-US" sz="2400"/>
              <a:t>信源熵：</a:t>
            </a:r>
            <a:endParaRPr lang="zh-CN" altLang="en-US" sz="2400"/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10"/>
          <a:srcRect l="1298" t="9536" r="2952" b="12260"/>
          <a:stretch>
            <a:fillRect/>
          </a:stretch>
        </p:blipFill>
        <p:spPr>
          <a:xfrm>
            <a:off x="2279650" y="2477770"/>
            <a:ext cx="6919595" cy="1985010"/>
          </a:xfrm>
          <a:prstGeom prst="rect">
            <a:avLst/>
          </a:prstGeom>
        </p:spPr>
      </p:pic>
      <p:pic>
        <p:nvPicPr>
          <p:cNvPr id="15" name="图片 14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279650" y="4537075"/>
            <a:ext cx="8800465" cy="1104900"/>
          </a:xfrm>
          <a:prstGeom prst="rect">
            <a:avLst/>
          </a:prstGeom>
        </p:spPr>
      </p:pic>
      <p:pic>
        <p:nvPicPr>
          <p:cNvPr id="21" name="图片 20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816090" y="981075"/>
            <a:ext cx="3352800" cy="14732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4"/>
          <p:cNvSpPr>
            <a:spLocks noChangeArrowheads="1"/>
          </p:cNvSpPr>
          <p:nvPr/>
        </p:nvSpPr>
        <p:spPr bwMode="auto">
          <a:xfrm>
            <a:off x="2054224" y="908721"/>
            <a:ext cx="8229600" cy="5762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 eaLnBrk="0" hangingPunct="0">
              <a:spcBef>
                <a:spcPct val="20000"/>
              </a:spcBef>
              <a:buChar char="•"/>
              <a:defRPr kumimoji="1" sz="3200" b="1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 b="1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 b="1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 b="1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 b="1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9pPr>
          </a:lstStyle>
          <a:p>
            <a:pPr>
              <a:buFont typeface="Wingdings" panose="05000000000000000000" pitchFamily="2" charset="2"/>
              <a:buChar char="n"/>
            </a:pPr>
            <a:r>
              <a:rPr lang="zh-CN" altLang="en-US" sz="2800" dirty="0">
                <a:solidFill>
                  <a:srgbClr val="0000FF"/>
                </a:solidFill>
                <a:latin typeface="楷体_GB2312" pitchFamily="49" charset="-122"/>
                <a:ea typeface="楷体_GB2312" pitchFamily="49" charset="-122"/>
              </a:rPr>
              <a:t>小结</a:t>
            </a:r>
            <a:endParaRPr lang="zh-CN" altLang="en-US" sz="2800" dirty="0">
              <a:solidFill>
                <a:srgbClr val="0000FF"/>
              </a:solidFill>
              <a:latin typeface="楷体_GB2312" pitchFamily="49" charset="-122"/>
              <a:ea typeface="楷体_GB2312" pitchFamily="49" charset="-122"/>
            </a:endParaRPr>
          </a:p>
          <a:p>
            <a:pPr marL="0" indent="0">
              <a:buFont typeface="Wingdings" panose="05000000000000000000" pitchFamily="2" charset="2"/>
              <a:buNone/>
            </a:pPr>
            <a:endParaRPr lang="zh-CN" altLang="en-US" sz="2800" dirty="0">
              <a:solidFill>
                <a:srgbClr val="0000FF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18" name="Rectangle 2"/>
          <p:cNvSpPr txBox="1">
            <a:spLocks noChangeArrowheads="1"/>
          </p:cNvSpPr>
          <p:nvPr/>
        </p:nvSpPr>
        <p:spPr bwMode="auto">
          <a:xfrm>
            <a:off x="2514600" y="195264"/>
            <a:ext cx="7232650" cy="6175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rgbClr val="262673"/>
                </a:solidFill>
                <a:latin typeface="宋体" panose="02010600030101010101" pitchFamily="2" charset="-122"/>
                <a:ea typeface="宋体" panose="02010600030101010101" pitchFamily="2" charset="-122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rgbClr val="262673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rgbClr val="262673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rgbClr val="262673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rgbClr val="262673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342900" algn="l" rtl="0" fontAlgn="base">
              <a:spcBef>
                <a:spcPct val="0"/>
              </a:spcBef>
              <a:spcAft>
                <a:spcPct val="0"/>
              </a:spcAft>
              <a:defRPr kumimoji="1" sz="3300">
                <a:solidFill>
                  <a:schemeClr val="tx2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685800" algn="l" rtl="0" fontAlgn="base">
              <a:spcBef>
                <a:spcPct val="0"/>
              </a:spcBef>
              <a:spcAft>
                <a:spcPct val="0"/>
              </a:spcAft>
              <a:defRPr kumimoji="1" sz="3300">
                <a:solidFill>
                  <a:schemeClr val="tx2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1028700" algn="l" rtl="0" fontAlgn="base">
              <a:spcBef>
                <a:spcPct val="0"/>
              </a:spcBef>
              <a:spcAft>
                <a:spcPct val="0"/>
              </a:spcAft>
              <a:defRPr kumimoji="1" sz="3300">
                <a:solidFill>
                  <a:schemeClr val="tx2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1371600" algn="l" rtl="0" fontAlgn="base">
              <a:spcBef>
                <a:spcPct val="0"/>
              </a:spcBef>
              <a:spcAft>
                <a:spcPct val="0"/>
              </a:spcAft>
              <a:defRPr kumimoji="1" sz="3300">
                <a:solidFill>
                  <a:schemeClr val="tx2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marL="342900" lvl="1" indent="0" eaLnBrk="1" hangingPunct="1">
              <a:buNone/>
            </a:pPr>
            <a:r>
              <a:rPr lang="en-US" altLang="zh-CN" kern="0" dirty="0"/>
              <a:t>2.2 </a:t>
            </a:r>
            <a:r>
              <a:rPr lang="zh-CN" altLang="en-US" dirty="0">
                <a:sym typeface="+mn-ea"/>
              </a:rPr>
              <a:t>信源的信息熵</a:t>
            </a:r>
            <a:endParaRPr lang="zh-CN" altLang="en-US" kern="0" dirty="0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08250" y="1844675"/>
            <a:ext cx="7239000" cy="366141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2"/>
          <p:cNvSpPr txBox="1">
            <a:spLocks noChangeArrowheads="1"/>
          </p:cNvSpPr>
          <p:nvPr/>
        </p:nvSpPr>
        <p:spPr bwMode="auto">
          <a:xfrm>
            <a:off x="2514600" y="195264"/>
            <a:ext cx="7232650" cy="6175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rgbClr val="262673"/>
                </a:solidFill>
                <a:latin typeface="宋体" panose="02010600030101010101" pitchFamily="2" charset="-122"/>
                <a:ea typeface="宋体" panose="02010600030101010101" pitchFamily="2" charset="-122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rgbClr val="262673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rgbClr val="262673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rgbClr val="262673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rgbClr val="262673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342900" algn="l" rtl="0" fontAlgn="base">
              <a:spcBef>
                <a:spcPct val="0"/>
              </a:spcBef>
              <a:spcAft>
                <a:spcPct val="0"/>
              </a:spcAft>
              <a:defRPr kumimoji="1" sz="3300">
                <a:solidFill>
                  <a:schemeClr val="tx2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685800" algn="l" rtl="0" fontAlgn="base">
              <a:spcBef>
                <a:spcPct val="0"/>
              </a:spcBef>
              <a:spcAft>
                <a:spcPct val="0"/>
              </a:spcAft>
              <a:defRPr kumimoji="1" sz="3300">
                <a:solidFill>
                  <a:schemeClr val="tx2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1028700" algn="l" rtl="0" fontAlgn="base">
              <a:spcBef>
                <a:spcPct val="0"/>
              </a:spcBef>
              <a:spcAft>
                <a:spcPct val="0"/>
              </a:spcAft>
              <a:defRPr kumimoji="1" sz="3300">
                <a:solidFill>
                  <a:schemeClr val="tx2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1371600" algn="l" rtl="0" fontAlgn="base">
              <a:spcBef>
                <a:spcPct val="0"/>
              </a:spcBef>
              <a:spcAft>
                <a:spcPct val="0"/>
              </a:spcAft>
              <a:defRPr kumimoji="1" sz="3300">
                <a:solidFill>
                  <a:schemeClr val="tx2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marL="342900" lvl="1" indent="0" eaLnBrk="1" hangingPunct="1">
              <a:buNone/>
            </a:pPr>
            <a:r>
              <a:rPr lang="en-US" altLang="zh-CN" kern="0" dirty="0"/>
              <a:t>2.2 </a:t>
            </a:r>
            <a:r>
              <a:rPr lang="zh-CN" altLang="en-US" dirty="0">
                <a:sym typeface="+mn-ea"/>
              </a:rPr>
              <a:t>信源的信息熵</a:t>
            </a:r>
            <a:endParaRPr lang="zh-CN" altLang="en-US" kern="0" dirty="0"/>
          </a:p>
        </p:txBody>
      </p:sp>
      <p:sp>
        <p:nvSpPr>
          <p:cNvPr id="3" name="文本框 2"/>
          <p:cNvSpPr txBox="1"/>
          <p:nvPr/>
        </p:nvSpPr>
        <p:spPr>
          <a:xfrm>
            <a:off x="1055370" y="1406525"/>
            <a:ext cx="5080000" cy="521970"/>
          </a:xfrm>
          <a:prstGeom prst="rect">
            <a:avLst/>
          </a:prstGeom>
        </p:spPr>
        <p:txBody>
          <a:bodyPr>
            <a:spAutoFit/>
          </a:bodyPr>
          <a:p>
            <a:pPr marL="0" indent="0" algn="just" defTabSz="266700">
              <a:spcAft>
                <a:spcPct val="0"/>
              </a:spcAft>
            </a:pPr>
            <a:r>
              <a:rPr lang="en-US" sz="2800" dirty="0">
                <a:solidFill>
                  <a:srgbClr val="C00000"/>
                </a:solidFill>
                <a:sym typeface="+mn-ea"/>
              </a:rPr>
              <a:t>1</a:t>
            </a:r>
            <a:r>
              <a:rPr lang="en-US" altLang="zh-CN" sz="2800" dirty="0">
                <a:solidFill>
                  <a:srgbClr val="C00000"/>
                </a:solidFill>
                <a:sym typeface="+mn-ea"/>
              </a:rPr>
              <a:t>:</a:t>
            </a:r>
            <a:r>
              <a:rPr lang="en-US" altLang="zh-CN" sz="2800" dirty="0">
                <a:sym typeface="+mn-ea"/>
              </a:rPr>
              <a:t> </a:t>
            </a:r>
            <a:r>
              <a:rPr lang="zh-CN" altLang="en-US" sz="2800">
                <a:latin typeface="宋体" panose="02010600030101010101" pitchFamily="2" charset="-122"/>
                <a:ea typeface="宋体" panose="02010600030101010101" pitchFamily="2" charset="-122"/>
              </a:rPr>
              <a:t>设离散无记忆信源</a:t>
            </a:r>
            <a:endParaRPr lang="zh-CN" altLang="en-US" sz="280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pic>
        <p:nvPicPr>
          <p:cNvPr id="4" name="图片 3"/>
          <p:cNvPicPr/>
          <p:nvPr/>
        </p:nvPicPr>
        <p:blipFill>
          <a:blip r:embed="rId1"/>
        </p:blipFill>
        <p:spPr>
          <a:xfrm>
            <a:off x="1415415" y="1801495"/>
            <a:ext cx="8012430" cy="1357630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3556000" y="2906077"/>
            <a:ext cx="5080000" cy="691515"/>
          </a:xfrm>
          <a:prstGeom prst="rect">
            <a:avLst/>
          </a:prstGeom>
        </p:spPr>
        <p:txBody>
          <a:bodyPr>
            <a:spAutoFit/>
          </a:bodyPr>
          <a:p>
            <a:endParaRPr lang="en-US" altLang="zh-CN" sz="2300"/>
          </a:p>
          <a:p>
            <a:pPr marL="0" indent="0" algn="just" defTabSz="266700">
              <a:spcAft>
                <a:spcPct val="0"/>
              </a:spcAft>
            </a:pPr>
            <a:r>
              <a:rPr lang="en-US" altLang="zh-CN">
                <a:latin typeface="Times New Roman" panose="02020603050405020304"/>
                <a:ea typeface="宋体" panose="02010600030101010101" pitchFamily="2" charset="-122"/>
              </a:rPr>
              <a:t> </a:t>
            </a:r>
            <a:endParaRPr lang="en-US" altLang="zh-CN">
              <a:latin typeface="Times New Roman" panose="02020603050405020304"/>
              <a:ea typeface="宋体" panose="02010600030101010101" pitchFamily="2" charset="-122"/>
            </a:endParaRPr>
          </a:p>
        </p:txBody>
      </p:sp>
      <p:pic>
        <p:nvPicPr>
          <p:cNvPr id="6" name="图片 5"/>
          <p:cNvPicPr/>
          <p:nvPr/>
        </p:nvPicPr>
        <p:blipFill>
          <a:blip r:embed="rId2"/>
        </p:blipFill>
        <p:spPr>
          <a:xfrm>
            <a:off x="1343025" y="3140710"/>
            <a:ext cx="7022465" cy="1490345"/>
          </a:xfrm>
          <a:prstGeom prst="rect">
            <a:avLst/>
          </a:prstGeom>
        </p:spPr>
      </p:pic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8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1127448" y="1092532"/>
            <a:ext cx="10369152" cy="1014730"/>
          </a:xfrm>
          <a:noFill/>
        </p:spPr>
        <p:txBody>
          <a:bodyPr wrap="square">
            <a:spAutoFit/>
          </a:bodyPr>
          <a:lstStyle/>
          <a:p>
            <a:pPr marL="0" indent="0" eaLnBrk="1" hangingPunct="1">
              <a:buNone/>
            </a:pPr>
            <a:r>
              <a:rPr lang="en-US" sz="2400" dirty="0">
                <a:solidFill>
                  <a:srgbClr val="C00000"/>
                </a:solidFill>
              </a:rPr>
              <a:t>2</a:t>
            </a:r>
            <a:r>
              <a:rPr lang="en-US" altLang="zh-CN" sz="2400" dirty="0">
                <a:solidFill>
                  <a:srgbClr val="C00000"/>
                </a:solidFill>
              </a:rPr>
              <a:t>:</a:t>
            </a:r>
            <a:r>
              <a:rPr lang="en-US" altLang="zh-CN" sz="2400" dirty="0"/>
              <a:t> </a:t>
            </a:r>
            <a:r>
              <a:rPr lang="zh-CN" altLang="en-US" sz="2400" b="0" dirty="0"/>
              <a:t>二进制通信系统使用符号</a:t>
            </a:r>
            <a:r>
              <a:rPr lang="en-US" altLang="zh-CN" sz="2400" b="0" dirty="0"/>
              <a:t>0</a:t>
            </a:r>
            <a:r>
              <a:rPr lang="zh-CN" altLang="en-US" sz="2400" b="0" dirty="0"/>
              <a:t>和</a:t>
            </a:r>
            <a:r>
              <a:rPr lang="en-US" altLang="zh-CN" sz="2400" b="0" dirty="0"/>
              <a:t>1</a:t>
            </a:r>
            <a:r>
              <a:rPr lang="zh-CN" altLang="en-US" sz="2400" b="0" dirty="0"/>
              <a:t>，由于存在干扰，传输时会产生误码。用</a:t>
            </a:r>
            <a:r>
              <a:rPr lang="en-US" altLang="zh-CN" sz="2400" b="0" i="1" dirty="0"/>
              <a:t>X</a:t>
            </a:r>
            <a:r>
              <a:rPr lang="zh-CN" altLang="en-US" sz="2400" b="0" dirty="0"/>
              <a:t>表示信源发出的符号，</a:t>
            </a:r>
            <a:r>
              <a:rPr lang="en-US" altLang="zh-CN" sz="2400" b="0" i="1" dirty="0"/>
              <a:t>Y</a:t>
            </a:r>
            <a:r>
              <a:rPr lang="zh-CN" altLang="en-US" sz="2400" b="0" dirty="0"/>
              <a:t>表示接收到的符号。假设</a:t>
            </a:r>
            <a:endParaRPr lang="zh-CN" altLang="en-US" sz="2400" b="0" dirty="0"/>
          </a:p>
        </p:txBody>
      </p:sp>
      <p:grpSp>
        <p:nvGrpSpPr>
          <p:cNvPr id="77829" name="Group 4"/>
          <p:cNvGrpSpPr/>
          <p:nvPr/>
        </p:nvGrpSpPr>
        <p:grpSpPr bwMode="auto">
          <a:xfrm>
            <a:off x="7366074" y="2204864"/>
            <a:ext cx="2544763" cy="1968500"/>
            <a:chOff x="1844" y="2123"/>
            <a:chExt cx="1603" cy="1240"/>
          </a:xfrm>
        </p:grpSpPr>
        <p:grpSp>
          <p:nvGrpSpPr>
            <p:cNvPr id="77832" name="Group 5"/>
            <p:cNvGrpSpPr/>
            <p:nvPr/>
          </p:nvGrpSpPr>
          <p:grpSpPr bwMode="auto">
            <a:xfrm>
              <a:off x="2128" y="2446"/>
              <a:ext cx="1115" cy="61"/>
              <a:chOff x="2128" y="2446"/>
              <a:chExt cx="1115" cy="61"/>
            </a:xfrm>
          </p:grpSpPr>
          <p:sp>
            <p:nvSpPr>
              <p:cNvPr id="77855" name="Oval 6"/>
              <p:cNvSpPr>
                <a:spLocks noChangeArrowheads="1"/>
              </p:cNvSpPr>
              <p:nvPr/>
            </p:nvSpPr>
            <p:spPr bwMode="auto">
              <a:xfrm>
                <a:off x="2128" y="2446"/>
                <a:ext cx="66" cy="61"/>
              </a:xfrm>
              <a:prstGeom prst="ellipse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</a:ln>
            </p:spPr>
            <p:txBody>
              <a:bodyPr wrap="none" anchor="ctr"/>
              <a:lstStyle>
                <a:lvl1pPr eaLnBrk="0" hangingPunct="0"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1pPr>
                <a:lvl2pPr marL="742950" indent="-285750" eaLnBrk="0" hangingPunct="0"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2pPr>
                <a:lvl3pPr marL="1143000" indent="-228600" eaLnBrk="0" hangingPunct="0"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3pPr>
                <a:lvl4pPr marL="1600200" indent="-228600" eaLnBrk="0" hangingPunct="0"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4pPr>
                <a:lvl5pPr marL="2057400" indent="-228600" eaLnBrk="0" hangingPunct="0"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77856" name="Oval 7"/>
              <p:cNvSpPr>
                <a:spLocks noChangeArrowheads="1"/>
              </p:cNvSpPr>
              <p:nvPr/>
            </p:nvSpPr>
            <p:spPr bwMode="auto">
              <a:xfrm>
                <a:off x="3176" y="2446"/>
                <a:ext cx="67" cy="61"/>
              </a:xfrm>
              <a:prstGeom prst="ellipse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</a:ln>
            </p:spPr>
            <p:txBody>
              <a:bodyPr wrap="none" anchor="ctr"/>
              <a:lstStyle>
                <a:lvl1pPr eaLnBrk="0" hangingPunct="0"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1pPr>
                <a:lvl2pPr marL="742950" indent="-285750" eaLnBrk="0" hangingPunct="0"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2pPr>
                <a:lvl3pPr marL="1143000" indent="-228600" eaLnBrk="0" hangingPunct="0"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3pPr>
                <a:lvl4pPr marL="1600200" indent="-228600" eaLnBrk="0" hangingPunct="0"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4pPr>
                <a:lvl5pPr marL="2057400" indent="-228600" eaLnBrk="0" hangingPunct="0"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77857" name="Line 8"/>
              <p:cNvSpPr>
                <a:spLocks noChangeShapeType="1"/>
              </p:cNvSpPr>
              <p:nvPr/>
            </p:nvSpPr>
            <p:spPr bwMode="auto">
              <a:xfrm>
                <a:off x="2177" y="2478"/>
                <a:ext cx="1021" cy="0"/>
              </a:xfrm>
              <a:prstGeom prst="line">
                <a:avLst/>
              </a:prstGeom>
              <a:noFill/>
              <a:ln w="25400">
                <a:solidFill>
                  <a:srgbClr val="000000"/>
                </a:solidFill>
                <a:round/>
                <a:tailEnd type="triangle" w="lg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lIns="90000" tIns="46800" rIns="90000" bIns="46800">
                <a:spAutoFit/>
              </a:bodyPr>
              <a:lstStyle/>
              <a:p>
                <a:endParaRPr lang="zh-CN" altLang="en-US"/>
              </a:p>
            </p:txBody>
          </p:sp>
        </p:grpSp>
        <p:grpSp>
          <p:nvGrpSpPr>
            <p:cNvPr id="77833" name="Group 9"/>
            <p:cNvGrpSpPr/>
            <p:nvPr/>
          </p:nvGrpSpPr>
          <p:grpSpPr bwMode="auto">
            <a:xfrm>
              <a:off x="1844" y="2123"/>
              <a:ext cx="1603" cy="1240"/>
              <a:chOff x="1859" y="2123"/>
              <a:chExt cx="1603" cy="1240"/>
            </a:xfrm>
          </p:grpSpPr>
          <p:grpSp>
            <p:nvGrpSpPr>
              <p:cNvPr id="77834" name="Group 10"/>
              <p:cNvGrpSpPr/>
              <p:nvPr/>
            </p:nvGrpSpPr>
            <p:grpSpPr bwMode="auto">
              <a:xfrm>
                <a:off x="3198" y="2123"/>
                <a:ext cx="264" cy="1194"/>
                <a:chOff x="3198" y="2123"/>
                <a:chExt cx="264" cy="1194"/>
              </a:xfrm>
            </p:grpSpPr>
            <p:sp>
              <p:nvSpPr>
                <p:cNvPr id="77852" name="Text Box 11"/>
                <p:cNvSpPr txBox="1">
                  <a:spLocks noChangeArrowheads="1"/>
                </p:cNvSpPr>
                <p:nvPr/>
              </p:nvSpPr>
              <p:spPr bwMode="auto">
                <a:xfrm>
                  <a:off x="3266" y="2364"/>
                  <a:ext cx="196" cy="25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 marL="457200" indent="-457200" eaLnBrk="0" hangingPunct="0">
                    <a:defRPr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1pPr>
                  <a:lvl2pPr marL="742950" indent="-285750" eaLnBrk="0" hangingPunct="0">
                    <a:defRPr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2pPr>
                  <a:lvl3pPr marL="1143000" indent="-228600" eaLnBrk="0" hangingPunct="0">
                    <a:defRPr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3pPr>
                  <a:lvl4pPr marL="1600200" indent="-228600" eaLnBrk="0" hangingPunct="0">
                    <a:defRPr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4pPr>
                  <a:lvl5pPr marL="2057400" indent="-228600" eaLnBrk="0" hangingPunct="0">
                    <a:defRPr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5pPr>
                  <a:lvl6pPr marL="25146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6pPr>
                  <a:lvl7pPr marL="29718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7pPr>
                  <a:lvl8pPr marL="34290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8pPr>
                  <a:lvl9pPr marL="38862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9pPr>
                </a:lstStyle>
                <a:p>
                  <a:pPr eaLnBrk="1" hangingPunct="1">
                    <a:spcBef>
                      <a:spcPct val="20000"/>
                    </a:spcBef>
                    <a:buClr>
                      <a:schemeClr val="folHlink"/>
                    </a:buClr>
                    <a:buFont typeface="Wingdings" panose="05000000000000000000" pitchFamily="2" charset="2"/>
                    <a:buNone/>
                  </a:pPr>
                  <a:r>
                    <a:rPr kumimoji="1" lang="en-US" altLang="zh-CN" sz="2000">
                      <a:ea typeface="宋体" panose="02010600030101010101" pitchFamily="2" charset="-122"/>
                    </a:rPr>
                    <a:t>0</a:t>
                  </a:r>
                  <a:endParaRPr kumimoji="1" lang="en-US" altLang="zh-CN" sz="2000"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77853" name="Text Box 12"/>
                <p:cNvSpPr txBox="1">
                  <a:spLocks noChangeArrowheads="1"/>
                </p:cNvSpPr>
                <p:nvPr/>
              </p:nvSpPr>
              <p:spPr bwMode="auto">
                <a:xfrm>
                  <a:off x="3266" y="3067"/>
                  <a:ext cx="196" cy="25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 marL="457200" indent="-457200" eaLnBrk="0" hangingPunct="0">
                    <a:defRPr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1pPr>
                  <a:lvl2pPr marL="742950" indent="-285750" eaLnBrk="0" hangingPunct="0">
                    <a:defRPr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2pPr>
                  <a:lvl3pPr marL="1143000" indent="-228600" eaLnBrk="0" hangingPunct="0">
                    <a:defRPr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3pPr>
                  <a:lvl4pPr marL="1600200" indent="-228600" eaLnBrk="0" hangingPunct="0">
                    <a:defRPr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4pPr>
                  <a:lvl5pPr marL="2057400" indent="-228600" eaLnBrk="0" hangingPunct="0">
                    <a:defRPr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5pPr>
                  <a:lvl6pPr marL="25146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6pPr>
                  <a:lvl7pPr marL="29718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7pPr>
                  <a:lvl8pPr marL="34290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8pPr>
                  <a:lvl9pPr marL="38862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9pPr>
                </a:lstStyle>
                <a:p>
                  <a:pPr eaLnBrk="1" hangingPunct="1">
                    <a:spcBef>
                      <a:spcPct val="20000"/>
                    </a:spcBef>
                    <a:buClr>
                      <a:schemeClr val="folHlink"/>
                    </a:buClr>
                    <a:buFont typeface="Wingdings" panose="05000000000000000000" pitchFamily="2" charset="2"/>
                    <a:buNone/>
                  </a:pPr>
                  <a:r>
                    <a:rPr kumimoji="1" lang="en-US" altLang="zh-CN" sz="2000" dirty="0">
                      <a:ea typeface="宋体" panose="02010600030101010101" pitchFamily="2" charset="-122"/>
                    </a:rPr>
                    <a:t>1</a:t>
                  </a:r>
                  <a:endParaRPr kumimoji="1" lang="en-US" altLang="zh-CN" sz="2000" dirty="0"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77854" name="Text Box 13"/>
                <p:cNvSpPr txBox="1">
                  <a:spLocks noChangeArrowheads="1"/>
                </p:cNvSpPr>
                <p:nvPr/>
              </p:nvSpPr>
              <p:spPr bwMode="auto">
                <a:xfrm>
                  <a:off x="3198" y="2123"/>
                  <a:ext cx="214" cy="25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 marL="342900" indent="-342900" eaLnBrk="0" hangingPunct="0">
                    <a:defRPr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1pPr>
                  <a:lvl2pPr marL="742950" indent="-285750" eaLnBrk="0" hangingPunct="0">
                    <a:defRPr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2pPr>
                  <a:lvl3pPr marL="1143000" indent="-228600" eaLnBrk="0" hangingPunct="0">
                    <a:defRPr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3pPr>
                  <a:lvl4pPr marL="1600200" indent="-228600" eaLnBrk="0" hangingPunct="0">
                    <a:defRPr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4pPr>
                  <a:lvl5pPr marL="2057400" indent="-228600" eaLnBrk="0" hangingPunct="0">
                    <a:defRPr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5pPr>
                  <a:lvl6pPr marL="25146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6pPr>
                  <a:lvl7pPr marL="29718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7pPr>
                  <a:lvl8pPr marL="34290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8pPr>
                  <a:lvl9pPr marL="38862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9pPr>
                </a:lstStyle>
                <a:p>
                  <a:pPr eaLnBrk="1" hangingPunct="1">
                    <a:spcBef>
                      <a:spcPct val="20000"/>
                    </a:spcBef>
                    <a:buClr>
                      <a:schemeClr val="folHlink"/>
                    </a:buClr>
                    <a:buFont typeface="Wingdings" panose="05000000000000000000" pitchFamily="2" charset="2"/>
                    <a:buNone/>
                  </a:pPr>
                  <a:r>
                    <a:rPr kumimoji="1" lang="en-US" altLang="zh-CN" sz="2000" i="1">
                      <a:ea typeface="宋体" panose="02010600030101010101" pitchFamily="2" charset="-122"/>
                    </a:rPr>
                    <a:t>Y</a:t>
                  </a:r>
                  <a:endParaRPr kumimoji="1" lang="en-US" altLang="zh-CN" sz="2000" i="1">
                    <a:ea typeface="宋体" panose="02010600030101010101" pitchFamily="2" charset="-122"/>
                  </a:endParaRPr>
                </a:p>
              </p:txBody>
            </p:sp>
          </p:grpSp>
          <p:grpSp>
            <p:nvGrpSpPr>
              <p:cNvPr id="77835" name="Group 14"/>
              <p:cNvGrpSpPr/>
              <p:nvPr/>
            </p:nvGrpSpPr>
            <p:grpSpPr bwMode="auto">
              <a:xfrm>
                <a:off x="2056" y="2228"/>
                <a:ext cx="1191" cy="1135"/>
                <a:chOff x="2056" y="2228"/>
                <a:chExt cx="1191" cy="1135"/>
              </a:xfrm>
            </p:grpSpPr>
            <p:sp>
              <p:nvSpPr>
                <p:cNvPr id="77840" name="Text Box 15"/>
                <p:cNvSpPr txBox="1">
                  <a:spLocks noChangeArrowheads="1"/>
                </p:cNvSpPr>
                <p:nvPr/>
              </p:nvSpPr>
              <p:spPr bwMode="auto">
                <a:xfrm>
                  <a:off x="2449" y="2228"/>
                  <a:ext cx="396" cy="25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 marL="457200" indent="-457200" eaLnBrk="0" hangingPunct="0">
                    <a:defRPr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1pPr>
                  <a:lvl2pPr marL="742950" indent="-285750" eaLnBrk="0" hangingPunct="0">
                    <a:defRPr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2pPr>
                  <a:lvl3pPr marL="1143000" indent="-228600" eaLnBrk="0" hangingPunct="0">
                    <a:defRPr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3pPr>
                  <a:lvl4pPr marL="1600200" indent="-228600" eaLnBrk="0" hangingPunct="0">
                    <a:defRPr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4pPr>
                  <a:lvl5pPr marL="2057400" indent="-228600" eaLnBrk="0" hangingPunct="0">
                    <a:defRPr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5pPr>
                  <a:lvl6pPr marL="25146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6pPr>
                  <a:lvl7pPr marL="29718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7pPr>
                  <a:lvl8pPr marL="34290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8pPr>
                  <a:lvl9pPr marL="38862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9pPr>
                </a:lstStyle>
                <a:p>
                  <a:pPr eaLnBrk="1" hangingPunct="1">
                    <a:spcBef>
                      <a:spcPct val="20000"/>
                    </a:spcBef>
                    <a:buClr>
                      <a:schemeClr val="folHlink"/>
                    </a:buClr>
                    <a:buFont typeface="Wingdings" panose="05000000000000000000" pitchFamily="2" charset="2"/>
                    <a:buNone/>
                  </a:pPr>
                  <a:r>
                    <a:rPr kumimoji="1" lang="en-US" altLang="zh-CN" sz="2000">
                      <a:ea typeface="宋体" panose="02010600030101010101" pitchFamily="2" charset="-122"/>
                    </a:rPr>
                    <a:t>0.75</a:t>
                  </a:r>
                  <a:endParaRPr kumimoji="1" lang="en-US" altLang="zh-CN" sz="2000">
                    <a:ea typeface="宋体" panose="02010600030101010101" pitchFamily="2" charset="-122"/>
                  </a:endParaRPr>
                </a:p>
              </p:txBody>
            </p:sp>
            <p:grpSp>
              <p:nvGrpSpPr>
                <p:cNvPr id="77841" name="Group 16"/>
                <p:cNvGrpSpPr/>
                <p:nvPr/>
              </p:nvGrpSpPr>
              <p:grpSpPr bwMode="auto">
                <a:xfrm>
                  <a:off x="2132" y="3113"/>
                  <a:ext cx="1115" cy="250"/>
                  <a:chOff x="2132" y="3113"/>
                  <a:chExt cx="1115" cy="250"/>
                </a:xfrm>
              </p:grpSpPr>
              <p:sp>
                <p:nvSpPr>
                  <p:cNvPr id="77847" name="Text Box 17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2540" y="3113"/>
                    <a:ext cx="316" cy="250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>
                    <a:spAutoFit/>
                  </a:bodyPr>
                  <a:lstStyle>
                    <a:lvl1pPr marL="457200" indent="-457200" eaLnBrk="0" hangingPunct="0">
                      <a:defRPr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1pPr>
                    <a:lvl2pPr marL="742950" indent="-285750" eaLnBrk="0" hangingPunct="0">
                      <a:defRPr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2pPr>
                    <a:lvl3pPr marL="1143000" indent="-228600" eaLnBrk="0" hangingPunct="0">
                      <a:defRPr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3pPr>
                    <a:lvl4pPr marL="1600200" indent="-228600" eaLnBrk="0" hangingPunct="0">
                      <a:defRPr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4pPr>
                    <a:lvl5pPr marL="2057400" indent="-228600" eaLnBrk="0" hangingPunct="0">
                      <a:defRPr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5pPr>
                    <a:lvl6pPr marL="2514600" indent="-228600" eaLnBrk="0" fontAlgn="base" hangingPunct="0">
                      <a:spcBef>
                        <a:spcPct val="50000"/>
                      </a:spcBef>
                      <a:spcAft>
                        <a:spcPct val="0"/>
                      </a:spcAft>
                      <a:defRPr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6pPr>
                    <a:lvl7pPr marL="2971800" indent="-228600" eaLnBrk="0" fontAlgn="base" hangingPunct="0">
                      <a:spcBef>
                        <a:spcPct val="50000"/>
                      </a:spcBef>
                      <a:spcAft>
                        <a:spcPct val="0"/>
                      </a:spcAft>
                      <a:defRPr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7pPr>
                    <a:lvl8pPr marL="3429000" indent="-228600" eaLnBrk="0" fontAlgn="base" hangingPunct="0">
                      <a:spcBef>
                        <a:spcPct val="50000"/>
                      </a:spcBef>
                      <a:spcAft>
                        <a:spcPct val="0"/>
                      </a:spcAft>
                      <a:defRPr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8pPr>
                    <a:lvl9pPr marL="3886200" indent="-228600" eaLnBrk="0" fontAlgn="base" hangingPunct="0">
                      <a:spcBef>
                        <a:spcPct val="50000"/>
                      </a:spcBef>
                      <a:spcAft>
                        <a:spcPct val="0"/>
                      </a:spcAft>
                      <a:defRPr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9pPr>
                  </a:lstStyle>
                  <a:p>
                    <a:pPr eaLnBrk="1" hangingPunct="1">
                      <a:spcBef>
                        <a:spcPct val="20000"/>
                      </a:spcBef>
                      <a:buClr>
                        <a:schemeClr val="folHlink"/>
                      </a:buClr>
                      <a:buFont typeface="Wingdings" panose="05000000000000000000" pitchFamily="2" charset="2"/>
                      <a:buNone/>
                    </a:pPr>
                    <a:r>
                      <a:rPr kumimoji="1" lang="en-US" altLang="zh-CN" sz="2000">
                        <a:ea typeface="宋体" panose="02010600030101010101" pitchFamily="2" charset="-122"/>
                      </a:rPr>
                      <a:t>0.5</a:t>
                    </a:r>
                    <a:endParaRPr kumimoji="1" lang="en-US" altLang="zh-CN" sz="2000">
                      <a:ea typeface="宋体" panose="02010600030101010101" pitchFamily="2" charset="-122"/>
                    </a:endParaRPr>
                  </a:p>
                </p:txBody>
              </p:sp>
              <p:grpSp>
                <p:nvGrpSpPr>
                  <p:cNvPr id="77848" name="Group 18"/>
                  <p:cNvGrpSpPr/>
                  <p:nvPr/>
                </p:nvGrpSpPr>
                <p:grpSpPr bwMode="auto">
                  <a:xfrm>
                    <a:off x="2132" y="3142"/>
                    <a:ext cx="1115" cy="61"/>
                    <a:chOff x="2128" y="2446"/>
                    <a:chExt cx="1115" cy="61"/>
                  </a:xfrm>
                </p:grpSpPr>
                <p:sp>
                  <p:nvSpPr>
                    <p:cNvPr id="77849" name="Oval 19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2128" y="2446"/>
                      <a:ext cx="66" cy="61"/>
                    </a:xfrm>
                    <a:prstGeom prst="ellipse">
                      <a:avLst/>
                    </a:prstGeom>
                    <a:solidFill>
                      <a:schemeClr val="tx1"/>
                    </a:solidFill>
                    <a:ln w="9525">
                      <a:solidFill>
                        <a:schemeClr val="tx1"/>
                      </a:solidFill>
                      <a:round/>
                    </a:ln>
                  </p:spPr>
                  <p:txBody>
                    <a:bodyPr wrap="none" anchor="ctr"/>
                    <a:lstStyle>
                      <a:lvl1pPr eaLnBrk="0" hangingPunct="0">
                        <a:defRPr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1pPr>
                      <a:lvl2pPr marL="742950" indent="-285750" eaLnBrk="0" hangingPunct="0">
                        <a:defRPr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defRPr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marL="1600200" indent="-228600" eaLnBrk="0" hangingPunct="0">
                        <a:defRPr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4pPr>
                      <a:lvl5pPr marL="2057400" indent="-228600" eaLnBrk="0" hangingPunct="0">
                        <a:defRPr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50000"/>
                        </a:spcBef>
                        <a:spcAft>
                          <a:spcPct val="0"/>
                        </a:spcAft>
                        <a:defRPr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50000"/>
                        </a:spcBef>
                        <a:spcAft>
                          <a:spcPct val="0"/>
                        </a:spcAft>
                        <a:defRPr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50000"/>
                        </a:spcBef>
                        <a:spcAft>
                          <a:spcPct val="0"/>
                        </a:spcAft>
                        <a:defRPr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50000"/>
                        </a:spcBef>
                        <a:spcAft>
                          <a:spcPct val="0"/>
                        </a:spcAft>
                        <a:defRPr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9pPr>
                    </a:lstStyle>
                    <a:p>
                      <a:pPr eaLnBrk="1" hangingPunct="1"/>
                      <a:endParaRPr lang="zh-CN" altLang="en-US"/>
                    </a:p>
                  </p:txBody>
                </p:sp>
                <p:sp>
                  <p:nvSpPr>
                    <p:cNvPr id="77850" name="Oval 20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3176" y="2446"/>
                      <a:ext cx="67" cy="61"/>
                    </a:xfrm>
                    <a:prstGeom prst="ellipse">
                      <a:avLst/>
                    </a:prstGeom>
                    <a:solidFill>
                      <a:schemeClr val="tx1"/>
                    </a:solidFill>
                    <a:ln w="9525">
                      <a:solidFill>
                        <a:schemeClr val="tx1"/>
                      </a:solidFill>
                      <a:round/>
                    </a:ln>
                  </p:spPr>
                  <p:txBody>
                    <a:bodyPr wrap="none" anchor="ctr"/>
                    <a:lstStyle>
                      <a:lvl1pPr eaLnBrk="0" hangingPunct="0">
                        <a:defRPr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1pPr>
                      <a:lvl2pPr marL="742950" indent="-285750" eaLnBrk="0" hangingPunct="0">
                        <a:defRPr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defRPr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marL="1600200" indent="-228600" eaLnBrk="0" hangingPunct="0">
                        <a:defRPr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4pPr>
                      <a:lvl5pPr marL="2057400" indent="-228600" eaLnBrk="0" hangingPunct="0">
                        <a:defRPr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50000"/>
                        </a:spcBef>
                        <a:spcAft>
                          <a:spcPct val="0"/>
                        </a:spcAft>
                        <a:defRPr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50000"/>
                        </a:spcBef>
                        <a:spcAft>
                          <a:spcPct val="0"/>
                        </a:spcAft>
                        <a:defRPr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50000"/>
                        </a:spcBef>
                        <a:spcAft>
                          <a:spcPct val="0"/>
                        </a:spcAft>
                        <a:defRPr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50000"/>
                        </a:spcBef>
                        <a:spcAft>
                          <a:spcPct val="0"/>
                        </a:spcAft>
                        <a:defRPr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9pPr>
                    </a:lstStyle>
                    <a:p>
                      <a:pPr eaLnBrk="1" hangingPunct="1"/>
                      <a:endParaRPr lang="zh-CN" altLang="en-US"/>
                    </a:p>
                  </p:txBody>
                </p:sp>
                <p:sp>
                  <p:nvSpPr>
                    <p:cNvPr id="77851" name="Line 21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2177" y="2478"/>
                      <a:ext cx="1021" cy="0"/>
                    </a:xfrm>
                    <a:prstGeom prst="line">
                      <a:avLst/>
                    </a:prstGeom>
                    <a:noFill/>
                    <a:ln w="25400">
                      <a:solidFill>
                        <a:srgbClr val="000000"/>
                      </a:solidFill>
                      <a:round/>
                      <a:tailEnd type="triangle" w="lg" len="lg"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 lIns="90000" tIns="46800" rIns="90000" bIns="46800">
                      <a:spAutoFit/>
                    </a:bodyPr>
                    <a:lstStyle/>
                    <a:p>
                      <a:endParaRPr lang="zh-CN" altLang="en-US"/>
                    </a:p>
                  </p:txBody>
                </p:sp>
              </p:grpSp>
            </p:grpSp>
            <p:grpSp>
              <p:nvGrpSpPr>
                <p:cNvPr id="77842" name="Group 22"/>
                <p:cNvGrpSpPr/>
                <p:nvPr/>
              </p:nvGrpSpPr>
              <p:grpSpPr bwMode="auto">
                <a:xfrm>
                  <a:off x="2056" y="2500"/>
                  <a:ext cx="1164" cy="658"/>
                  <a:chOff x="2056" y="2500"/>
                  <a:chExt cx="1164" cy="658"/>
                </a:xfrm>
              </p:grpSpPr>
              <p:sp>
                <p:nvSpPr>
                  <p:cNvPr id="77843" name="Text Box 23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2056" y="2591"/>
                    <a:ext cx="397" cy="252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square">
                    <a:spAutoFit/>
                  </a:bodyPr>
                  <a:lstStyle>
                    <a:lvl1pPr marL="457200" indent="-457200" eaLnBrk="0" hangingPunct="0">
                      <a:defRPr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1pPr>
                    <a:lvl2pPr marL="742950" indent="-285750" eaLnBrk="0" hangingPunct="0">
                      <a:defRPr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2pPr>
                    <a:lvl3pPr marL="1143000" indent="-228600" eaLnBrk="0" hangingPunct="0">
                      <a:defRPr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3pPr>
                    <a:lvl4pPr marL="1600200" indent="-228600" eaLnBrk="0" hangingPunct="0">
                      <a:defRPr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4pPr>
                    <a:lvl5pPr marL="2057400" indent="-228600" eaLnBrk="0" hangingPunct="0">
                      <a:defRPr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5pPr>
                    <a:lvl6pPr marL="2514600" indent="-228600" eaLnBrk="0" fontAlgn="base" hangingPunct="0">
                      <a:spcBef>
                        <a:spcPct val="50000"/>
                      </a:spcBef>
                      <a:spcAft>
                        <a:spcPct val="0"/>
                      </a:spcAft>
                      <a:defRPr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6pPr>
                    <a:lvl7pPr marL="2971800" indent="-228600" eaLnBrk="0" fontAlgn="base" hangingPunct="0">
                      <a:spcBef>
                        <a:spcPct val="50000"/>
                      </a:spcBef>
                      <a:spcAft>
                        <a:spcPct val="0"/>
                      </a:spcAft>
                      <a:defRPr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7pPr>
                    <a:lvl8pPr marL="3429000" indent="-228600" eaLnBrk="0" fontAlgn="base" hangingPunct="0">
                      <a:spcBef>
                        <a:spcPct val="50000"/>
                      </a:spcBef>
                      <a:spcAft>
                        <a:spcPct val="0"/>
                      </a:spcAft>
                      <a:defRPr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8pPr>
                    <a:lvl9pPr marL="3886200" indent="-228600" eaLnBrk="0" fontAlgn="base" hangingPunct="0">
                      <a:spcBef>
                        <a:spcPct val="50000"/>
                      </a:spcBef>
                      <a:spcAft>
                        <a:spcPct val="0"/>
                      </a:spcAft>
                      <a:defRPr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9pPr>
                  </a:lstStyle>
                  <a:p>
                    <a:pPr eaLnBrk="1" hangingPunct="1">
                      <a:spcBef>
                        <a:spcPct val="20000"/>
                      </a:spcBef>
                      <a:buClr>
                        <a:schemeClr val="folHlink"/>
                      </a:buClr>
                      <a:buFont typeface="Wingdings" panose="05000000000000000000" pitchFamily="2" charset="2"/>
                      <a:buNone/>
                    </a:pPr>
                    <a:r>
                      <a:rPr kumimoji="1" lang="en-US" altLang="zh-CN" sz="2000" dirty="0">
                        <a:ea typeface="宋体" panose="02010600030101010101" pitchFamily="2" charset="-122"/>
                      </a:rPr>
                      <a:t>0.25</a:t>
                    </a:r>
                    <a:endParaRPr kumimoji="1" lang="en-US" altLang="zh-CN" sz="2000" dirty="0">
                      <a:ea typeface="宋体" panose="02010600030101010101" pitchFamily="2" charset="-122"/>
                    </a:endParaRPr>
                  </a:p>
                </p:txBody>
              </p:sp>
              <p:sp>
                <p:nvSpPr>
                  <p:cNvPr id="77844" name="Text Box 24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2057" y="2868"/>
                    <a:ext cx="316" cy="250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>
                    <a:spAutoFit/>
                  </a:bodyPr>
                  <a:lstStyle>
                    <a:lvl1pPr marL="457200" indent="-457200" eaLnBrk="0" hangingPunct="0">
                      <a:defRPr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1pPr>
                    <a:lvl2pPr marL="742950" indent="-285750" eaLnBrk="0" hangingPunct="0">
                      <a:defRPr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2pPr>
                    <a:lvl3pPr marL="1143000" indent="-228600" eaLnBrk="0" hangingPunct="0">
                      <a:defRPr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3pPr>
                    <a:lvl4pPr marL="1600200" indent="-228600" eaLnBrk="0" hangingPunct="0">
                      <a:defRPr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4pPr>
                    <a:lvl5pPr marL="2057400" indent="-228600" eaLnBrk="0" hangingPunct="0">
                      <a:defRPr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5pPr>
                    <a:lvl6pPr marL="2514600" indent="-228600" eaLnBrk="0" fontAlgn="base" hangingPunct="0">
                      <a:spcBef>
                        <a:spcPct val="50000"/>
                      </a:spcBef>
                      <a:spcAft>
                        <a:spcPct val="0"/>
                      </a:spcAft>
                      <a:defRPr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6pPr>
                    <a:lvl7pPr marL="2971800" indent="-228600" eaLnBrk="0" fontAlgn="base" hangingPunct="0">
                      <a:spcBef>
                        <a:spcPct val="50000"/>
                      </a:spcBef>
                      <a:spcAft>
                        <a:spcPct val="0"/>
                      </a:spcAft>
                      <a:defRPr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7pPr>
                    <a:lvl8pPr marL="3429000" indent="-228600" eaLnBrk="0" fontAlgn="base" hangingPunct="0">
                      <a:spcBef>
                        <a:spcPct val="50000"/>
                      </a:spcBef>
                      <a:spcAft>
                        <a:spcPct val="0"/>
                      </a:spcAft>
                      <a:defRPr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8pPr>
                    <a:lvl9pPr marL="3886200" indent="-228600" eaLnBrk="0" fontAlgn="base" hangingPunct="0">
                      <a:spcBef>
                        <a:spcPct val="50000"/>
                      </a:spcBef>
                      <a:spcAft>
                        <a:spcPct val="0"/>
                      </a:spcAft>
                      <a:defRPr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9pPr>
                  </a:lstStyle>
                  <a:p>
                    <a:pPr eaLnBrk="1" hangingPunct="1">
                      <a:spcBef>
                        <a:spcPct val="20000"/>
                      </a:spcBef>
                      <a:buClr>
                        <a:schemeClr val="folHlink"/>
                      </a:buClr>
                      <a:buFont typeface="Wingdings" panose="05000000000000000000" pitchFamily="2" charset="2"/>
                      <a:buNone/>
                    </a:pPr>
                    <a:r>
                      <a:rPr kumimoji="1" lang="en-US" altLang="zh-CN" sz="2000" dirty="0">
                        <a:ea typeface="宋体" panose="02010600030101010101" pitchFamily="2" charset="-122"/>
                      </a:rPr>
                      <a:t>0.5</a:t>
                    </a:r>
                    <a:endParaRPr kumimoji="1" lang="en-US" altLang="zh-CN" sz="2000" dirty="0">
                      <a:ea typeface="宋体" panose="02010600030101010101" pitchFamily="2" charset="-122"/>
                    </a:endParaRPr>
                  </a:p>
                </p:txBody>
              </p:sp>
              <p:sp>
                <p:nvSpPr>
                  <p:cNvPr id="77845" name="Line 25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2154" y="2500"/>
                    <a:ext cx="1066" cy="658"/>
                  </a:xfrm>
                  <a:prstGeom prst="line">
                    <a:avLst/>
                  </a:prstGeom>
                  <a:noFill/>
                  <a:ln w="25400">
                    <a:solidFill>
                      <a:srgbClr val="000000"/>
                    </a:solidFill>
                    <a:round/>
                    <a:tailEnd type="triangle" w="lg" len="lg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lIns="90000" tIns="46800" rIns="90000" bIns="46800">
                    <a:spAutoFit/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77846" name="Line 26"/>
                  <p:cNvSpPr>
                    <a:spLocks noChangeShapeType="1"/>
                  </p:cNvSpPr>
                  <p:nvPr/>
                </p:nvSpPr>
                <p:spPr bwMode="auto">
                  <a:xfrm>
                    <a:off x="2177" y="2500"/>
                    <a:ext cx="1043" cy="658"/>
                  </a:xfrm>
                  <a:prstGeom prst="line">
                    <a:avLst/>
                  </a:prstGeom>
                  <a:noFill/>
                  <a:ln w="25400">
                    <a:solidFill>
                      <a:srgbClr val="000000"/>
                    </a:solidFill>
                    <a:round/>
                    <a:tailEnd type="triangle" w="lg" len="lg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lIns="90000" tIns="46800" rIns="90000" bIns="46800">
                    <a:spAutoFit/>
                  </a:bodyPr>
                  <a:lstStyle/>
                  <a:p>
                    <a:endParaRPr lang="zh-CN" altLang="en-US"/>
                  </a:p>
                </p:txBody>
              </p:sp>
            </p:grpSp>
          </p:grpSp>
          <p:grpSp>
            <p:nvGrpSpPr>
              <p:cNvPr id="77836" name="Group 27"/>
              <p:cNvGrpSpPr/>
              <p:nvPr/>
            </p:nvGrpSpPr>
            <p:grpSpPr bwMode="auto">
              <a:xfrm>
                <a:off x="1859" y="2146"/>
                <a:ext cx="242" cy="1171"/>
                <a:chOff x="1859" y="2146"/>
                <a:chExt cx="242" cy="1171"/>
              </a:xfrm>
            </p:grpSpPr>
            <p:sp>
              <p:nvSpPr>
                <p:cNvPr id="77837" name="Text Box 28"/>
                <p:cNvSpPr txBox="1">
                  <a:spLocks noChangeArrowheads="1"/>
                </p:cNvSpPr>
                <p:nvPr/>
              </p:nvSpPr>
              <p:spPr bwMode="auto">
                <a:xfrm>
                  <a:off x="1859" y="2146"/>
                  <a:ext cx="223" cy="25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 marL="342900" indent="-342900" eaLnBrk="0" hangingPunct="0">
                    <a:defRPr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1pPr>
                  <a:lvl2pPr marL="742950" indent="-285750" eaLnBrk="0" hangingPunct="0">
                    <a:defRPr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2pPr>
                  <a:lvl3pPr marL="1143000" indent="-228600" eaLnBrk="0" hangingPunct="0">
                    <a:defRPr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3pPr>
                  <a:lvl4pPr marL="1600200" indent="-228600" eaLnBrk="0" hangingPunct="0">
                    <a:defRPr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4pPr>
                  <a:lvl5pPr marL="2057400" indent="-228600" eaLnBrk="0" hangingPunct="0">
                    <a:defRPr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5pPr>
                  <a:lvl6pPr marL="25146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6pPr>
                  <a:lvl7pPr marL="29718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7pPr>
                  <a:lvl8pPr marL="34290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8pPr>
                  <a:lvl9pPr marL="38862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9pPr>
                </a:lstStyle>
                <a:p>
                  <a:pPr eaLnBrk="1" hangingPunct="1">
                    <a:spcBef>
                      <a:spcPct val="20000"/>
                    </a:spcBef>
                    <a:buClr>
                      <a:schemeClr val="folHlink"/>
                    </a:buClr>
                    <a:buFont typeface="Wingdings" panose="05000000000000000000" pitchFamily="2" charset="2"/>
                    <a:buNone/>
                  </a:pPr>
                  <a:r>
                    <a:rPr kumimoji="1" lang="en-US" altLang="zh-CN" sz="2000" i="1">
                      <a:ea typeface="宋体" panose="02010600030101010101" pitchFamily="2" charset="-122"/>
                    </a:rPr>
                    <a:t>X</a:t>
                  </a:r>
                  <a:endParaRPr kumimoji="1" lang="en-US" altLang="zh-CN" sz="2000" i="1"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77838" name="Text Box 29"/>
                <p:cNvSpPr txBox="1">
                  <a:spLocks noChangeArrowheads="1"/>
                </p:cNvSpPr>
                <p:nvPr/>
              </p:nvSpPr>
              <p:spPr bwMode="auto">
                <a:xfrm>
                  <a:off x="1905" y="2364"/>
                  <a:ext cx="196" cy="25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 marL="457200" indent="-457200" eaLnBrk="0" hangingPunct="0">
                    <a:defRPr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1pPr>
                  <a:lvl2pPr marL="742950" indent="-285750" eaLnBrk="0" hangingPunct="0">
                    <a:defRPr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2pPr>
                  <a:lvl3pPr marL="1143000" indent="-228600" eaLnBrk="0" hangingPunct="0">
                    <a:defRPr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3pPr>
                  <a:lvl4pPr marL="1600200" indent="-228600" eaLnBrk="0" hangingPunct="0">
                    <a:defRPr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4pPr>
                  <a:lvl5pPr marL="2057400" indent="-228600" eaLnBrk="0" hangingPunct="0">
                    <a:defRPr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5pPr>
                  <a:lvl6pPr marL="25146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6pPr>
                  <a:lvl7pPr marL="29718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7pPr>
                  <a:lvl8pPr marL="34290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8pPr>
                  <a:lvl9pPr marL="38862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9pPr>
                </a:lstStyle>
                <a:p>
                  <a:pPr eaLnBrk="1" hangingPunct="1">
                    <a:spcBef>
                      <a:spcPct val="20000"/>
                    </a:spcBef>
                    <a:buClr>
                      <a:schemeClr val="folHlink"/>
                    </a:buClr>
                    <a:buFont typeface="Wingdings" panose="05000000000000000000" pitchFamily="2" charset="2"/>
                    <a:buNone/>
                  </a:pPr>
                  <a:r>
                    <a:rPr kumimoji="1" lang="en-US" altLang="zh-CN" sz="2000">
                      <a:ea typeface="宋体" panose="02010600030101010101" pitchFamily="2" charset="-122"/>
                    </a:rPr>
                    <a:t>0</a:t>
                  </a:r>
                  <a:endParaRPr kumimoji="1" lang="en-US" altLang="zh-CN" sz="2000"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77839" name="Text Box 30"/>
                <p:cNvSpPr txBox="1">
                  <a:spLocks noChangeArrowheads="1"/>
                </p:cNvSpPr>
                <p:nvPr/>
              </p:nvSpPr>
              <p:spPr bwMode="auto">
                <a:xfrm>
                  <a:off x="1905" y="3067"/>
                  <a:ext cx="196" cy="25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 marL="457200" indent="-457200" eaLnBrk="0" hangingPunct="0">
                    <a:defRPr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1pPr>
                  <a:lvl2pPr marL="742950" indent="-285750" eaLnBrk="0" hangingPunct="0">
                    <a:defRPr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2pPr>
                  <a:lvl3pPr marL="1143000" indent="-228600" eaLnBrk="0" hangingPunct="0">
                    <a:defRPr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3pPr>
                  <a:lvl4pPr marL="1600200" indent="-228600" eaLnBrk="0" hangingPunct="0">
                    <a:defRPr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4pPr>
                  <a:lvl5pPr marL="2057400" indent="-228600" eaLnBrk="0" hangingPunct="0">
                    <a:defRPr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5pPr>
                  <a:lvl6pPr marL="25146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6pPr>
                  <a:lvl7pPr marL="29718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7pPr>
                  <a:lvl8pPr marL="34290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8pPr>
                  <a:lvl9pPr marL="38862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9pPr>
                </a:lstStyle>
                <a:p>
                  <a:pPr eaLnBrk="1" hangingPunct="1">
                    <a:spcBef>
                      <a:spcPct val="20000"/>
                    </a:spcBef>
                    <a:buClr>
                      <a:schemeClr val="folHlink"/>
                    </a:buClr>
                    <a:buFont typeface="Wingdings" panose="05000000000000000000" pitchFamily="2" charset="2"/>
                    <a:buNone/>
                  </a:pPr>
                  <a:r>
                    <a:rPr kumimoji="1" lang="en-US" altLang="zh-CN" sz="2000">
                      <a:ea typeface="宋体" panose="02010600030101010101" pitchFamily="2" charset="-122"/>
                    </a:rPr>
                    <a:t>1</a:t>
                  </a:r>
                  <a:endParaRPr kumimoji="1" lang="en-US" altLang="zh-CN" sz="2000">
                    <a:ea typeface="宋体" panose="02010600030101010101" pitchFamily="2" charset="-122"/>
                  </a:endParaRPr>
                </a:p>
              </p:txBody>
            </p:sp>
          </p:grpSp>
        </p:grpSp>
      </p:grpSp>
      <p:sp>
        <p:nvSpPr>
          <p:cNvPr id="77830" name="Rectangle 31"/>
          <p:cNvSpPr>
            <a:spLocks noChangeArrowheads="1"/>
          </p:cNvSpPr>
          <p:nvPr/>
        </p:nvSpPr>
        <p:spPr bwMode="auto">
          <a:xfrm>
            <a:off x="2481501" y="2439814"/>
            <a:ext cx="4392612" cy="12434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None/>
            </a:pPr>
            <a:r>
              <a:rPr lang="en-US" altLang="zh-CN" sz="2200" b="0" i="1" dirty="0"/>
              <a:t>p</a:t>
            </a:r>
            <a:r>
              <a:rPr lang="en-US" altLang="zh-CN" sz="2200" b="0" dirty="0"/>
              <a:t>(</a:t>
            </a:r>
            <a:r>
              <a:rPr lang="en-US" altLang="zh-CN" sz="2200" b="0" i="1" dirty="0"/>
              <a:t>X</a:t>
            </a:r>
            <a:r>
              <a:rPr lang="en-US" altLang="zh-CN" sz="2200" b="0" dirty="0"/>
              <a:t>=0)=</a:t>
            </a:r>
            <a:r>
              <a:rPr lang="en-US" altLang="zh-CN" sz="2200" b="0" i="1" dirty="0"/>
              <a:t>p</a:t>
            </a:r>
            <a:r>
              <a:rPr lang="en-US" altLang="zh-CN" sz="2200" b="0" dirty="0"/>
              <a:t>(</a:t>
            </a:r>
            <a:r>
              <a:rPr lang="en-US" altLang="zh-CN" sz="2200" b="0" i="1" dirty="0"/>
              <a:t>X</a:t>
            </a:r>
            <a:r>
              <a:rPr lang="en-US" altLang="zh-CN" sz="2200" b="0" dirty="0"/>
              <a:t>=1)=0.5,</a:t>
            </a:r>
            <a:endParaRPr lang="en-US" altLang="zh-CN" sz="2200" b="0" dirty="0"/>
          </a:p>
          <a:p>
            <a:pPr eaLnBrk="1" hangingPunct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None/>
            </a:pPr>
            <a:r>
              <a:rPr lang="en-US" altLang="zh-CN" sz="2200" b="0" i="1" dirty="0"/>
              <a:t>p</a:t>
            </a:r>
            <a:r>
              <a:rPr lang="en-US" altLang="zh-CN" sz="2200" b="0" dirty="0"/>
              <a:t>(</a:t>
            </a:r>
            <a:r>
              <a:rPr lang="en-US" altLang="zh-CN" sz="2200" b="0" i="1" dirty="0"/>
              <a:t>Y</a:t>
            </a:r>
            <a:r>
              <a:rPr lang="en-US" altLang="zh-CN" sz="2200" b="0" dirty="0"/>
              <a:t>=</a:t>
            </a:r>
            <a:r>
              <a:rPr lang="en-US" altLang="zh-CN" sz="2200" b="0" dirty="0" err="1"/>
              <a:t>0|</a:t>
            </a:r>
            <a:r>
              <a:rPr lang="en-US" altLang="zh-CN" sz="2200" b="0" i="1" dirty="0" err="1"/>
              <a:t>X</a:t>
            </a:r>
            <a:r>
              <a:rPr lang="en-US" altLang="zh-CN" sz="2200" b="0" dirty="0"/>
              <a:t>=0)=0.75, </a:t>
            </a:r>
            <a:r>
              <a:rPr lang="en-US" altLang="zh-CN" sz="2200" b="0" i="1" dirty="0"/>
              <a:t>p</a:t>
            </a:r>
            <a:r>
              <a:rPr lang="en-US" altLang="zh-CN" sz="2200" b="0" dirty="0"/>
              <a:t>(</a:t>
            </a:r>
            <a:r>
              <a:rPr lang="en-US" altLang="zh-CN" sz="2200" b="0" i="1" dirty="0"/>
              <a:t>Y</a:t>
            </a:r>
            <a:r>
              <a:rPr lang="en-US" altLang="zh-CN" sz="2200" b="0" dirty="0"/>
              <a:t>=</a:t>
            </a:r>
            <a:r>
              <a:rPr lang="en-US" altLang="zh-CN" sz="2200" b="0" dirty="0" err="1"/>
              <a:t>1|</a:t>
            </a:r>
            <a:r>
              <a:rPr lang="en-US" altLang="zh-CN" sz="2200" b="0" i="1" dirty="0" err="1"/>
              <a:t>X</a:t>
            </a:r>
            <a:r>
              <a:rPr lang="en-US" altLang="zh-CN" sz="2200" b="0" dirty="0"/>
              <a:t>=0)=0.25</a:t>
            </a:r>
            <a:endParaRPr lang="zh-CN" altLang="en-US" sz="2200" b="0" dirty="0"/>
          </a:p>
          <a:p>
            <a:pPr eaLnBrk="1" hangingPunct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None/>
            </a:pPr>
            <a:r>
              <a:rPr lang="en-US" altLang="zh-CN" sz="2200" b="0" i="1" dirty="0"/>
              <a:t>p</a:t>
            </a:r>
            <a:r>
              <a:rPr lang="en-US" altLang="zh-CN" sz="2200" b="0" dirty="0"/>
              <a:t>(</a:t>
            </a:r>
            <a:r>
              <a:rPr lang="en-US" altLang="zh-CN" sz="2200" b="0" i="1" dirty="0"/>
              <a:t>Y</a:t>
            </a:r>
            <a:r>
              <a:rPr lang="en-US" altLang="zh-CN" sz="2200" b="0" dirty="0"/>
              <a:t>=</a:t>
            </a:r>
            <a:r>
              <a:rPr lang="en-US" altLang="zh-CN" sz="2200" b="0" dirty="0" err="1"/>
              <a:t>0|</a:t>
            </a:r>
            <a:r>
              <a:rPr lang="en-US" altLang="zh-CN" sz="2200" b="0" i="1" dirty="0" err="1"/>
              <a:t>X</a:t>
            </a:r>
            <a:r>
              <a:rPr lang="en-US" altLang="zh-CN" sz="2200" b="0" dirty="0"/>
              <a:t>=1)=0.5,   </a:t>
            </a:r>
            <a:r>
              <a:rPr lang="en-US" altLang="zh-CN" sz="2200" b="0" i="1" dirty="0"/>
              <a:t>p</a:t>
            </a:r>
            <a:r>
              <a:rPr lang="en-US" altLang="zh-CN" sz="2200" b="0" dirty="0"/>
              <a:t>(</a:t>
            </a:r>
            <a:r>
              <a:rPr lang="en-US" altLang="zh-CN" sz="2200" b="0" i="1" dirty="0"/>
              <a:t>Y</a:t>
            </a:r>
            <a:r>
              <a:rPr lang="en-US" altLang="zh-CN" sz="2200" b="0" dirty="0"/>
              <a:t>=</a:t>
            </a:r>
            <a:r>
              <a:rPr lang="en-US" altLang="zh-CN" sz="2200" b="0" dirty="0" err="1"/>
              <a:t>1|</a:t>
            </a:r>
            <a:r>
              <a:rPr lang="en-US" altLang="zh-CN" sz="2200" b="0" i="1" dirty="0" err="1"/>
              <a:t>X</a:t>
            </a:r>
            <a:r>
              <a:rPr lang="en-US" altLang="zh-CN" sz="2200" b="0" dirty="0"/>
              <a:t>=1)=0.5</a:t>
            </a:r>
            <a:endParaRPr lang="en-US" altLang="zh-CN" sz="2200" b="0" dirty="0"/>
          </a:p>
        </p:txBody>
      </p:sp>
      <p:sp>
        <p:nvSpPr>
          <p:cNvPr id="77831" name="Rectangle 32"/>
          <p:cNvSpPr>
            <a:spLocks noChangeArrowheads="1"/>
          </p:cNvSpPr>
          <p:nvPr/>
        </p:nvSpPr>
        <p:spPr bwMode="auto">
          <a:xfrm>
            <a:off x="1631504" y="4335121"/>
            <a:ext cx="8540874" cy="9036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342900" indent="-342900"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marL="457200" lvl="1" indent="0" eaLnBrk="1" hangingPunct="1">
              <a:spcBef>
                <a:spcPct val="20000"/>
              </a:spcBef>
              <a:buClr>
                <a:srgbClr val="0099FF"/>
              </a:buClr>
            </a:pPr>
            <a:r>
              <a:rPr lang="zh-CN" altLang="en-US" dirty="0">
                <a:solidFill>
                  <a:srgbClr val="C00000"/>
                </a:solidFill>
              </a:rPr>
              <a:t>问：</a:t>
            </a:r>
            <a:r>
              <a:rPr lang="en-US" altLang="zh-CN" dirty="0">
                <a:solidFill>
                  <a:srgbClr val="C00000"/>
                </a:solidFill>
              </a:rPr>
              <a:t>(1) </a:t>
            </a:r>
            <a:r>
              <a:rPr lang="zh-CN" altLang="en-US" dirty="0"/>
              <a:t>已知发出符号</a:t>
            </a:r>
            <a:r>
              <a:rPr lang="en-US" altLang="zh-CN" dirty="0"/>
              <a:t>0</a:t>
            </a:r>
            <a:r>
              <a:rPr lang="zh-CN" altLang="en-US" dirty="0"/>
              <a:t>，求收到符号后得到的信息量</a:t>
            </a:r>
            <a:r>
              <a:rPr lang="en-US" altLang="zh-CN" i="1" dirty="0"/>
              <a:t>H</a:t>
            </a:r>
            <a:r>
              <a:rPr lang="en-US" altLang="zh-CN" dirty="0"/>
              <a:t>(</a:t>
            </a:r>
            <a:r>
              <a:rPr lang="en-US" altLang="zh-CN" i="1" dirty="0" err="1"/>
              <a:t>Y</a:t>
            </a:r>
            <a:r>
              <a:rPr lang="en-US" altLang="zh-CN" dirty="0" err="1"/>
              <a:t>|0</a:t>
            </a:r>
            <a:r>
              <a:rPr lang="en-US" altLang="zh-CN" dirty="0"/>
              <a:t>).</a:t>
            </a:r>
            <a:endParaRPr lang="en-US" altLang="zh-CN" dirty="0"/>
          </a:p>
          <a:p>
            <a:pPr lvl="1" eaLnBrk="1" hangingPunct="1">
              <a:spcBef>
                <a:spcPct val="20000"/>
              </a:spcBef>
              <a:buClr>
                <a:srgbClr val="0099FF"/>
              </a:buClr>
              <a:buFont typeface="Wingdings" panose="05000000000000000000" pitchFamily="2" charset="2"/>
              <a:buNone/>
            </a:pPr>
            <a:endParaRPr lang="en-US" altLang="en-US" b="0" dirty="0">
              <a:sym typeface="Symbol" panose="05050102010706020507" pitchFamily="18" charset="2"/>
            </a:endParaRPr>
          </a:p>
        </p:txBody>
      </p:sp>
      <p:sp>
        <p:nvSpPr>
          <p:cNvPr id="35" name="Rectangle 2"/>
          <p:cNvSpPr txBox="1">
            <a:spLocks noChangeArrowheads="1"/>
          </p:cNvSpPr>
          <p:nvPr/>
        </p:nvSpPr>
        <p:spPr bwMode="auto">
          <a:xfrm>
            <a:off x="2514600" y="195264"/>
            <a:ext cx="7232650" cy="6175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rgbClr val="262673"/>
                </a:solidFill>
                <a:latin typeface="宋体" panose="02010600030101010101" pitchFamily="2" charset="-122"/>
                <a:ea typeface="宋体" panose="02010600030101010101" pitchFamily="2" charset="-122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rgbClr val="262673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rgbClr val="262673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rgbClr val="262673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rgbClr val="262673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342900" algn="l" rtl="0" fontAlgn="base">
              <a:spcBef>
                <a:spcPct val="0"/>
              </a:spcBef>
              <a:spcAft>
                <a:spcPct val="0"/>
              </a:spcAft>
              <a:defRPr kumimoji="1" sz="3300">
                <a:solidFill>
                  <a:schemeClr val="tx2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685800" algn="l" rtl="0" fontAlgn="base">
              <a:spcBef>
                <a:spcPct val="0"/>
              </a:spcBef>
              <a:spcAft>
                <a:spcPct val="0"/>
              </a:spcAft>
              <a:defRPr kumimoji="1" sz="3300">
                <a:solidFill>
                  <a:schemeClr val="tx2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1028700" algn="l" rtl="0" fontAlgn="base">
              <a:spcBef>
                <a:spcPct val="0"/>
              </a:spcBef>
              <a:spcAft>
                <a:spcPct val="0"/>
              </a:spcAft>
              <a:defRPr kumimoji="1" sz="3300">
                <a:solidFill>
                  <a:schemeClr val="tx2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1371600" algn="l" rtl="0" fontAlgn="base">
              <a:spcBef>
                <a:spcPct val="0"/>
              </a:spcBef>
              <a:spcAft>
                <a:spcPct val="0"/>
              </a:spcAft>
              <a:defRPr kumimoji="1" sz="3300">
                <a:solidFill>
                  <a:schemeClr val="tx2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marL="342900" lvl="1" indent="0" eaLnBrk="1" hangingPunct="1">
              <a:buNone/>
            </a:pPr>
            <a:r>
              <a:rPr lang="en-US" altLang="zh-CN" kern="0" dirty="0"/>
              <a:t>2.2 </a:t>
            </a:r>
            <a:r>
              <a:rPr lang="zh-CN" altLang="en-US" dirty="0">
                <a:sym typeface="+mn-ea"/>
              </a:rPr>
              <a:t>信源的信息熵</a:t>
            </a:r>
            <a:endParaRPr lang="zh-CN" altLang="en-US" kern="0" dirty="0"/>
          </a:p>
        </p:txBody>
      </p:sp>
      <p:sp>
        <p:nvSpPr>
          <p:cNvPr id="78852" name="Rectangle 3"/>
          <p:cNvSpPr>
            <a:spLocks noGrp="1" noChangeArrowheads="1"/>
          </p:cNvSpPr>
          <p:nvPr/>
        </p:nvSpPr>
        <p:spPr>
          <a:xfrm>
            <a:off x="1722314" y="4927861"/>
            <a:ext cx="8748390" cy="473784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spAutoFit/>
          </a:bodyPr>
          <a:lstStyle>
            <a:lvl1pPr marL="257175" indent="-257175" algn="just" rtl="0" eaLnBrk="0" fontAlgn="base" hangingPunct="0">
              <a:lnSpc>
                <a:spcPct val="125000"/>
              </a:lnSpc>
              <a:spcBef>
                <a:spcPts val="600"/>
              </a:spcBef>
              <a:spcAft>
                <a:spcPts val="60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1pPr>
            <a:lvl2pPr marL="557530" indent="-214630" algn="just" rtl="0" eaLnBrk="0" fontAlgn="base" hangingPunct="0">
              <a:lnSpc>
                <a:spcPct val="113000"/>
              </a:lnSpc>
              <a:spcBef>
                <a:spcPct val="0"/>
              </a:spcBef>
              <a:spcAft>
                <a:spcPts val="60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Ø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857250" indent="-171450" algn="just" rtl="0" eaLnBrk="0" fontAlgn="base" hangingPunct="0">
              <a:lnSpc>
                <a:spcPct val="125000"/>
              </a:lnSpc>
              <a:spcBef>
                <a:spcPts val="600"/>
              </a:spcBef>
              <a:spcAft>
                <a:spcPts val="60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200150" indent="-171450" algn="just" rtl="0" eaLnBrk="0" fontAlgn="base" hangingPunct="0">
              <a:lnSpc>
                <a:spcPct val="125000"/>
              </a:lnSpc>
              <a:spcBef>
                <a:spcPts val="600"/>
              </a:spcBef>
              <a:spcAft>
                <a:spcPts val="60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1543050" indent="-171450" algn="l" rtl="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2000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1500" b="1">
                <a:solidFill>
                  <a:srgbClr val="0000FF"/>
                </a:solidFill>
                <a:latin typeface="+mn-lt"/>
                <a:ea typeface="+mn-ea"/>
              </a:defRPr>
            </a:lvl5pPr>
            <a:lvl6pPr marL="1885950" indent="-171450" algn="l" rtl="0" fontAlgn="base">
              <a:lnSpc>
                <a:spcPct val="90000"/>
              </a:lnSpc>
              <a:spcBef>
                <a:spcPct val="20000"/>
              </a:spcBef>
              <a:spcAft>
                <a:spcPct val="2000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1500" b="1">
                <a:solidFill>
                  <a:schemeClr val="tx1"/>
                </a:solidFill>
                <a:latin typeface="+mn-lt"/>
                <a:ea typeface="+mn-ea"/>
              </a:defRPr>
            </a:lvl6pPr>
            <a:lvl7pPr marL="2228850" indent="-171450" algn="l" rtl="0" fontAlgn="base">
              <a:lnSpc>
                <a:spcPct val="90000"/>
              </a:lnSpc>
              <a:spcBef>
                <a:spcPct val="20000"/>
              </a:spcBef>
              <a:spcAft>
                <a:spcPct val="2000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1500" b="1">
                <a:solidFill>
                  <a:schemeClr val="tx1"/>
                </a:solidFill>
                <a:latin typeface="+mn-lt"/>
                <a:ea typeface="+mn-ea"/>
              </a:defRPr>
            </a:lvl7pPr>
            <a:lvl8pPr marL="2571750" indent="-171450" algn="l" rtl="0" fontAlgn="base">
              <a:lnSpc>
                <a:spcPct val="90000"/>
              </a:lnSpc>
              <a:spcBef>
                <a:spcPct val="20000"/>
              </a:spcBef>
              <a:spcAft>
                <a:spcPct val="2000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1500" b="1">
                <a:solidFill>
                  <a:schemeClr val="tx1"/>
                </a:solidFill>
                <a:latin typeface="+mn-lt"/>
                <a:ea typeface="+mn-ea"/>
              </a:defRPr>
            </a:lvl8pPr>
            <a:lvl9pPr marL="2914650" indent="-171450" algn="l" rtl="0" fontAlgn="base">
              <a:lnSpc>
                <a:spcPct val="90000"/>
              </a:lnSpc>
              <a:spcBef>
                <a:spcPct val="20000"/>
              </a:spcBef>
              <a:spcAft>
                <a:spcPct val="2000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1500" b="1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342900" lvl="1" indent="0" eaLnBrk="1" hangingPunct="1">
              <a:buNone/>
            </a:pPr>
            <a:r>
              <a:rPr lang="zh-CN" altLang="en-US" b="1" dirty="0">
                <a:solidFill>
                  <a:srgbClr val="C00000"/>
                </a:solidFill>
              </a:rPr>
              <a:t>问：</a:t>
            </a:r>
            <a:r>
              <a:rPr lang="en-US" altLang="zh-CN" b="1" dirty="0">
                <a:solidFill>
                  <a:srgbClr val="C00000"/>
                </a:solidFill>
              </a:rPr>
              <a:t>(2) </a:t>
            </a:r>
            <a:r>
              <a:rPr lang="zh-CN" altLang="en-US" b="1" dirty="0"/>
              <a:t>已知发出的符号，求收到符号后得到的信息量</a:t>
            </a:r>
            <a:r>
              <a:rPr lang="en-US" altLang="zh-CN" b="1" i="1" dirty="0"/>
              <a:t>H</a:t>
            </a:r>
            <a:r>
              <a:rPr lang="en-US" altLang="zh-CN" b="1" dirty="0"/>
              <a:t>(</a:t>
            </a:r>
            <a:r>
              <a:rPr lang="en-US" altLang="zh-CN" b="1" i="1" dirty="0" err="1"/>
              <a:t>Y</a:t>
            </a:r>
            <a:r>
              <a:rPr lang="en-US" altLang="zh-CN" b="1" dirty="0" err="1"/>
              <a:t>|</a:t>
            </a:r>
            <a:r>
              <a:rPr lang="en-US" altLang="zh-CN" b="1" i="1" dirty="0" err="1"/>
              <a:t>X</a:t>
            </a:r>
            <a:r>
              <a:rPr lang="en-US" altLang="zh-CN" b="1" dirty="0"/>
              <a:t>).</a:t>
            </a:r>
            <a:endParaRPr lang="en-US" altLang="zh-CN" b="1" dirty="0"/>
          </a:p>
        </p:txBody>
      </p:sp>
      <p:sp>
        <p:nvSpPr>
          <p:cNvPr id="79876" name="Rectangle 3"/>
          <p:cNvSpPr>
            <a:spLocks noGrp="1" noChangeArrowheads="1"/>
          </p:cNvSpPr>
          <p:nvPr/>
        </p:nvSpPr>
        <p:spPr>
          <a:xfrm>
            <a:off x="2063562" y="5517421"/>
            <a:ext cx="8640960" cy="55308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spAutoFit/>
          </a:bodyPr>
          <a:lstStyle>
            <a:lvl1pPr marL="257175" indent="-257175" algn="just" rtl="0" eaLnBrk="0" fontAlgn="base" hangingPunct="0">
              <a:lnSpc>
                <a:spcPct val="125000"/>
              </a:lnSpc>
              <a:spcBef>
                <a:spcPts val="600"/>
              </a:spcBef>
              <a:spcAft>
                <a:spcPts val="60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1pPr>
            <a:lvl2pPr marL="557530" indent="-214630" algn="just" rtl="0" eaLnBrk="0" fontAlgn="base" hangingPunct="0">
              <a:lnSpc>
                <a:spcPct val="113000"/>
              </a:lnSpc>
              <a:spcBef>
                <a:spcPct val="0"/>
              </a:spcBef>
              <a:spcAft>
                <a:spcPts val="60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Ø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857250" indent="-171450" algn="just" rtl="0" eaLnBrk="0" fontAlgn="base" hangingPunct="0">
              <a:lnSpc>
                <a:spcPct val="125000"/>
              </a:lnSpc>
              <a:spcBef>
                <a:spcPts val="600"/>
              </a:spcBef>
              <a:spcAft>
                <a:spcPts val="60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200150" indent="-171450" algn="just" rtl="0" eaLnBrk="0" fontAlgn="base" hangingPunct="0">
              <a:lnSpc>
                <a:spcPct val="125000"/>
              </a:lnSpc>
              <a:spcBef>
                <a:spcPts val="600"/>
              </a:spcBef>
              <a:spcAft>
                <a:spcPts val="60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1543050" indent="-171450" algn="l" rtl="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2000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1500" b="1">
                <a:solidFill>
                  <a:srgbClr val="0000FF"/>
                </a:solidFill>
                <a:latin typeface="+mn-lt"/>
                <a:ea typeface="+mn-ea"/>
              </a:defRPr>
            </a:lvl5pPr>
            <a:lvl6pPr marL="1885950" indent="-171450" algn="l" rtl="0" fontAlgn="base">
              <a:lnSpc>
                <a:spcPct val="90000"/>
              </a:lnSpc>
              <a:spcBef>
                <a:spcPct val="20000"/>
              </a:spcBef>
              <a:spcAft>
                <a:spcPct val="2000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1500" b="1">
                <a:solidFill>
                  <a:schemeClr val="tx1"/>
                </a:solidFill>
                <a:latin typeface="+mn-lt"/>
                <a:ea typeface="+mn-ea"/>
              </a:defRPr>
            </a:lvl6pPr>
            <a:lvl7pPr marL="2228850" indent="-171450" algn="l" rtl="0" fontAlgn="base">
              <a:lnSpc>
                <a:spcPct val="90000"/>
              </a:lnSpc>
              <a:spcBef>
                <a:spcPct val="20000"/>
              </a:spcBef>
              <a:spcAft>
                <a:spcPct val="2000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1500" b="1">
                <a:solidFill>
                  <a:schemeClr val="tx1"/>
                </a:solidFill>
                <a:latin typeface="+mn-lt"/>
                <a:ea typeface="+mn-ea"/>
              </a:defRPr>
            </a:lvl7pPr>
            <a:lvl8pPr marL="2571750" indent="-171450" algn="l" rtl="0" fontAlgn="base">
              <a:lnSpc>
                <a:spcPct val="90000"/>
              </a:lnSpc>
              <a:spcBef>
                <a:spcPct val="20000"/>
              </a:spcBef>
              <a:spcAft>
                <a:spcPct val="2000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1500" b="1">
                <a:solidFill>
                  <a:schemeClr val="tx1"/>
                </a:solidFill>
                <a:latin typeface="+mn-lt"/>
                <a:ea typeface="+mn-ea"/>
              </a:defRPr>
            </a:lvl8pPr>
            <a:lvl9pPr marL="2914650" indent="-171450" algn="l" rtl="0" fontAlgn="base">
              <a:lnSpc>
                <a:spcPct val="90000"/>
              </a:lnSpc>
              <a:spcBef>
                <a:spcPct val="20000"/>
              </a:spcBef>
              <a:spcAft>
                <a:spcPct val="2000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1500" b="1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 eaLnBrk="1" hangingPunct="1">
              <a:buNone/>
            </a:pPr>
            <a:r>
              <a:rPr lang="zh-CN" altLang="en-US" sz="2400" dirty="0">
                <a:solidFill>
                  <a:srgbClr val="C00000"/>
                </a:solidFill>
              </a:rPr>
              <a:t>问：</a:t>
            </a:r>
            <a:r>
              <a:rPr lang="en-US" altLang="zh-CN" sz="2400" dirty="0">
                <a:solidFill>
                  <a:srgbClr val="C00000"/>
                </a:solidFill>
              </a:rPr>
              <a:t>(3) </a:t>
            </a:r>
            <a:r>
              <a:rPr lang="zh-CN" altLang="en-US" sz="2400" dirty="0"/>
              <a:t>已知发出的和收到的符号，求能得到的信息量</a:t>
            </a:r>
            <a:r>
              <a:rPr lang="en-US" altLang="zh-CN" sz="2400" i="1" dirty="0"/>
              <a:t>H</a:t>
            </a:r>
            <a:r>
              <a:rPr lang="en-US" altLang="zh-CN" sz="2400" dirty="0"/>
              <a:t>(</a:t>
            </a:r>
            <a:r>
              <a:rPr lang="en-US" altLang="zh-CN" sz="2400" i="1" dirty="0"/>
              <a:t>X</a:t>
            </a:r>
            <a:r>
              <a:rPr lang="en-US" altLang="zh-CN" sz="2400" dirty="0"/>
              <a:t>,</a:t>
            </a:r>
            <a:r>
              <a:rPr lang="en-US" altLang="zh-CN" sz="2400" i="1" dirty="0"/>
              <a:t>Y</a:t>
            </a:r>
            <a:r>
              <a:rPr lang="en-US" altLang="zh-CN" sz="2400" dirty="0"/>
              <a:t>)</a:t>
            </a:r>
            <a:r>
              <a:rPr lang="zh-CN" altLang="en-US" sz="2400" dirty="0"/>
              <a:t>。</a:t>
            </a:r>
            <a:endParaRPr lang="en-US" altLang="zh-CN" sz="2400" dirty="0"/>
          </a:p>
        </p:txBody>
      </p:sp>
      <p:sp>
        <p:nvSpPr>
          <p:cNvPr id="80900" name="Rectangle 3"/>
          <p:cNvSpPr>
            <a:spLocks noGrp="1" noChangeArrowheads="1"/>
          </p:cNvSpPr>
          <p:nvPr/>
        </p:nvSpPr>
        <p:spPr>
          <a:xfrm>
            <a:off x="2064048" y="6093478"/>
            <a:ext cx="9937103" cy="506998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spAutoFit/>
          </a:bodyPr>
          <a:lstStyle>
            <a:lvl1pPr marL="257175" indent="-257175" algn="just" rtl="0" eaLnBrk="0" fontAlgn="base" hangingPunct="0">
              <a:lnSpc>
                <a:spcPct val="125000"/>
              </a:lnSpc>
              <a:spcBef>
                <a:spcPts val="600"/>
              </a:spcBef>
              <a:spcAft>
                <a:spcPts val="60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1pPr>
            <a:lvl2pPr marL="557530" indent="-214630" algn="just" rtl="0" eaLnBrk="0" fontAlgn="base" hangingPunct="0">
              <a:lnSpc>
                <a:spcPct val="113000"/>
              </a:lnSpc>
              <a:spcBef>
                <a:spcPct val="0"/>
              </a:spcBef>
              <a:spcAft>
                <a:spcPts val="60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Ø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857250" indent="-171450" algn="just" rtl="0" eaLnBrk="0" fontAlgn="base" hangingPunct="0">
              <a:lnSpc>
                <a:spcPct val="125000"/>
              </a:lnSpc>
              <a:spcBef>
                <a:spcPts val="600"/>
              </a:spcBef>
              <a:spcAft>
                <a:spcPts val="60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200150" indent="-171450" algn="just" rtl="0" eaLnBrk="0" fontAlgn="base" hangingPunct="0">
              <a:lnSpc>
                <a:spcPct val="125000"/>
              </a:lnSpc>
              <a:spcBef>
                <a:spcPts val="600"/>
              </a:spcBef>
              <a:spcAft>
                <a:spcPts val="60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1543050" indent="-171450" algn="l" rtl="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2000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1500" b="1">
                <a:solidFill>
                  <a:srgbClr val="0000FF"/>
                </a:solidFill>
                <a:latin typeface="+mn-lt"/>
                <a:ea typeface="+mn-ea"/>
              </a:defRPr>
            </a:lvl5pPr>
            <a:lvl6pPr marL="1885950" indent="-171450" algn="l" rtl="0" fontAlgn="base">
              <a:lnSpc>
                <a:spcPct val="90000"/>
              </a:lnSpc>
              <a:spcBef>
                <a:spcPct val="20000"/>
              </a:spcBef>
              <a:spcAft>
                <a:spcPct val="2000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1500" b="1">
                <a:solidFill>
                  <a:schemeClr val="tx1"/>
                </a:solidFill>
                <a:latin typeface="+mn-lt"/>
                <a:ea typeface="+mn-ea"/>
              </a:defRPr>
            </a:lvl6pPr>
            <a:lvl7pPr marL="2228850" indent="-171450" algn="l" rtl="0" fontAlgn="base">
              <a:lnSpc>
                <a:spcPct val="90000"/>
              </a:lnSpc>
              <a:spcBef>
                <a:spcPct val="20000"/>
              </a:spcBef>
              <a:spcAft>
                <a:spcPct val="2000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1500" b="1">
                <a:solidFill>
                  <a:schemeClr val="tx1"/>
                </a:solidFill>
                <a:latin typeface="+mn-lt"/>
                <a:ea typeface="+mn-ea"/>
              </a:defRPr>
            </a:lvl7pPr>
            <a:lvl8pPr marL="2571750" indent="-171450" algn="l" rtl="0" fontAlgn="base">
              <a:lnSpc>
                <a:spcPct val="90000"/>
              </a:lnSpc>
              <a:spcBef>
                <a:spcPct val="20000"/>
              </a:spcBef>
              <a:spcAft>
                <a:spcPct val="2000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1500" b="1">
                <a:solidFill>
                  <a:schemeClr val="tx1"/>
                </a:solidFill>
                <a:latin typeface="+mn-lt"/>
                <a:ea typeface="+mn-ea"/>
              </a:defRPr>
            </a:lvl8pPr>
            <a:lvl9pPr marL="2914650" indent="-171450" algn="l" rtl="0" fontAlgn="base">
              <a:lnSpc>
                <a:spcPct val="90000"/>
              </a:lnSpc>
              <a:spcBef>
                <a:spcPct val="20000"/>
              </a:spcBef>
              <a:spcAft>
                <a:spcPct val="2000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1500" b="1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 eaLnBrk="1" hangingPunct="1">
              <a:buNone/>
            </a:pPr>
            <a:r>
              <a:rPr lang="zh-CN" altLang="en-US" sz="2400" dirty="0">
                <a:solidFill>
                  <a:srgbClr val="C00000"/>
                </a:solidFill>
              </a:rPr>
              <a:t>问：</a:t>
            </a:r>
            <a:r>
              <a:rPr lang="en-US" altLang="zh-CN" sz="2400" dirty="0">
                <a:solidFill>
                  <a:srgbClr val="C00000"/>
                </a:solidFill>
              </a:rPr>
              <a:t>(4)</a:t>
            </a:r>
            <a:r>
              <a:rPr lang="zh-CN" altLang="en-US" sz="2400" dirty="0"/>
              <a:t>已知收到的符号，求被告知发出的符号得到的信息量</a:t>
            </a:r>
            <a:r>
              <a:rPr lang="en-US" altLang="zh-CN" sz="2400" i="1" dirty="0"/>
              <a:t>H</a:t>
            </a:r>
            <a:r>
              <a:rPr lang="en-US" altLang="zh-CN" sz="2400" dirty="0"/>
              <a:t>(</a:t>
            </a:r>
            <a:r>
              <a:rPr lang="en-US" altLang="zh-CN" sz="2400" i="1" dirty="0"/>
              <a:t>X</a:t>
            </a:r>
            <a:r>
              <a:rPr lang="en-US" altLang="zh-CN" sz="2400" dirty="0"/>
              <a:t>|</a:t>
            </a:r>
            <a:r>
              <a:rPr lang="en-US" altLang="zh-CN" sz="2400" i="1" dirty="0"/>
              <a:t>Y</a:t>
            </a:r>
            <a:r>
              <a:rPr lang="en-US" altLang="zh-CN" sz="2400" dirty="0"/>
              <a:t>)</a:t>
            </a:r>
            <a:r>
              <a:rPr lang="zh-CN" altLang="en-US" sz="2400" dirty="0"/>
              <a:t>。</a:t>
            </a:r>
            <a:endParaRPr lang="en-US" altLang="zh-CN" sz="2400" dirty="0"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主要内容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063552" y="1556792"/>
            <a:ext cx="7128792" cy="4365476"/>
          </a:xfrm>
        </p:spPr>
        <p:txBody>
          <a:bodyPr/>
          <a:lstStyle/>
          <a:p>
            <a:pPr marL="0" indent="0" eaLnBrk="1" hangingPunct="1">
              <a:buNone/>
              <a:defRPr/>
            </a:pPr>
            <a:r>
              <a:rPr lang="en-US" altLang="zh-CN" dirty="0"/>
              <a:t>2.1  </a:t>
            </a:r>
            <a:r>
              <a:rPr lang="zh-CN" altLang="en-US" dirty="0"/>
              <a:t>信源的分类及数学模型</a:t>
            </a:r>
            <a:endParaRPr lang="zh-CN" altLang="en-US" dirty="0"/>
          </a:p>
          <a:p>
            <a:pPr marL="0" indent="0" eaLnBrk="1" hangingPunct="1">
              <a:buNone/>
              <a:defRPr/>
            </a:pPr>
            <a:r>
              <a:rPr lang="en-US" altLang="zh-CN" dirty="0"/>
              <a:t>2.2  </a:t>
            </a:r>
            <a:r>
              <a:rPr lang="zh-CN" altLang="en-US" dirty="0"/>
              <a:t>信源</a:t>
            </a:r>
            <a:r>
              <a:rPr lang="zh-CN" altLang="en-US" dirty="0"/>
              <a:t>的信息</a:t>
            </a:r>
            <a:r>
              <a:rPr lang="zh-CN" altLang="en-US" dirty="0">
                <a:sym typeface="+mn-ea"/>
              </a:rPr>
              <a:t>熵</a:t>
            </a:r>
            <a:endParaRPr lang="en-US" altLang="zh-CN" dirty="0"/>
          </a:p>
          <a:p>
            <a:pPr marL="0" indent="0" eaLnBrk="1" hangingPunct="1">
              <a:buNone/>
              <a:defRPr/>
            </a:pPr>
            <a:r>
              <a:rPr lang="en-US" altLang="zh-CN" dirty="0"/>
              <a:t>2.3  </a:t>
            </a:r>
            <a:r>
              <a:rPr lang="zh-CN" altLang="en-US" dirty="0"/>
              <a:t>熵的</a:t>
            </a:r>
            <a:r>
              <a:rPr lang="zh-CN" altLang="en-US" dirty="0"/>
              <a:t>基本性质</a:t>
            </a:r>
            <a:endParaRPr lang="zh-CN" altLang="en-US" dirty="0"/>
          </a:p>
          <a:p>
            <a:pPr marL="0" indent="0" eaLnBrk="1" hangingPunct="1">
              <a:buNone/>
              <a:defRPr/>
            </a:pPr>
            <a:r>
              <a:rPr lang="en-US" altLang="zh-CN" dirty="0"/>
              <a:t>2.4  </a:t>
            </a:r>
            <a:r>
              <a:rPr lang="zh-CN" altLang="en-US" dirty="0"/>
              <a:t>信源的相关性与冗余度</a:t>
            </a:r>
            <a:r>
              <a:rPr lang="en-US" altLang="zh-CN" dirty="0"/>
              <a:t> </a:t>
            </a:r>
            <a:endParaRPr lang="en-US" altLang="zh-CN" dirty="0"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主要内容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063552" y="1556792"/>
            <a:ext cx="7128792" cy="4365476"/>
          </a:xfrm>
        </p:spPr>
        <p:txBody>
          <a:bodyPr/>
          <a:lstStyle/>
          <a:p>
            <a:pPr marL="0" indent="0" eaLnBrk="1" hangingPunct="1">
              <a:buNone/>
              <a:defRPr/>
            </a:pPr>
            <a:r>
              <a:rPr lang="en-US" altLang="zh-CN" dirty="0">
                <a:solidFill>
                  <a:schemeClr val="bg1">
                    <a:lumMod val="95000"/>
                  </a:schemeClr>
                </a:solidFill>
              </a:rPr>
              <a:t>2.1  </a:t>
            </a:r>
            <a:r>
              <a:rPr lang="zh-CN" altLang="en-US" dirty="0">
                <a:solidFill>
                  <a:schemeClr val="bg1">
                    <a:lumMod val="95000"/>
                  </a:schemeClr>
                </a:solidFill>
              </a:rPr>
              <a:t>信源的分类及数学模型</a:t>
            </a:r>
            <a:endParaRPr lang="zh-CN" altLang="en-US" dirty="0">
              <a:solidFill>
                <a:schemeClr val="bg1">
                  <a:lumMod val="95000"/>
                </a:schemeClr>
              </a:solidFill>
            </a:endParaRPr>
          </a:p>
          <a:p>
            <a:pPr marL="0" indent="0" eaLnBrk="1" hangingPunct="1">
              <a:buNone/>
              <a:defRPr/>
            </a:pPr>
            <a:r>
              <a:rPr lang="en-US" altLang="zh-CN" dirty="0">
                <a:solidFill>
                  <a:schemeClr val="bg1">
                    <a:lumMod val="95000"/>
                  </a:schemeClr>
                </a:solidFill>
              </a:rPr>
              <a:t>2.2  </a:t>
            </a:r>
            <a:r>
              <a:rPr lang="zh-CN" altLang="en-US" dirty="0">
                <a:solidFill>
                  <a:schemeClr val="bg1">
                    <a:lumMod val="95000"/>
                  </a:schemeClr>
                </a:solidFill>
              </a:rPr>
              <a:t>信源的信息</a:t>
            </a:r>
            <a:r>
              <a:rPr lang="zh-CN" altLang="en-US" dirty="0">
                <a:solidFill>
                  <a:schemeClr val="bg1">
                    <a:lumMod val="95000"/>
                  </a:schemeClr>
                </a:solidFill>
                <a:sym typeface="+mn-ea"/>
              </a:rPr>
              <a:t>熵</a:t>
            </a:r>
            <a:endParaRPr lang="en-US" altLang="zh-CN" dirty="0">
              <a:solidFill>
                <a:schemeClr val="bg1">
                  <a:lumMod val="95000"/>
                </a:schemeClr>
              </a:solidFill>
            </a:endParaRPr>
          </a:p>
          <a:p>
            <a:pPr marL="0" indent="0" eaLnBrk="1" hangingPunct="1">
              <a:buNone/>
              <a:defRPr/>
            </a:pPr>
            <a:r>
              <a:rPr lang="en-US" altLang="zh-CN" dirty="0"/>
              <a:t>2.3  </a:t>
            </a:r>
            <a:r>
              <a:rPr lang="zh-CN" altLang="en-US" dirty="0"/>
              <a:t>熵的</a:t>
            </a:r>
            <a:r>
              <a:rPr lang="zh-CN" altLang="en-US" dirty="0"/>
              <a:t>基本性质</a:t>
            </a:r>
            <a:endParaRPr lang="zh-CN" altLang="en-US" dirty="0"/>
          </a:p>
          <a:p>
            <a:pPr marL="0" indent="0" eaLnBrk="1" hangingPunct="1">
              <a:buNone/>
              <a:defRPr/>
            </a:pPr>
            <a:r>
              <a:rPr lang="en-US" altLang="zh-CN" dirty="0">
                <a:solidFill>
                  <a:schemeClr val="bg1">
                    <a:lumMod val="95000"/>
                  </a:schemeClr>
                </a:solidFill>
              </a:rPr>
              <a:t>2.4  </a:t>
            </a:r>
            <a:r>
              <a:rPr lang="zh-CN" altLang="en-US" dirty="0">
                <a:solidFill>
                  <a:schemeClr val="bg1">
                    <a:lumMod val="95000"/>
                  </a:schemeClr>
                </a:solidFill>
              </a:rPr>
              <a:t>信源的相关性与冗余度</a:t>
            </a:r>
            <a:r>
              <a:rPr lang="en-US" altLang="zh-CN" dirty="0">
                <a:solidFill>
                  <a:schemeClr val="bg1">
                    <a:lumMod val="95000"/>
                  </a:schemeClr>
                </a:solidFill>
              </a:rPr>
              <a:t> </a:t>
            </a:r>
            <a:endParaRPr lang="en-US" altLang="zh-CN" dirty="0">
              <a:solidFill>
                <a:schemeClr val="bg1">
                  <a:lumMod val="95000"/>
                </a:schemeClr>
              </a:solidFill>
            </a:endParaRP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sym typeface="+mn-ea"/>
              </a:rPr>
              <a:t>2.3 </a:t>
            </a:r>
            <a:r>
              <a:rPr lang="zh-CN" altLang="en-US" dirty="0">
                <a:sym typeface="+mn-ea"/>
              </a:rPr>
              <a:t>熵的基本性质</a:t>
            </a:r>
            <a:endParaRPr lang="zh-CN" altLang="en-US" dirty="0"/>
          </a:p>
        </p:txBody>
      </p:sp>
      <p:sp>
        <p:nvSpPr>
          <p:cNvPr id="4" name="内容占位符 3"/>
          <p:cNvSpPr/>
          <p:nvPr>
            <p:ph idx="1"/>
          </p:nvPr>
        </p:nvSpPr>
        <p:spPr/>
        <p:txBody>
          <a:bodyPr/>
          <a:p>
            <a:endParaRPr lang="zh-CN" altLang="en-US"/>
          </a:p>
          <a:p>
            <a:endParaRPr lang="zh-CN" altLang="en-US"/>
          </a:p>
        </p:txBody>
      </p:sp>
      <p:graphicFrame>
        <p:nvGraphicFramePr>
          <p:cNvPr id="60422" name="Object 6"/>
          <p:cNvGraphicFramePr>
            <a:graphicFrameLocks noChangeAspect="1"/>
          </p:cNvGraphicFramePr>
          <p:nvPr/>
        </p:nvGraphicFramePr>
        <p:xfrm>
          <a:off x="2784012" y="1556385"/>
          <a:ext cx="7428234" cy="10429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416" name="Equation" r:id="rId1" imgW="70713600" imgH="8839200" progId="Equation.DSMT4">
                  <p:embed/>
                </p:oleObj>
              </mc:Choice>
              <mc:Fallback>
                <p:oleObj name="Equation" r:id="rId1" imgW="70713600" imgH="8839200" progId="Equation.DSMT4">
                  <p:embed/>
                  <p:pic>
                    <p:nvPicPr>
                      <p:cNvPr id="0" name="Picture 40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84012" y="1556385"/>
                        <a:ext cx="7428234" cy="10429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0424" name="Object 8"/>
          <p:cNvGraphicFramePr>
            <a:graphicFrameLocks noChangeAspect="1"/>
          </p:cNvGraphicFramePr>
          <p:nvPr/>
        </p:nvGraphicFramePr>
        <p:xfrm>
          <a:off x="2567305" y="4248150"/>
          <a:ext cx="8107045" cy="69913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417" name="Equation" r:id="rId3" imgW="2552700" imgH="190500" progId="Equation.DSMT4">
                  <p:embed/>
                </p:oleObj>
              </mc:Choice>
              <mc:Fallback>
                <p:oleObj name="Equation" r:id="rId3" imgW="2552700" imgH="190500" progId="Equation.DSMT4">
                  <p:embed/>
                  <p:pic>
                    <p:nvPicPr>
                      <p:cNvPr id="0" name="Picture 4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67305" y="4248150"/>
                        <a:ext cx="8107045" cy="69913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5" name="组合 4"/>
          <p:cNvGrpSpPr/>
          <p:nvPr>
            <p:custDataLst>
              <p:tags r:id="rId5"/>
            </p:custDataLst>
          </p:nvPr>
        </p:nvGrpSpPr>
        <p:grpSpPr>
          <a:xfrm>
            <a:off x="1609415" y="1108084"/>
            <a:ext cx="2372961" cy="448301"/>
            <a:chOff x="2286001" y="906463"/>
            <a:chExt cx="2327096" cy="647700"/>
          </a:xfrm>
        </p:grpSpPr>
        <p:sp>
          <p:nvSpPr>
            <p:cNvPr id="60421" name="Rectangle 5"/>
            <p:cNvSpPr>
              <a:spLocks noChangeArrowheads="1"/>
            </p:cNvSpPr>
            <p:nvPr>
              <p:custDataLst>
                <p:tags r:id="rId6"/>
              </p:custDataLst>
            </p:nvPr>
          </p:nvSpPr>
          <p:spPr bwMode="auto">
            <a:xfrm>
              <a:off x="3118208" y="965528"/>
              <a:ext cx="1494889" cy="5232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anchor="ctr">
              <a:spAutoFit/>
            </a:bodyPr>
            <a:lstStyle/>
            <a:p>
              <a:pPr eaLnBrk="1" hangingPunct="1">
                <a:defRPr/>
              </a:pPr>
              <a:r>
                <a:rPr lang="zh-CN" altLang="en-US" sz="2800" dirty="0">
                  <a:solidFill>
                    <a:srgbClr val="000000"/>
                  </a:solidFill>
                  <a:latin typeface="Arial" panose="020B0604020202020204" pitchFamily="34" charset="0"/>
                  <a:ea typeface="华文中宋" panose="02010600040101010101" pitchFamily="2" charset="-122"/>
                </a:rPr>
                <a:t>非负性</a:t>
              </a:r>
              <a:endParaRPr lang="zh-CN" altLang="en-US" sz="2800" dirty="0">
                <a:solidFill>
                  <a:srgbClr val="000000"/>
                </a:solidFill>
                <a:latin typeface="Arial" panose="020B0604020202020204" pitchFamily="34" charset="0"/>
                <a:ea typeface="华文中宋" panose="02010600040101010101" pitchFamily="2" charset="-122"/>
              </a:endParaRPr>
            </a:p>
          </p:txBody>
        </p:sp>
        <p:sp>
          <p:nvSpPr>
            <p:cNvPr id="61474" name="Oval 34"/>
            <p:cNvSpPr>
              <a:spLocks noChangeArrowheads="1"/>
            </p:cNvSpPr>
            <p:nvPr>
              <p:custDataLst>
                <p:tags r:id="rId7"/>
              </p:custDataLst>
            </p:nvPr>
          </p:nvSpPr>
          <p:spPr bwMode="auto">
            <a:xfrm>
              <a:off x="2286001" y="906463"/>
              <a:ext cx="516112" cy="647700"/>
            </a:xfrm>
            <a:prstGeom prst="ellipse">
              <a:avLst/>
            </a:prstGeom>
            <a:solidFill>
              <a:schemeClr val="accent2"/>
            </a:solidFill>
            <a:ln w="12700" cap="sq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tx2"/>
                </a:buClr>
                <a:buSzPct val="90000"/>
                <a:buFont typeface="Symbol" panose="05050102010706020507" pitchFamily="18" charset="2"/>
                <a:buChar char="¨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800" b="1" dirty="0">
                  <a:solidFill>
                    <a:schemeClr val="bg2"/>
                  </a:solidFill>
                </a:rPr>
                <a:t>1</a:t>
              </a:r>
              <a:endParaRPr lang="en-US" altLang="zh-CN" sz="2800" b="1" dirty="0">
                <a:solidFill>
                  <a:schemeClr val="bg2"/>
                </a:solidFill>
              </a:endParaRPr>
            </a:p>
          </p:txBody>
        </p:sp>
      </p:grpSp>
      <p:sp>
        <p:nvSpPr>
          <p:cNvPr id="60423" name="Rectangle 7"/>
          <p:cNvSpPr>
            <a:spLocks noChangeArrowheads="1"/>
          </p:cNvSpPr>
          <p:nvPr>
            <p:custDataLst>
              <p:tags r:id="rId8"/>
            </p:custDataLst>
          </p:nvPr>
        </p:nvSpPr>
        <p:spPr bwMode="auto">
          <a:xfrm>
            <a:off x="2357755" y="3627755"/>
            <a:ext cx="1405255" cy="5232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r>
              <a:rPr lang="zh-CN" altLang="en-US" sz="2800" dirty="0">
                <a:solidFill>
                  <a:srgbClr val="000000"/>
                </a:solidFill>
                <a:latin typeface="Arial" panose="020B0604020202020204" pitchFamily="34" charset="0"/>
                <a:ea typeface="华文中宋" panose="02010600040101010101" pitchFamily="2" charset="-122"/>
              </a:rPr>
              <a:t>对称性</a:t>
            </a:r>
            <a:endParaRPr lang="zh-CN" altLang="en-US" sz="2800" dirty="0">
              <a:solidFill>
                <a:srgbClr val="000000"/>
              </a:solidFill>
              <a:latin typeface="Arial" panose="020B0604020202020204" pitchFamily="34" charset="0"/>
              <a:ea typeface="华文中宋" panose="02010600040101010101" pitchFamily="2" charset="-122"/>
            </a:endParaRPr>
          </a:p>
        </p:txBody>
      </p:sp>
      <p:sp>
        <p:nvSpPr>
          <p:cNvPr id="61475" name="Oval 35"/>
          <p:cNvSpPr>
            <a:spLocks noChangeArrowheads="1"/>
          </p:cNvSpPr>
          <p:nvPr>
            <p:custDataLst>
              <p:tags r:id="rId9"/>
            </p:custDataLst>
          </p:nvPr>
        </p:nvSpPr>
        <p:spPr bwMode="auto">
          <a:xfrm>
            <a:off x="1617980" y="3686810"/>
            <a:ext cx="520065" cy="464185"/>
          </a:xfrm>
          <a:prstGeom prst="ellipse">
            <a:avLst/>
          </a:prstGeom>
          <a:solidFill>
            <a:schemeClr val="accent2"/>
          </a:solidFill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 algn="ctr">
              <a:spcBef>
                <a:spcPct val="0"/>
              </a:spcBef>
            </a:pPr>
            <a:r>
              <a:rPr kumimoji="1" lang="en-US" altLang="zh-CN" sz="3200" b="1" dirty="0">
                <a:solidFill>
                  <a:schemeClr val="bg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3</a:t>
            </a:r>
            <a:endParaRPr kumimoji="1" lang="en-US" altLang="zh-CN" sz="3200" b="1" dirty="0">
              <a:solidFill>
                <a:schemeClr val="bg2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1" name="Rectangle 7"/>
          <p:cNvSpPr>
            <a:spLocks noChangeArrowheads="1"/>
          </p:cNvSpPr>
          <p:nvPr/>
        </p:nvSpPr>
        <p:spPr bwMode="auto">
          <a:xfrm>
            <a:off x="3883660" y="3686933"/>
            <a:ext cx="5323327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r>
              <a:rPr lang="zh-CN" altLang="en-US" sz="2800" dirty="0">
                <a:solidFill>
                  <a:srgbClr val="000000"/>
                </a:solidFill>
                <a:latin typeface="+mn-ea"/>
              </a:rPr>
              <a:t>顺序任意互换时，熵的值不变。</a:t>
            </a:r>
            <a:endParaRPr lang="zh-CN" altLang="en-US" sz="2800" dirty="0">
              <a:solidFill>
                <a:srgbClr val="000000"/>
              </a:solidFill>
              <a:latin typeface="+mn-ea"/>
            </a:endParaRPr>
          </a:p>
        </p:txBody>
      </p:sp>
      <p:graphicFrame>
        <p:nvGraphicFramePr>
          <p:cNvPr id="9" name="对象 8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4151630" y="1124585"/>
          <a:ext cx="1276985" cy="48196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5" name="" r:id="rId10" imgW="673100" imgH="254000" progId="Equation.DSMT4">
                  <p:embed/>
                </p:oleObj>
              </mc:Choice>
              <mc:Fallback>
                <p:oleObj name="" r:id="rId10" imgW="673100" imgH="254000" progId="Equation.DSMT4">
                  <p:embed/>
                  <p:pic>
                    <p:nvPicPr>
                      <p:cNvPr id="0" name="图片 1024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4151630" y="1124585"/>
                        <a:ext cx="1276985" cy="48196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Oval 35"/>
          <p:cNvSpPr>
            <a:spLocks noChangeArrowheads="1"/>
          </p:cNvSpPr>
          <p:nvPr>
            <p:custDataLst>
              <p:tags r:id="rId12"/>
            </p:custDataLst>
          </p:nvPr>
        </p:nvSpPr>
        <p:spPr bwMode="auto">
          <a:xfrm>
            <a:off x="1609725" y="2339975"/>
            <a:ext cx="520065" cy="464185"/>
          </a:xfrm>
          <a:prstGeom prst="ellipse">
            <a:avLst/>
          </a:prstGeom>
          <a:solidFill>
            <a:schemeClr val="accent2"/>
          </a:solidFill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p>
            <a:pPr algn="ctr">
              <a:spcBef>
                <a:spcPct val="0"/>
              </a:spcBef>
            </a:pPr>
            <a:r>
              <a:rPr kumimoji="1" lang="en-US" altLang="zh-CN" sz="3200" b="1" dirty="0">
                <a:solidFill>
                  <a:schemeClr val="bg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2</a:t>
            </a:r>
            <a:endParaRPr kumimoji="1" lang="en-US" altLang="zh-CN" sz="3200" b="1" dirty="0">
              <a:solidFill>
                <a:schemeClr val="bg2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1" name="Rectangle 7"/>
          <p:cNvSpPr>
            <a:spLocks noChangeArrowheads="1"/>
          </p:cNvSpPr>
          <p:nvPr>
            <p:custDataLst>
              <p:tags r:id="rId13"/>
            </p:custDataLst>
          </p:nvPr>
        </p:nvSpPr>
        <p:spPr bwMode="auto">
          <a:xfrm>
            <a:off x="2423795" y="2322830"/>
            <a:ext cx="1405255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p>
            <a:r>
              <a:rPr lang="zh-CN" altLang="en-US" sz="2800" dirty="0">
                <a:solidFill>
                  <a:srgbClr val="000000"/>
                </a:solidFill>
                <a:latin typeface="Arial" panose="020B0604020202020204" pitchFamily="34" charset="0"/>
                <a:ea typeface="华文中宋" panose="02010600040101010101" pitchFamily="2" charset="-122"/>
              </a:rPr>
              <a:t>确定性</a:t>
            </a:r>
            <a:endParaRPr lang="zh-CN" altLang="en-US" sz="2800" dirty="0">
              <a:solidFill>
                <a:srgbClr val="000000"/>
              </a:solidFill>
              <a:latin typeface="Arial" panose="020B0604020202020204" pitchFamily="34" charset="0"/>
              <a:ea typeface="华文中宋" panose="02010600040101010101" pitchFamily="2" charset="-122"/>
            </a:endParaRPr>
          </a:p>
        </p:txBody>
      </p:sp>
      <p:graphicFrame>
        <p:nvGraphicFramePr>
          <p:cNvPr id="12" name="对象 11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2783840" y="2924810"/>
          <a:ext cx="6267450" cy="6819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" name="" r:id="rId14" imgW="2336800" imgH="254000" progId="Equation.DSMT4">
                  <p:embed/>
                </p:oleObj>
              </mc:Choice>
              <mc:Fallback>
                <p:oleObj name="" r:id="rId14" imgW="2336800" imgH="254000" progId="Equation.DSMT4">
                  <p:embed/>
                  <p:pic>
                    <p:nvPicPr>
                      <p:cNvPr id="0" name="图片 1024"/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2783840" y="2924810"/>
                        <a:ext cx="6267450" cy="68199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Object 8"/>
          <p:cNvGraphicFramePr>
            <a:graphicFrameLocks noChangeAspect="1"/>
          </p:cNvGraphicFramePr>
          <p:nvPr/>
        </p:nvGraphicFramePr>
        <p:xfrm>
          <a:off x="4258310" y="4895850"/>
          <a:ext cx="4478655" cy="746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" name="Equation" r:id="rId16" imgW="1409700" imgH="203200" progId="Equation.DSMT4">
                  <p:embed/>
                </p:oleObj>
              </mc:Choice>
              <mc:Fallback>
                <p:oleObj name="Equation" r:id="rId16" imgW="1409700" imgH="203200" progId="Equation.DSMT4">
                  <p:embed/>
                  <p:pic>
                    <p:nvPicPr>
                      <p:cNvPr id="0" name="Picture 4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58310" y="4895850"/>
                        <a:ext cx="4478655" cy="7461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604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04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604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04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sym typeface="+mn-ea"/>
              </a:rPr>
              <a:t>2.3 </a:t>
            </a:r>
            <a:r>
              <a:rPr lang="zh-CN" altLang="en-US" dirty="0">
                <a:sym typeface="+mn-ea"/>
              </a:rPr>
              <a:t>熵的基本性质</a:t>
            </a:r>
            <a:endParaRPr lang="zh-CN" altLang="en-US" dirty="0"/>
          </a:p>
        </p:txBody>
      </p:sp>
      <p:sp>
        <p:nvSpPr>
          <p:cNvPr id="7" name="Rectangle 7"/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1775460" y="1052830"/>
            <a:ext cx="1405255" cy="5232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p>
            <a:r>
              <a:rPr lang="zh-CN" altLang="en-US" sz="2800" dirty="0">
                <a:solidFill>
                  <a:srgbClr val="000000"/>
                </a:solidFill>
                <a:latin typeface="Arial" panose="020B0604020202020204" pitchFamily="34" charset="0"/>
                <a:ea typeface="华文中宋" panose="02010600040101010101" pitchFamily="2" charset="-122"/>
              </a:rPr>
              <a:t>对称性</a:t>
            </a:r>
            <a:endParaRPr lang="zh-CN" altLang="en-US" sz="2800" dirty="0">
              <a:solidFill>
                <a:srgbClr val="000000"/>
              </a:solidFill>
              <a:latin typeface="Arial" panose="020B0604020202020204" pitchFamily="34" charset="0"/>
              <a:ea typeface="华文中宋" panose="02010600040101010101" pitchFamily="2" charset="-122"/>
            </a:endParaRPr>
          </a:p>
        </p:txBody>
      </p:sp>
      <p:sp>
        <p:nvSpPr>
          <p:cNvPr id="8" name="Oval 35"/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1035685" y="1111885"/>
            <a:ext cx="520065" cy="464185"/>
          </a:xfrm>
          <a:prstGeom prst="ellipse">
            <a:avLst/>
          </a:prstGeom>
          <a:solidFill>
            <a:schemeClr val="accent2"/>
          </a:solidFill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p>
            <a:pPr algn="ctr">
              <a:spcBef>
                <a:spcPct val="0"/>
              </a:spcBef>
            </a:pPr>
            <a:r>
              <a:rPr kumimoji="1" lang="en-US" altLang="zh-CN" sz="3200" b="1" dirty="0">
                <a:solidFill>
                  <a:schemeClr val="bg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3</a:t>
            </a:r>
            <a:endParaRPr kumimoji="1" lang="en-US" altLang="zh-CN" sz="3200" b="1" dirty="0">
              <a:solidFill>
                <a:schemeClr val="bg2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1127760" y="1822450"/>
            <a:ext cx="788162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800"/>
              <a:t>例：分别计算下列信源熵：</a:t>
            </a:r>
            <a:endParaRPr lang="zh-CN" altLang="en-US" sz="2800"/>
          </a:p>
        </p:txBody>
      </p:sp>
      <p:graphicFrame>
        <p:nvGraphicFramePr>
          <p:cNvPr id="14" name="Object 19"/>
          <p:cNvGraphicFramePr>
            <a:graphicFrameLocks noChangeAspect="1"/>
          </p:cNvGraphicFramePr>
          <p:nvPr/>
        </p:nvGraphicFramePr>
        <p:xfrm>
          <a:off x="1372870" y="2615565"/>
          <a:ext cx="3312160" cy="96964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887" name="Equation" r:id="rId3" imgW="1739900" imgH="508000" progId="Equation.DSMT4">
                  <p:embed/>
                </p:oleObj>
              </mc:Choice>
              <mc:Fallback>
                <p:oleObj name="Equation" r:id="rId3" imgW="1739900" imgH="508000" progId="Equation.DSMT4">
                  <p:embed/>
                  <p:pic>
                    <p:nvPicPr>
                      <p:cNvPr id="0" name="Objec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72870" y="2615565"/>
                        <a:ext cx="3312160" cy="96964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Object 19"/>
          <p:cNvGraphicFramePr>
            <a:graphicFrameLocks noChangeAspect="1"/>
          </p:cNvGraphicFramePr>
          <p:nvPr/>
        </p:nvGraphicFramePr>
        <p:xfrm>
          <a:off x="1372870" y="4055745"/>
          <a:ext cx="3312160" cy="96964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" name="Equation" r:id="rId5" imgW="1739900" imgH="508000" progId="Equation.DSMT4">
                  <p:embed/>
                </p:oleObj>
              </mc:Choice>
              <mc:Fallback>
                <p:oleObj name="Equation" r:id="rId5" imgW="1739900" imgH="508000" progId="Equation.DSMT4">
                  <p:embed/>
                  <p:pic>
                    <p:nvPicPr>
                      <p:cNvPr id="0" name="Objec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72870" y="4055745"/>
                        <a:ext cx="3312160" cy="96964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Object 19"/>
          <p:cNvGraphicFramePr>
            <a:graphicFrameLocks noChangeAspect="1"/>
          </p:cNvGraphicFramePr>
          <p:nvPr/>
        </p:nvGraphicFramePr>
        <p:xfrm>
          <a:off x="1372870" y="5495925"/>
          <a:ext cx="3312160" cy="96964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" name="Equation" r:id="rId7" imgW="1739900" imgH="508000" progId="Equation.DSMT4">
                  <p:embed/>
                </p:oleObj>
              </mc:Choice>
              <mc:Fallback>
                <p:oleObj name="Equation" r:id="rId7" imgW="1739900" imgH="508000" progId="Equation.DSMT4">
                  <p:embed/>
                  <p:pic>
                    <p:nvPicPr>
                      <p:cNvPr id="0" name="Objec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72870" y="5495925"/>
                        <a:ext cx="3312160" cy="96964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" name="文本框 19"/>
          <p:cNvSpPr txBox="1"/>
          <p:nvPr/>
        </p:nvSpPr>
        <p:spPr>
          <a:xfrm>
            <a:off x="2639695" y="2420620"/>
            <a:ext cx="188722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雪</a:t>
            </a:r>
            <a:r>
              <a:rPr lang="en-US" altLang="zh-CN"/>
              <a:t>     </a:t>
            </a:r>
            <a:r>
              <a:rPr lang="zh-CN" altLang="en-US"/>
              <a:t>晴</a:t>
            </a:r>
            <a:r>
              <a:rPr lang="en-US" altLang="zh-CN"/>
              <a:t>      </a:t>
            </a:r>
            <a:r>
              <a:rPr lang="zh-CN" altLang="en-US"/>
              <a:t>冰</a:t>
            </a:r>
            <a:endParaRPr lang="zh-CN" altLang="en-US"/>
          </a:p>
        </p:txBody>
      </p:sp>
      <p:sp>
        <p:nvSpPr>
          <p:cNvPr id="27" name="文本框 26"/>
          <p:cNvSpPr txBox="1"/>
          <p:nvPr/>
        </p:nvSpPr>
        <p:spPr>
          <a:xfrm>
            <a:off x="2639695" y="3789045"/>
            <a:ext cx="188722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雪</a:t>
            </a:r>
            <a:r>
              <a:rPr lang="en-US" altLang="zh-CN"/>
              <a:t>     </a:t>
            </a:r>
            <a:r>
              <a:rPr lang="zh-CN" altLang="en-US"/>
              <a:t>晴</a:t>
            </a:r>
            <a:r>
              <a:rPr lang="en-US" altLang="zh-CN"/>
              <a:t>      </a:t>
            </a:r>
            <a:r>
              <a:rPr lang="zh-CN" altLang="en-US"/>
              <a:t>冰</a:t>
            </a:r>
            <a:endParaRPr lang="zh-CN" altLang="en-US"/>
          </a:p>
        </p:txBody>
      </p:sp>
      <p:sp>
        <p:nvSpPr>
          <p:cNvPr id="28" name="文本框 27"/>
          <p:cNvSpPr txBox="1"/>
          <p:nvPr/>
        </p:nvSpPr>
        <p:spPr>
          <a:xfrm>
            <a:off x="2639695" y="5229225"/>
            <a:ext cx="188722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红</a:t>
            </a:r>
            <a:r>
              <a:rPr lang="en-US" altLang="zh-CN"/>
              <a:t>     </a:t>
            </a:r>
            <a:r>
              <a:rPr lang="zh-CN" altLang="en-US"/>
              <a:t>兰</a:t>
            </a:r>
            <a:r>
              <a:rPr lang="en-US" altLang="zh-CN"/>
              <a:t>       </a:t>
            </a:r>
            <a:r>
              <a:rPr lang="zh-CN" altLang="en-US"/>
              <a:t>绿</a:t>
            </a:r>
            <a:endParaRPr lang="zh-CN" altLang="en-US"/>
          </a:p>
        </p:txBody>
      </p:sp>
      <p:graphicFrame>
        <p:nvGraphicFramePr>
          <p:cNvPr id="29" name="Object 6"/>
          <p:cNvGraphicFramePr>
            <a:graphicFrameLocks noChangeAspect="1"/>
          </p:cNvGraphicFramePr>
          <p:nvPr/>
        </p:nvGraphicFramePr>
        <p:xfrm>
          <a:off x="5663565" y="2682875"/>
          <a:ext cx="3417570" cy="79819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" name="Equation" r:id="rId9" imgW="1727200" imgH="355600" progId="Equation.DSMT4">
                  <p:embed/>
                </p:oleObj>
              </mc:Choice>
              <mc:Fallback>
                <p:oleObj name="Equation" r:id="rId9" imgW="1727200" imgH="355600" progId="Equation.DSMT4">
                  <p:embed/>
                  <p:pic>
                    <p:nvPicPr>
                      <p:cNvPr id="0" name="Picture 40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63565" y="2682875"/>
                        <a:ext cx="3417570" cy="79819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" name="Object 6"/>
          <p:cNvGraphicFramePr>
            <a:graphicFrameLocks noChangeAspect="1"/>
          </p:cNvGraphicFramePr>
          <p:nvPr/>
        </p:nvGraphicFramePr>
        <p:xfrm>
          <a:off x="5663565" y="4149090"/>
          <a:ext cx="3417570" cy="79819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" name="Equation" r:id="rId11" imgW="1727200" imgH="355600" progId="Equation.DSMT4">
                  <p:embed/>
                </p:oleObj>
              </mc:Choice>
              <mc:Fallback>
                <p:oleObj name="Equation" r:id="rId11" imgW="1727200" imgH="355600" progId="Equation.DSMT4">
                  <p:embed/>
                  <p:pic>
                    <p:nvPicPr>
                      <p:cNvPr id="0" name="Picture 40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63565" y="4149090"/>
                        <a:ext cx="3417570" cy="79819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" name="Object 6"/>
          <p:cNvGraphicFramePr>
            <a:graphicFrameLocks noChangeAspect="1"/>
          </p:cNvGraphicFramePr>
          <p:nvPr/>
        </p:nvGraphicFramePr>
        <p:xfrm>
          <a:off x="5663565" y="5569585"/>
          <a:ext cx="3417570" cy="79819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" name="Equation" r:id="rId12" imgW="1727200" imgH="355600" progId="Equation.DSMT4">
                  <p:embed/>
                </p:oleObj>
              </mc:Choice>
              <mc:Fallback>
                <p:oleObj name="Equation" r:id="rId12" imgW="1727200" imgH="355600" progId="Equation.DSMT4">
                  <p:embed/>
                  <p:pic>
                    <p:nvPicPr>
                      <p:cNvPr id="0" name="Picture 40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63565" y="5569585"/>
                        <a:ext cx="3417570" cy="79819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" name="Object 6"/>
          <p:cNvGraphicFramePr>
            <a:graphicFrameLocks noChangeAspect="1"/>
          </p:cNvGraphicFramePr>
          <p:nvPr/>
        </p:nvGraphicFramePr>
        <p:xfrm>
          <a:off x="9767888" y="3788728"/>
          <a:ext cx="1407795" cy="4279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" name="Equation" r:id="rId13" imgW="711200" imgH="190500" progId="Equation.DSMT4">
                  <p:embed/>
                </p:oleObj>
              </mc:Choice>
              <mc:Fallback>
                <p:oleObj name="Equation" r:id="rId13" imgW="711200" imgH="190500" progId="Equation.DSMT4">
                  <p:embed/>
                  <p:pic>
                    <p:nvPicPr>
                      <p:cNvPr id="0" name="Picture 40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767888" y="3788728"/>
                        <a:ext cx="1407795" cy="42799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sym typeface="+mn-ea"/>
              </a:rPr>
              <a:t>2.3 </a:t>
            </a:r>
            <a:r>
              <a:rPr lang="zh-CN" altLang="en-US" dirty="0">
                <a:sym typeface="+mn-ea"/>
              </a:rPr>
              <a:t>熵的基本性质</a:t>
            </a:r>
            <a:endParaRPr lang="zh-CN" altLang="en-US" dirty="0"/>
          </a:p>
        </p:txBody>
      </p:sp>
      <p:sp>
        <p:nvSpPr>
          <p:cNvPr id="4" name="内容占位符 3"/>
          <p:cNvSpPr/>
          <p:nvPr>
            <p:ph idx="1"/>
          </p:nvPr>
        </p:nvSpPr>
        <p:spPr/>
        <p:txBody>
          <a:bodyPr/>
          <a:p>
            <a:endParaRPr lang="zh-CN" altLang="en-US"/>
          </a:p>
          <a:p>
            <a:endParaRPr lang="zh-CN" altLang="en-US"/>
          </a:p>
        </p:txBody>
      </p:sp>
      <p:sp>
        <p:nvSpPr>
          <p:cNvPr id="23" name="Oval 35"/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1465580" y="997585"/>
            <a:ext cx="520065" cy="464185"/>
          </a:xfrm>
          <a:prstGeom prst="ellipse">
            <a:avLst/>
          </a:prstGeom>
          <a:solidFill>
            <a:schemeClr val="accent2"/>
          </a:solidFill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p>
            <a:pPr algn="ctr">
              <a:spcBef>
                <a:spcPct val="0"/>
              </a:spcBef>
            </a:pPr>
            <a:r>
              <a:rPr kumimoji="1" lang="en-US" altLang="zh-CN" sz="3200" b="1" dirty="0">
                <a:solidFill>
                  <a:schemeClr val="bg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4</a:t>
            </a:r>
            <a:endParaRPr kumimoji="1" lang="en-US" altLang="zh-CN" sz="3200" b="1" dirty="0">
              <a:solidFill>
                <a:schemeClr val="bg2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4" name="Rectangle 7"/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2279650" y="980440"/>
            <a:ext cx="1405255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p>
            <a:r>
              <a:rPr lang="zh-CN" altLang="en-US" sz="2800" dirty="0">
                <a:solidFill>
                  <a:srgbClr val="000000"/>
                </a:solidFill>
                <a:latin typeface="Arial" panose="020B0604020202020204" pitchFamily="34" charset="0"/>
                <a:ea typeface="华文中宋" panose="02010600040101010101" pitchFamily="2" charset="-122"/>
              </a:rPr>
              <a:t>扩展性</a:t>
            </a:r>
            <a:endParaRPr lang="zh-CN" altLang="en-US" sz="2800" dirty="0">
              <a:solidFill>
                <a:srgbClr val="000000"/>
              </a:solidFill>
              <a:latin typeface="Arial" panose="020B0604020202020204" pitchFamily="34" charset="0"/>
              <a:ea typeface="华文中宋" panose="02010600040101010101" pitchFamily="2" charset="-122"/>
            </a:endParaRPr>
          </a:p>
        </p:txBody>
      </p:sp>
      <p:graphicFrame>
        <p:nvGraphicFramePr>
          <p:cNvPr id="25" name="对象 24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2495550" y="1437958"/>
          <a:ext cx="7425690" cy="81851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" name="" r:id="rId3" imgW="2768600" imgH="304800" progId="Equation.DSMT4">
                  <p:embed/>
                </p:oleObj>
              </mc:Choice>
              <mc:Fallback>
                <p:oleObj name="" r:id="rId3" imgW="2768600" imgH="304800" progId="Equation.DSMT4">
                  <p:embed/>
                  <p:pic>
                    <p:nvPicPr>
                      <p:cNvPr id="0" name="图片 1024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495550" y="1437958"/>
                        <a:ext cx="7425690" cy="81851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5784" name="Object 8"/>
          <p:cNvGraphicFramePr>
            <a:graphicFrameLocks noChangeAspect="1"/>
          </p:cNvGraphicFramePr>
          <p:nvPr/>
        </p:nvGraphicFramePr>
        <p:xfrm>
          <a:off x="4584065" y="3789045"/>
          <a:ext cx="2430780" cy="10058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02" name="Equation" r:id="rId5" imgW="889000" imgH="279400" progId="Equation.3">
                  <p:embed/>
                </p:oleObj>
              </mc:Choice>
              <mc:Fallback>
                <p:oleObj name="Equation" r:id="rId5" imgW="889000" imgH="279400" progId="Equation.3">
                  <p:embed/>
                  <p:pic>
                    <p:nvPicPr>
                      <p:cNvPr id="0" name="Picture 28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84065" y="3789045"/>
                        <a:ext cx="2430780" cy="100584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5789" name="Text Box 13"/>
          <p:cNvSpPr txBox="1">
            <a:spLocks noChangeArrowheads="1"/>
          </p:cNvSpPr>
          <p:nvPr/>
        </p:nvSpPr>
        <p:spPr bwMode="auto">
          <a:xfrm>
            <a:off x="2100714" y="4914995"/>
            <a:ext cx="8098604" cy="1082476"/>
          </a:xfrm>
          <a:prstGeom prst="rect">
            <a:avLst/>
          </a:prstGeom>
          <a:solidFill>
            <a:srgbClr val="FFFFCC"/>
          </a:solidFill>
          <a:ln w="38100">
            <a:solidFill>
              <a:srgbClr val="333399"/>
            </a:solidFill>
            <a:prstDash val="dashDot"/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90000"/>
              <a:buFont typeface="Symbol" panose="05050102010706020507" pitchFamily="18" charset="2"/>
              <a:buChar char="¨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800" b="1" dirty="0">
                <a:solidFill>
                  <a:srgbClr val="6633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       </a:t>
            </a:r>
            <a:r>
              <a:rPr kumimoji="0" lang="zh-CN" altLang="en-US" sz="2800" b="1" dirty="0">
                <a:solidFill>
                  <a:srgbClr val="6633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虽然概率很小的事件出现后，给予接收者的信息量很大，但对熵的贡献很小，可以忽略不计。</a:t>
            </a:r>
            <a:endParaRPr kumimoji="0" lang="zh-CN" altLang="en-US" sz="2800" b="1" dirty="0">
              <a:solidFill>
                <a:srgbClr val="663300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1919877" y="2420739"/>
            <a:ext cx="10157460" cy="1383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800" dirty="0">
                <a:latin typeface="华文中宋" panose="02010600040101010101" pitchFamily="2" charset="-122"/>
                <a:ea typeface="华文中宋" panose="02010600040101010101" pitchFamily="2" charset="-122"/>
              </a:rPr>
              <a:t>含义：一个随机变量取值有</a:t>
            </a:r>
            <a:r>
              <a:rPr lang="en-US" altLang="zh-CN" sz="2800" dirty="0">
                <a:latin typeface="华文中宋" panose="02010600040101010101" pitchFamily="2" charset="-122"/>
                <a:ea typeface="华文中宋" panose="02010600040101010101" pitchFamily="2" charset="-122"/>
              </a:rPr>
              <a:t>n</a:t>
            </a:r>
            <a:r>
              <a:rPr lang="zh-CN" altLang="en-US" sz="2800" dirty="0">
                <a:latin typeface="华文中宋" panose="02010600040101010101" pitchFamily="2" charset="-122"/>
                <a:ea typeface="华文中宋" panose="02010600040101010101" pitchFamily="2" charset="-122"/>
              </a:rPr>
              <a:t>种，另一个有</a:t>
            </a:r>
            <a:r>
              <a:rPr lang="en-US" altLang="zh-CN" sz="2800" dirty="0">
                <a:latin typeface="华文中宋" panose="02010600040101010101" pitchFamily="2" charset="-122"/>
                <a:ea typeface="华文中宋" panose="02010600040101010101" pitchFamily="2" charset="-122"/>
              </a:rPr>
              <a:t>n+1</a:t>
            </a:r>
            <a:r>
              <a:rPr lang="zh-CN" altLang="en-US" sz="2800" dirty="0">
                <a:latin typeface="华文中宋" panose="02010600040101010101" pitchFamily="2" charset="-122"/>
                <a:ea typeface="华文中宋" panose="02010600040101010101" pitchFamily="2" charset="-122"/>
              </a:rPr>
              <a:t>种，若后</a:t>
            </a:r>
            <a:endParaRPr lang="en-US" altLang="zh-CN" sz="2800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  <a:p>
            <a:r>
              <a:rPr lang="zh-CN" altLang="en-US" sz="2800" dirty="0">
                <a:latin typeface="华文中宋" panose="02010600040101010101" pitchFamily="2" charset="-122"/>
                <a:ea typeface="华文中宋" panose="02010600040101010101" pitchFamily="2" charset="-122"/>
              </a:rPr>
              <a:t>者有一种取值的概率趋于零，其他概率与前者在总体上</a:t>
            </a:r>
            <a:endParaRPr lang="en-US" altLang="zh-CN" sz="2800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  <a:p>
            <a:r>
              <a:rPr lang="zh-CN" altLang="en-US" sz="2800" dirty="0">
                <a:latin typeface="华文中宋" panose="02010600040101010101" pitchFamily="2" charset="-122"/>
                <a:ea typeface="华文中宋" panose="02010600040101010101" pitchFamily="2" charset="-122"/>
              </a:rPr>
              <a:t>相等，则两个随机变量的</a:t>
            </a:r>
            <a:r>
              <a:rPr lang="zh-CN" altLang="en-US" sz="2800" dirty="0">
                <a:latin typeface="华文中宋" panose="02010600040101010101" pitchFamily="2" charset="-122"/>
                <a:ea typeface="华文中宋" panose="02010600040101010101" pitchFamily="2" charset="-122"/>
              </a:rPr>
              <a:t>熵相等。因为（最后一个变量信息量）</a:t>
            </a:r>
            <a:endParaRPr lang="zh-CN" altLang="en-US" sz="28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7" dur="500"/>
                                        <p:tgtEl>
                                          <p:spTgt spid="757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57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5789" grpId="0" bldLvl="0" animBg="1" autoUpdateAnimBg="0"/>
    </p:bld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sym typeface="+mn-ea"/>
              </a:rPr>
              <a:t>2.3 </a:t>
            </a:r>
            <a:r>
              <a:rPr lang="zh-CN" altLang="en-US" dirty="0">
                <a:sym typeface="+mn-ea"/>
              </a:rPr>
              <a:t>熵的基本性质</a:t>
            </a:r>
            <a:endParaRPr lang="zh-CN" altLang="en-US" dirty="0"/>
          </a:p>
        </p:txBody>
      </p:sp>
      <p:sp>
        <p:nvSpPr>
          <p:cNvPr id="4" name="内容占位符 3"/>
          <p:cNvSpPr/>
          <p:nvPr>
            <p:ph idx="1"/>
          </p:nvPr>
        </p:nvSpPr>
        <p:spPr/>
        <p:txBody>
          <a:bodyPr/>
          <a:p>
            <a:endParaRPr lang="zh-CN" altLang="en-US"/>
          </a:p>
          <a:p>
            <a:endParaRPr lang="zh-CN" altLang="en-US"/>
          </a:p>
        </p:txBody>
      </p:sp>
      <p:sp>
        <p:nvSpPr>
          <p:cNvPr id="23" name="Oval 35"/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1465580" y="997585"/>
            <a:ext cx="520065" cy="464185"/>
          </a:xfrm>
          <a:prstGeom prst="ellipse">
            <a:avLst/>
          </a:prstGeom>
          <a:solidFill>
            <a:schemeClr val="accent2"/>
          </a:solidFill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p>
            <a:pPr algn="ctr">
              <a:spcBef>
                <a:spcPct val="0"/>
              </a:spcBef>
            </a:pPr>
            <a:r>
              <a:rPr kumimoji="1" lang="en-US" altLang="zh-CN" sz="3200" b="1" dirty="0">
                <a:solidFill>
                  <a:schemeClr val="bg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5</a:t>
            </a:r>
            <a:endParaRPr kumimoji="1" lang="en-US" altLang="zh-CN" sz="3200" b="1" dirty="0">
              <a:solidFill>
                <a:schemeClr val="bg2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4" name="Rectangle 7"/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2279650" y="980758"/>
            <a:ext cx="3906520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p>
            <a:r>
              <a:rPr lang="zh-CN" altLang="en-US" sz="2800" dirty="0">
                <a:solidFill>
                  <a:srgbClr val="000000"/>
                </a:solidFill>
                <a:latin typeface="Arial" panose="020B0604020202020204" pitchFamily="34" charset="0"/>
                <a:ea typeface="华文中宋" panose="02010600040101010101" pitchFamily="2" charset="-122"/>
              </a:rPr>
              <a:t>熵的</a:t>
            </a:r>
            <a:r>
              <a:rPr lang="zh-CN" altLang="en-US" sz="2800" dirty="0">
                <a:solidFill>
                  <a:srgbClr val="000000"/>
                </a:solidFill>
                <a:latin typeface="Arial" panose="020B0604020202020204" pitchFamily="34" charset="0"/>
                <a:ea typeface="华文中宋" panose="02010600040101010101" pitchFamily="2" charset="-122"/>
              </a:rPr>
              <a:t>链式法则</a:t>
            </a:r>
            <a:endParaRPr lang="zh-CN" altLang="en-US" sz="2800" dirty="0">
              <a:solidFill>
                <a:srgbClr val="000000"/>
              </a:solidFill>
              <a:latin typeface="Arial" panose="020B0604020202020204" pitchFamily="34" charset="0"/>
              <a:ea typeface="华文中宋" panose="02010600040101010101" pitchFamily="2" charset="-122"/>
            </a:endParaRPr>
          </a:p>
        </p:txBody>
      </p:sp>
      <p:graphicFrame>
        <p:nvGraphicFramePr>
          <p:cNvPr id="25" name="对象 24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3755708" y="1471930"/>
          <a:ext cx="4905375" cy="75057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" name="" r:id="rId3" imgW="1828800" imgH="279400" progId="Equation.DSMT4">
                  <p:embed/>
                </p:oleObj>
              </mc:Choice>
              <mc:Fallback>
                <p:oleObj name="" r:id="rId3" imgW="1828800" imgH="279400" progId="Equation.DSMT4">
                  <p:embed/>
                  <p:pic>
                    <p:nvPicPr>
                      <p:cNvPr id="0" name="图片 1024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755708" y="1471930"/>
                        <a:ext cx="4905375" cy="75057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云形标注 2"/>
          <p:cNvSpPr/>
          <p:nvPr/>
        </p:nvSpPr>
        <p:spPr>
          <a:xfrm>
            <a:off x="8616315" y="836930"/>
            <a:ext cx="1944370" cy="942340"/>
          </a:xfrm>
          <a:prstGeom prst="cloudCallout">
            <a:avLst>
              <a:gd name="adj1" fmla="val -41280"/>
              <a:gd name="adj2" fmla="val 56469"/>
            </a:avLst>
          </a:prstGeom>
          <a:solidFill>
            <a:schemeClr val="tx2">
              <a:lumMod val="20000"/>
              <a:lumOff val="80000"/>
            </a:schemeClr>
          </a:solidFill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anchor="t" anchorCtr="0" compatLnSpc="1"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en-US" sz="2000" b="1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楷体_GB2312" pitchFamily="49" charset="-122"/>
              </a:rPr>
              <a:t>熵的强可加性</a:t>
            </a:r>
            <a:endParaRPr kumimoji="0" lang="zh-CN" altLang="en-US" sz="20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5" name="Rectangle 7"/>
          <p:cNvSpPr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1127760" y="2276793"/>
            <a:ext cx="3906520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p>
            <a:r>
              <a:rPr lang="zh-CN" altLang="en-US" sz="2800" dirty="0">
                <a:solidFill>
                  <a:srgbClr val="000000"/>
                </a:solidFill>
                <a:latin typeface="Arial" panose="020B0604020202020204" pitchFamily="34" charset="0"/>
                <a:ea typeface="华文中宋" panose="02010600040101010101" pitchFamily="2" charset="-122"/>
              </a:rPr>
              <a:t>若</a:t>
            </a:r>
            <a:r>
              <a:rPr lang="en-US" altLang="zh-CN" sz="2800" dirty="0">
                <a:solidFill>
                  <a:srgbClr val="000000"/>
                </a:solidFill>
                <a:latin typeface="Arial" panose="020B0604020202020204" pitchFamily="34" charset="0"/>
                <a:ea typeface="华文中宋" panose="02010600040101010101" pitchFamily="2" charset="-122"/>
              </a:rPr>
              <a:t>X</a:t>
            </a:r>
            <a:r>
              <a:rPr lang="zh-CN" altLang="en-US" sz="2800" dirty="0">
                <a:solidFill>
                  <a:srgbClr val="000000"/>
                </a:solidFill>
                <a:latin typeface="Arial" panose="020B0604020202020204" pitchFamily="34" charset="0"/>
                <a:ea typeface="华文中宋" panose="02010600040101010101" pitchFamily="2" charset="-122"/>
              </a:rPr>
              <a:t>和</a:t>
            </a:r>
            <a:r>
              <a:rPr lang="en-US" altLang="zh-CN" sz="2800" dirty="0">
                <a:solidFill>
                  <a:srgbClr val="000000"/>
                </a:solidFill>
                <a:latin typeface="Arial" panose="020B0604020202020204" pitchFamily="34" charset="0"/>
                <a:ea typeface="华文中宋" panose="02010600040101010101" pitchFamily="2" charset="-122"/>
              </a:rPr>
              <a:t>Y</a:t>
            </a:r>
            <a:r>
              <a:rPr lang="zh-CN" altLang="en-US" sz="2800" dirty="0">
                <a:solidFill>
                  <a:srgbClr val="000000"/>
                </a:solidFill>
                <a:latin typeface="Arial" panose="020B0604020202020204" pitchFamily="34" charset="0"/>
                <a:ea typeface="华文中宋" panose="02010600040101010101" pitchFamily="2" charset="-122"/>
              </a:rPr>
              <a:t>统计独立，</a:t>
            </a:r>
            <a:r>
              <a:rPr lang="zh-CN" altLang="en-US" sz="2800" dirty="0">
                <a:solidFill>
                  <a:srgbClr val="000000"/>
                </a:solidFill>
                <a:latin typeface="Arial" panose="020B0604020202020204" pitchFamily="34" charset="0"/>
                <a:ea typeface="华文中宋" panose="02010600040101010101" pitchFamily="2" charset="-122"/>
              </a:rPr>
              <a:t>则</a:t>
            </a:r>
            <a:endParaRPr lang="zh-CN" altLang="en-US" sz="2800" dirty="0">
              <a:solidFill>
                <a:srgbClr val="000000"/>
              </a:solidFill>
              <a:latin typeface="Arial" panose="020B0604020202020204" pitchFamily="34" charset="0"/>
              <a:ea typeface="华文中宋" panose="02010600040101010101" pitchFamily="2" charset="-122"/>
            </a:endParaRPr>
          </a:p>
        </p:txBody>
      </p:sp>
      <p:graphicFrame>
        <p:nvGraphicFramePr>
          <p:cNvPr id="7" name="对象 6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4029711" y="2921953"/>
          <a:ext cx="4428490" cy="682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" name="" r:id="rId6" imgW="1651000" imgH="254000" progId="Equation.DSMT4">
                  <p:embed/>
                </p:oleObj>
              </mc:Choice>
              <mc:Fallback>
                <p:oleObj name="" r:id="rId6" imgW="1651000" imgH="254000" progId="Equation.DSMT4">
                  <p:embed/>
                  <p:pic>
                    <p:nvPicPr>
                      <p:cNvPr id="0" name="图片 1024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4029711" y="2921953"/>
                        <a:ext cx="4428490" cy="6826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云形标注 8"/>
          <p:cNvSpPr/>
          <p:nvPr/>
        </p:nvSpPr>
        <p:spPr>
          <a:xfrm>
            <a:off x="8328025" y="2132965"/>
            <a:ext cx="1944370" cy="942340"/>
          </a:xfrm>
          <a:prstGeom prst="cloudCallout">
            <a:avLst>
              <a:gd name="adj1" fmla="val -41280"/>
              <a:gd name="adj2" fmla="val 56469"/>
            </a:avLst>
          </a:prstGeom>
          <a:solidFill>
            <a:schemeClr val="tx2">
              <a:lumMod val="20000"/>
              <a:lumOff val="80000"/>
            </a:schemeClr>
          </a:solidFill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anchor="t" anchorCtr="0" compatLnSpc="1"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en-US" sz="2000" b="1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楷体_GB2312" pitchFamily="49" charset="-122"/>
              </a:rPr>
              <a:t>熵的可加性</a:t>
            </a:r>
            <a:endParaRPr kumimoji="0" lang="zh-CN" altLang="en-US" sz="20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graphicFrame>
        <p:nvGraphicFramePr>
          <p:cNvPr id="14" name="Object 4"/>
          <p:cNvGraphicFramePr>
            <a:graphicFrameLocks noChangeAspect="1"/>
          </p:cNvGraphicFramePr>
          <p:nvPr/>
        </p:nvGraphicFramePr>
        <p:xfrm>
          <a:off x="417195" y="4364673"/>
          <a:ext cx="11453495" cy="235077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911" name="Equation" r:id="rId8" imgW="4431665" imgH="901700" progId="Equation.DSMT4">
                  <p:embed/>
                </p:oleObj>
              </mc:Choice>
              <mc:Fallback>
                <p:oleObj name="Equation" r:id="rId8" imgW="4431665" imgH="901700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7195" y="4364673"/>
                        <a:ext cx="11453495" cy="2350770"/>
                      </a:xfrm>
                      <a:prstGeom prst="rect">
                        <a:avLst/>
                      </a:prstGeom>
                      <a:solidFill>
                        <a:srgbClr val="E2F6FD"/>
                      </a:solidFill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Rectangle 7"/>
          <p:cNvSpPr>
            <a:spLocks noChangeArrowheads="1"/>
          </p:cNvSpPr>
          <p:nvPr>
            <p:custDataLst>
              <p:tags r:id="rId10"/>
            </p:custDataLst>
          </p:nvPr>
        </p:nvSpPr>
        <p:spPr bwMode="auto">
          <a:xfrm>
            <a:off x="1127760" y="3788728"/>
            <a:ext cx="7192645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p>
            <a:r>
              <a:rPr lang="zh-CN" altLang="en-US" sz="2800" dirty="0">
                <a:solidFill>
                  <a:srgbClr val="000000"/>
                </a:solidFill>
                <a:latin typeface="Arial" panose="020B0604020202020204" pitchFamily="34" charset="0"/>
                <a:ea typeface="华文中宋" panose="02010600040101010101" pitchFamily="2" charset="-122"/>
              </a:rPr>
              <a:t>进一步推广，</a:t>
            </a:r>
            <a:r>
              <a:rPr lang="en-US" altLang="zh-CN" sz="2800" dirty="0">
                <a:solidFill>
                  <a:srgbClr val="000000"/>
                </a:solidFill>
                <a:latin typeface="Arial" panose="020B0604020202020204" pitchFamily="34" charset="0"/>
                <a:ea typeface="华文中宋" panose="02010600040101010101" pitchFamily="2" charset="-122"/>
              </a:rPr>
              <a:t>N</a:t>
            </a:r>
            <a:r>
              <a:rPr lang="zh-CN" altLang="en-US" sz="2800" dirty="0">
                <a:solidFill>
                  <a:srgbClr val="000000"/>
                </a:solidFill>
                <a:latin typeface="Arial" panose="020B0604020202020204" pitchFamily="34" charset="0"/>
                <a:ea typeface="华文中宋" panose="02010600040101010101" pitchFamily="2" charset="-122"/>
              </a:rPr>
              <a:t>维联合信源熵的</a:t>
            </a:r>
            <a:r>
              <a:rPr lang="zh-CN" altLang="en-US" sz="2800" dirty="0">
                <a:solidFill>
                  <a:srgbClr val="FF0000"/>
                </a:solidFill>
                <a:latin typeface="Arial" panose="020B0604020202020204" pitchFamily="34" charset="0"/>
                <a:ea typeface="华文中宋" panose="02010600040101010101" pitchFamily="2" charset="-122"/>
              </a:rPr>
              <a:t>链式法则</a:t>
            </a:r>
            <a:r>
              <a:rPr lang="zh-CN" altLang="en-US" sz="2800" dirty="0">
                <a:solidFill>
                  <a:srgbClr val="000000"/>
                </a:solidFill>
                <a:latin typeface="Arial" panose="020B0604020202020204" pitchFamily="34" charset="0"/>
                <a:ea typeface="华文中宋" panose="02010600040101010101" pitchFamily="2" charset="-122"/>
              </a:rPr>
              <a:t>为</a:t>
            </a:r>
            <a:endParaRPr lang="zh-CN" altLang="en-US" sz="2800" dirty="0">
              <a:solidFill>
                <a:srgbClr val="000000"/>
              </a:solidFill>
              <a:latin typeface="Arial" panose="020B0604020202020204" pitchFamily="34" charset="0"/>
              <a:ea typeface="华文中宋" panose="0201060004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sym typeface="+mn-ea"/>
              </a:rPr>
              <a:t>2.3 </a:t>
            </a:r>
            <a:r>
              <a:rPr lang="zh-CN" altLang="en-US" dirty="0">
                <a:sym typeface="+mn-ea"/>
              </a:rPr>
              <a:t>熵的基本性质</a:t>
            </a:r>
            <a:endParaRPr lang="zh-CN" altLang="en-US" dirty="0"/>
          </a:p>
        </p:txBody>
      </p:sp>
      <p:sp>
        <p:nvSpPr>
          <p:cNvPr id="4" name="内容占位符 3"/>
          <p:cNvSpPr/>
          <p:nvPr>
            <p:ph idx="1"/>
          </p:nvPr>
        </p:nvSpPr>
        <p:spPr/>
        <p:txBody>
          <a:bodyPr/>
          <a:p>
            <a:endParaRPr lang="zh-CN" altLang="en-US"/>
          </a:p>
          <a:p>
            <a:endParaRPr lang="zh-CN" altLang="en-US"/>
          </a:p>
        </p:txBody>
      </p:sp>
      <p:sp>
        <p:nvSpPr>
          <p:cNvPr id="24" name="Rectangle 7"/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1156970" y="980758"/>
            <a:ext cx="3906520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p>
            <a:r>
              <a:rPr lang="zh-CN" altLang="en-US" sz="2800" dirty="0">
                <a:solidFill>
                  <a:srgbClr val="000000"/>
                </a:solidFill>
                <a:latin typeface="Arial" panose="020B0604020202020204" pitchFamily="34" charset="0"/>
                <a:ea typeface="华文中宋" panose="02010600040101010101" pitchFamily="2" charset="-122"/>
              </a:rPr>
              <a:t>习题：</a:t>
            </a:r>
            <a:endParaRPr lang="zh-CN" altLang="en-US" sz="2800" dirty="0">
              <a:solidFill>
                <a:srgbClr val="000000"/>
              </a:solidFill>
              <a:latin typeface="Arial" panose="020B0604020202020204" pitchFamily="34" charset="0"/>
              <a:ea typeface="华文中宋" panose="02010600040101010101" pitchFamily="2" charset="-122"/>
            </a:endParaRPr>
          </a:p>
        </p:txBody>
      </p:sp>
      <p:sp>
        <p:nvSpPr>
          <p:cNvPr id="5" name="Rectangle 7"/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836295" y="1639888"/>
            <a:ext cx="4227195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p>
            <a:r>
              <a:rPr lang="en-US" sz="2800" dirty="0">
                <a:solidFill>
                  <a:srgbClr val="000000"/>
                </a:solidFill>
                <a:latin typeface="Arial" panose="020B0604020202020204" pitchFamily="34" charset="0"/>
                <a:ea typeface="华文中宋" panose="02010600040101010101" pitchFamily="2" charset="-122"/>
              </a:rPr>
              <a:t>1.</a:t>
            </a:r>
            <a:r>
              <a:rPr lang="zh-CN" altLang="en-US" sz="2800" dirty="0">
                <a:solidFill>
                  <a:srgbClr val="000000"/>
                </a:solidFill>
                <a:latin typeface="Arial" panose="020B0604020202020204" pitchFamily="34" charset="0"/>
                <a:ea typeface="华文中宋" panose="02010600040101010101" pitchFamily="2" charset="-122"/>
              </a:rPr>
              <a:t>试证明（</a:t>
            </a:r>
            <a:r>
              <a:rPr lang="zh-CN" altLang="en-US" sz="2800" dirty="0">
                <a:solidFill>
                  <a:srgbClr val="000000"/>
                </a:solidFill>
                <a:latin typeface="Arial" panose="020B0604020202020204" pitchFamily="34" charset="0"/>
                <a:ea typeface="华文中宋" panose="02010600040101010101" pitchFamily="2" charset="-122"/>
              </a:rPr>
              <a:t>强可加性）：</a:t>
            </a:r>
            <a:endParaRPr lang="zh-CN" altLang="en-US" sz="2800" dirty="0">
              <a:solidFill>
                <a:srgbClr val="000000"/>
              </a:solidFill>
              <a:latin typeface="Arial" panose="020B0604020202020204" pitchFamily="34" charset="0"/>
              <a:ea typeface="华文中宋" panose="02010600040101010101" pitchFamily="2" charset="-122"/>
            </a:endParaRPr>
          </a:p>
        </p:txBody>
      </p:sp>
      <p:graphicFrame>
        <p:nvGraphicFramePr>
          <p:cNvPr id="7" name="对象 6">
            <a:hlinkClick r:id="" action="ppaction://ole?verb="/>
          </p:cNvPr>
          <p:cNvGraphicFramePr>
            <a:graphicFrameLocks noChangeAspect="1"/>
          </p:cNvGraphicFramePr>
          <p:nvPr>
            <p:custDataLst>
              <p:tags r:id="rId3"/>
            </p:custDataLst>
          </p:nvPr>
        </p:nvGraphicFramePr>
        <p:xfrm>
          <a:off x="2279016" y="2224088"/>
          <a:ext cx="8107680" cy="75120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" name="" r:id="rId4" imgW="3022600" imgH="279400" progId="Equation.DSMT4">
                  <p:embed/>
                </p:oleObj>
              </mc:Choice>
              <mc:Fallback>
                <p:oleObj name="" r:id="rId4" imgW="3022600" imgH="279400" progId="Equation.DSMT4">
                  <p:embed/>
                  <p:pic>
                    <p:nvPicPr>
                      <p:cNvPr id="0" name="图片 1024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279016" y="2224088"/>
                        <a:ext cx="8107680" cy="75120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Object 4"/>
          <p:cNvGraphicFramePr>
            <a:graphicFrameLocks noChangeAspect="1"/>
          </p:cNvGraphicFramePr>
          <p:nvPr/>
        </p:nvGraphicFramePr>
        <p:xfrm>
          <a:off x="3935413" y="4581526"/>
          <a:ext cx="3020060" cy="66230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911" name="Equation" r:id="rId6" imgW="1168400" imgH="254000" progId="Equation.DSMT4">
                  <p:embed/>
                </p:oleObj>
              </mc:Choice>
              <mc:Fallback>
                <p:oleObj name="Equation" r:id="rId6" imgW="1168400" imgH="254000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35413" y="4581526"/>
                        <a:ext cx="3020060" cy="662305"/>
                      </a:xfrm>
                      <a:prstGeom prst="rect">
                        <a:avLst/>
                      </a:prstGeom>
                      <a:solidFill>
                        <a:srgbClr val="E2F6FD"/>
                      </a:solidFill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Rectangle 7"/>
          <p:cNvSpPr>
            <a:spLocks noChangeArrowheads="1"/>
          </p:cNvSpPr>
          <p:nvPr>
            <p:custDataLst>
              <p:tags r:id="rId8"/>
            </p:custDataLst>
          </p:nvPr>
        </p:nvSpPr>
        <p:spPr bwMode="auto">
          <a:xfrm>
            <a:off x="1127760" y="3573145"/>
            <a:ext cx="10440035" cy="95313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p>
            <a:r>
              <a:rPr lang="en-US" altLang="zh-CN" sz="2800" dirty="0">
                <a:solidFill>
                  <a:srgbClr val="000000"/>
                </a:solidFill>
                <a:latin typeface="Arial" panose="020B0604020202020204" pitchFamily="34" charset="0"/>
                <a:ea typeface="华文中宋" panose="02010600040101010101" pitchFamily="2" charset="-122"/>
              </a:rPr>
              <a:t>2. </a:t>
            </a:r>
            <a:r>
              <a:rPr lang="zh-CN" altLang="en-US" sz="2800" dirty="0">
                <a:solidFill>
                  <a:srgbClr val="000000"/>
                </a:solidFill>
                <a:latin typeface="Arial" panose="020B0604020202020204" pitchFamily="34" charset="0"/>
                <a:ea typeface="华文中宋" panose="02010600040101010101" pitchFamily="2" charset="-122"/>
              </a:rPr>
              <a:t>对于离散无记忆信源</a:t>
            </a:r>
            <a:r>
              <a:rPr lang="en-US" altLang="zh-CN" sz="2800" dirty="0">
                <a:solidFill>
                  <a:srgbClr val="000000"/>
                </a:solidFill>
                <a:latin typeface="Arial" panose="020B0604020202020204" pitchFamily="34" charset="0"/>
                <a:ea typeface="华文中宋" panose="02010600040101010101" pitchFamily="2" charset="-122"/>
              </a:rPr>
              <a:t>X</a:t>
            </a:r>
            <a:r>
              <a:rPr lang="zh-CN" altLang="en-US" sz="2800" dirty="0">
                <a:solidFill>
                  <a:srgbClr val="000000"/>
                </a:solidFill>
                <a:latin typeface="Arial" panose="020B0604020202020204" pitchFamily="34" charset="0"/>
                <a:ea typeface="华文中宋" panose="02010600040101010101" pitchFamily="2" charset="-122"/>
              </a:rPr>
              <a:t>的</a:t>
            </a:r>
            <a:r>
              <a:rPr lang="en-US" altLang="zh-CN" sz="2800" dirty="0">
                <a:solidFill>
                  <a:srgbClr val="000000"/>
                </a:solidFill>
                <a:latin typeface="Arial" panose="020B0604020202020204" pitchFamily="34" charset="0"/>
                <a:ea typeface="华文中宋" panose="02010600040101010101" pitchFamily="2" charset="-122"/>
              </a:rPr>
              <a:t>N</a:t>
            </a:r>
            <a:r>
              <a:rPr lang="zh-CN" altLang="en-US" sz="2800" dirty="0">
                <a:solidFill>
                  <a:srgbClr val="000000"/>
                </a:solidFill>
                <a:latin typeface="Arial" panose="020B0604020202020204" pitchFamily="34" charset="0"/>
                <a:ea typeface="华文中宋" panose="02010600040101010101" pitchFamily="2" charset="-122"/>
              </a:rPr>
              <a:t>次扩展信源</a:t>
            </a:r>
            <a:r>
              <a:rPr lang="en-US" altLang="zh-CN" sz="2800" dirty="0">
                <a:solidFill>
                  <a:srgbClr val="000000"/>
                </a:solidFill>
                <a:latin typeface="Arial" panose="020B0604020202020204" pitchFamily="34" charset="0"/>
                <a:ea typeface="华文中宋" panose="02010600040101010101" pitchFamily="2" charset="-122"/>
              </a:rPr>
              <a:t>X</a:t>
            </a:r>
            <a:r>
              <a:rPr lang="en-US" altLang="zh-CN" sz="2800" baseline="30000" dirty="0">
                <a:solidFill>
                  <a:srgbClr val="000000"/>
                </a:solidFill>
                <a:latin typeface="Arial" panose="020B0604020202020204" pitchFamily="34" charset="0"/>
                <a:ea typeface="华文中宋" panose="02010600040101010101" pitchFamily="2" charset="-122"/>
              </a:rPr>
              <a:t>N</a:t>
            </a:r>
            <a:r>
              <a:rPr lang="zh-CN" altLang="en-US" sz="2800" dirty="0">
                <a:solidFill>
                  <a:srgbClr val="000000"/>
                </a:solidFill>
                <a:latin typeface="Arial" panose="020B0604020202020204" pitchFamily="34" charset="0"/>
                <a:ea typeface="华文中宋" panose="02010600040101010101" pitchFamily="2" charset="-122"/>
              </a:rPr>
              <a:t>推广，其信息熵为</a:t>
            </a:r>
            <a:r>
              <a:rPr lang="en-US" altLang="zh-CN" sz="2800" dirty="0">
                <a:solidFill>
                  <a:srgbClr val="000000"/>
                </a:solidFill>
                <a:latin typeface="Arial" panose="020B0604020202020204" pitchFamily="34" charset="0"/>
                <a:ea typeface="华文中宋" panose="02010600040101010101" pitchFamily="2" charset="-122"/>
              </a:rPr>
              <a:t>X</a:t>
            </a:r>
            <a:r>
              <a:rPr lang="zh-CN" altLang="en-US" sz="2800" dirty="0">
                <a:solidFill>
                  <a:srgbClr val="000000"/>
                </a:solidFill>
                <a:latin typeface="Arial" panose="020B0604020202020204" pitchFamily="34" charset="0"/>
                <a:ea typeface="华文中宋" panose="02010600040101010101" pitchFamily="2" charset="-122"/>
              </a:rPr>
              <a:t>信源的</a:t>
            </a:r>
            <a:r>
              <a:rPr lang="en-US" altLang="zh-CN" sz="2800" dirty="0">
                <a:solidFill>
                  <a:srgbClr val="000000"/>
                </a:solidFill>
                <a:latin typeface="Arial" panose="020B0604020202020204" pitchFamily="34" charset="0"/>
                <a:ea typeface="华文中宋" panose="02010600040101010101" pitchFamily="2" charset="-122"/>
              </a:rPr>
              <a:t>N</a:t>
            </a:r>
            <a:r>
              <a:rPr lang="zh-CN" altLang="en-US" sz="2800" dirty="0">
                <a:solidFill>
                  <a:srgbClr val="000000"/>
                </a:solidFill>
                <a:latin typeface="Arial" panose="020B0604020202020204" pitchFamily="34" charset="0"/>
                <a:ea typeface="华文中宋" panose="02010600040101010101" pitchFamily="2" charset="-122"/>
              </a:rPr>
              <a:t>倍，</a:t>
            </a:r>
            <a:r>
              <a:rPr lang="zh-CN" altLang="en-US" sz="2800" dirty="0">
                <a:solidFill>
                  <a:srgbClr val="000000"/>
                </a:solidFill>
                <a:latin typeface="Arial" panose="020B0604020202020204" pitchFamily="34" charset="0"/>
                <a:ea typeface="华文中宋" panose="02010600040101010101" pitchFamily="2" charset="-122"/>
              </a:rPr>
              <a:t>即：</a:t>
            </a:r>
            <a:endParaRPr lang="zh-CN" altLang="en-US" sz="2800" dirty="0">
              <a:solidFill>
                <a:srgbClr val="000000"/>
              </a:solidFill>
              <a:latin typeface="Arial" panose="020B0604020202020204" pitchFamily="34" charset="0"/>
              <a:ea typeface="华文中宋" panose="0201060004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sym typeface="+mn-ea"/>
              </a:rPr>
              <a:t>2.3 </a:t>
            </a:r>
            <a:r>
              <a:rPr lang="zh-CN" altLang="en-US" dirty="0">
                <a:sym typeface="+mn-ea"/>
              </a:rPr>
              <a:t>熵的基本性质</a:t>
            </a:r>
            <a:endParaRPr lang="zh-CN" altLang="en-US" dirty="0"/>
          </a:p>
        </p:txBody>
      </p:sp>
      <p:sp>
        <p:nvSpPr>
          <p:cNvPr id="4" name="内容占位符 3"/>
          <p:cNvSpPr/>
          <p:nvPr>
            <p:ph idx="1"/>
          </p:nvPr>
        </p:nvSpPr>
        <p:spPr/>
        <p:txBody>
          <a:bodyPr/>
          <a:p>
            <a:endParaRPr lang="zh-CN" altLang="en-US"/>
          </a:p>
          <a:p>
            <a:endParaRPr lang="zh-CN" altLang="en-US"/>
          </a:p>
        </p:txBody>
      </p:sp>
      <p:sp>
        <p:nvSpPr>
          <p:cNvPr id="23" name="Oval 35"/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1465580" y="997585"/>
            <a:ext cx="520065" cy="464185"/>
          </a:xfrm>
          <a:prstGeom prst="ellipse">
            <a:avLst/>
          </a:prstGeom>
          <a:solidFill>
            <a:schemeClr val="accent2"/>
          </a:solidFill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p>
            <a:pPr algn="ctr">
              <a:spcBef>
                <a:spcPct val="0"/>
              </a:spcBef>
            </a:pPr>
            <a:r>
              <a:rPr kumimoji="1" lang="en-US" altLang="zh-CN" sz="3200" b="1" dirty="0">
                <a:solidFill>
                  <a:schemeClr val="bg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6</a:t>
            </a:r>
            <a:endParaRPr kumimoji="1" lang="en-US" altLang="zh-CN" sz="3200" b="1" dirty="0">
              <a:solidFill>
                <a:schemeClr val="bg2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4" name="Rectangle 7"/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2279650" y="980758"/>
            <a:ext cx="3906520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p>
            <a:r>
              <a:rPr lang="zh-CN" altLang="en-US" sz="2800" dirty="0">
                <a:solidFill>
                  <a:srgbClr val="000000"/>
                </a:solidFill>
                <a:latin typeface="Arial" panose="020B0604020202020204" pitchFamily="34" charset="0"/>
                <a:ea typeface="华文中宋" panose="02010600040101010101" pitchFamily="2" charset="-122"/>
              </a:rPr>
              <a:t>熵的极值</a:t>
            </a:r>
            <a:r>
              <a:rPr lang="zh-CN" altLang="en-US" sz="2800" dirty="0">
                <a:solidFill>
                  <a:srgbClr val="000000"/>
                </a:solidFill>
                <a:latin typeface="Arial" panose="020B0604020202020204" pitchFamily="34" charset="0"/>
                <a:ea typeface="华文中宋" panose="02010600040101010101" pitchFamily="2" charset="-122"/>
              </a:rPr>
              <a:t>性</a:t>
            </a:r>
            <a:endParaRPr lang="zh-CN" altLang="en-US" sz="2800" dirty="0">
              <a:solidFill>
                <a:srgbClr val="000000"/>
              </a:solidFill>
              <a:latin typeface="Arial" panose="020B0604020202020204" pitchFamily="34" charset="0"/>
              <a:ea typeface="华文中宋" panose="02010600040101010101" pitchFamily="2" charset="-122"/>
            </a:endParaRPr>
          </a:p>
        </p:txBody>
      </p:sp>
      <p:graphicFrame>
        <p:nvGraphicFramePr>
          <p:cNvPr id="25" name="对象 24">
            <a:hlinkClick r:id="" action="ppaction://ole?verb="/>
          </p:cNvPr>
          <p:cNvGraphicFramePr>
            <a:graphicFrameLocks noChangeAspect="1"/>
          </p:cNvGraphicFramePr>
          <p:nvPr>
            <p:custDataLst>
              <p:tags r:id="rId3"/>
            </p:custDataLst>
          </p:nvPr>
        </p:nvGraphicFramePr>
        <p:xfrm>
          <a:off x="4300538" y="1471930"/>
          <a:ext cx="3815715" cy="75057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" name="" r:id="rId4" imgW="1422400" imgH="279400" progId="Equation.DSMT4">
                  <p:embed/>
                </p:oleObj>
              </mc:Choice>
              <mc:Fallback>
                <p:oleObj name="" r:id="rId4" imgW="1422400" imgH="279400" progId="Equation.DSMT4">
                  <p:embed/>
                  <p:pic>
                    <p:nvPicPr>
                      <p:cNvPr id="0" name="图片 1024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300538" y="1471930"/>
                        <a:ext cx="3815715" cy="75057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tangle 7"/>
          <p:cNvSpPr>
            <a:spLocks noChangeArrowheads="1"/>
          </p:cNvSpPr>
          <p:nvPr>
            <p:custDataLst>
              <p:tags r:id="rId6"/>
            </p:custDataLst>
          </p:nvPr>
        </p:nvSpPr>
        <p:spPr bwMode="auto">
          <a:xfrm>
            <a:off x="1127760" y="2276793"/>
            <a:ext cx="10144760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p>
            <a:r>
              <a:rPr lang="zh-CN" altLang="en-US" sz="2800" dirty="0">
                <a:solidFill>
                  <a:srgbClr val="000000"/>
                </a:solidFill>
                <a:latin typeface="Arial" panose="020B0604020202020204" pitchFamily="34" charset="0"/>
                <a:ea typeface="华文中宋" panose="02010600040101010101" pitchFamily="2" charset="-122"/>
              </a:rPr>
              <a:t>当且仅当</a:t>
            </a:r>
            <a:r>
              <a:rPr lang="en-US" altLang="zh-CN" sz="2800" dirty="0">
                <a:solidFill>
                  <a:srgbClr val="000000"/>
                </a:solidFill>
                <a:latin typeface="Arial" panose="020B0604020202020204" pitchFamily="34" charset="0"/>
                <a:ea typeface="华文中宋" panose="02010600040101010101" pitchFamily="2" charset="-122"/>
              </a:rPr>
              <a:t>                                      </a:t>
            </a:r>
            <a:r>
              <a:rPr lang="zh-CN" altLang="en-US" sz="2800" dirty="0">
                <a:solidFill>
                  <a:srgbClr val="000000"/>
                </a:solidFill>
                <a:latin typeface="Arial" panose="020B0604020202020204" pitchFamily="34" charset="0"/>
                <a:ea typeface="华文中宋" panose="02010600040101010101" pitchFamily="2" charset="-122"/>
              </a:rPr>
              <a:t>时，信源具有</a:t>
            </a:r>
            <a:r>
              <a:rPr lang="zh-CN" altLang="en-US" sz="2800" dirty="0">
                <a:solidFill>
                  <a:srgbClr val="000000"/>
                </a:solidFill>
                <a:latin typeface="Arial" panose="020B0604020202020204" pitchFamily="34" charset="0"/>
                <a:ea typeface="华文中宋" panose="02010600040101010101" pitchFamily="2" charset="-122"/>
              </a:rPr>
              <a:t>最大熵。</a:t>
            </a:r>
            <a:endParaRPr lang="zh-CN" altLang="en-US" sz="2800" dirty="0">
              <a:solidFill>
                <a:srgbClr val="000000"/>
              </a:solidFill>
              <a:latin typeface="Arial" panose="020B0604020202020204" pitchFamily="34" charset="0"/>
              <a:ea typeface="华文中宋" panose="02010600040101010101" pitchFamily="2" charset="-122"/>
            </a:endParaRPr>
          </a:p>
        </p:txBody>
      </p:sp>
      <p:graphicFrame>
        <p:nvGraphicFramePr>
          <p:cNvPr id="7" name="对象 6">
            <a:hlinkClick r:id="" action="ppaction://ole?verb="/>
          </p:cNvPr>
          <p:cNvGraphicFramePr>
            <a:graphicFrameLocks noChangeAspect="1"/>
          </p:cNvGraphicFramePr>
          <p:nvPr>
            <p:custDataLst>
              <p:tags r:id="rId7"/>
            </p:custDataLst>
          </p:nvPr>
        </p:nvGraphicFramePr>
        <p:xfrm>
          <a:off x="2783523" y="2261236"/>
          <a:ext cx="3576955" cy="64897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" name="" r:id="rId8" imgW="1333500" imgH="241300" progId="Equation.DSMT4">
                  <p:embed/>
                </p:oleObj>
              </mc:Choice>
              <mc:Fallback>
                <p:oleObj name="" r:id="rId8" imgW="1333500" imgH="241300" progId="Equation.DSMT4">
                  <p:embed/>
                  <p:pic>
                    <p:nvPicPr>
                      <p:cNvPr id="0" name="图片 1024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2783523" y="2261236"/>
                        <a:ext cx="3576955" cy="64897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sym typeface="+mn-ea"/>
              </a:rPr>
              <a:t>2.3 </a:t>
            </a:r>
            <a:r>
              <a:rPr lang="zh-CN" altLang="en-US" dirty="0">
                <a:sym typeface="+mn-ea"/>
              </a:rPr>
              <a:t>熵的基本性质</a:t>
            </a:r>
            <a:endParaRPr lang="zh-CN" altLang="en-US" dirty="0"/>
          </a:p>
        </p:txBody>
      </p:sp>
      <p:sp>
        <p:nvSpPr>
          <p:cNvPr id="4" name="内容占位符 3"/>
          <p:cNvSpPr/>
          <p:nvPr>
            <p:ph idx="1"/>
          </p:nvPr>
        </p:nvSpPr>
        <p:spPr/>
        <p:txBody>
          <a:bodyPr/>
          <a:p>
            <a:endParaRPr lang="zh-CN" altLang="en-US"/>
          </a:p>
          <a:p>
            <a:endParaRPr lang="zh-CN" altLang="en-US"/>
          </a:p>
        </p:txBody>
      </p:sp>
      <p:sp>
        <p:nvSpPr>
          <p:cNvPr id="24" name="Rectangle 7"/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983615" y="980758"/>
            <a:ext cx="3906520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p>
            <a:r>
              <a:rPr lang="zh-CN" altLang="en-US" sz="2800" dirty="0">
                <a:solidFill>
                  <a:srgbClr val="000000"/>
                </a:solidFill>
                <a:latin typeface="Arial" panose="020B0604020202020204" pitchFamily="34" charset="0"/>
                <a:ea typeface="华文中宋" panose="02010600040101010101" pitchFamily="2" charset="-122"/>
              </a:rPr>
              <a:t>证明（极值</a:t>
            </a:r>
            <a:r>
              <a:rPr lang="zh-CN" altLang="en-US" sz="2800" dirty="0">
                <a:solidFill>
                  <a:srgbClr val="000000"/>
                </a:solidFill>
                <a:latin typeface="Arial" panose="020B0604020202020204" pitchFamily="34" charset="0"/>
                <a:ea typeface="华文中宋" panose="02010600040101010101" pitchFamily="2" charset="-122"/>
              </a:rPr>
              <a:t>性）：</a:t>
            </a:r>
            <a:endParaRPr lang="zh-CN" altLang="en-US" sz="2800" dirty="0">
              <a:solidFill>
                <a:srgbClr val="000000"/>
              </a:solidFill>
              <a:latin typeface="Arial" panose="020B0604020202020204" pitchFamily="34" charset="0"/>
              <a:ea typeface="华文中宋" panose="02010600040101010101" pitchFamily="2" charset="-122"/>
            </a:endParaRPr>
          </a:p>
        </p:txBody>
      </p:sp>
      <p:graphicFrame>
        <p:nvGraphicFramePr>
          <p:cNvPr id="25" name="对象 24">
            <a:hlinkClick r:id="" action="ppaction://ole?verb="/>
          </p:cNvPr>
          <p:cNvGraphicFramePr>
            <a:graphicFrameLocks noChangeAspect="1"/>
          </p:cNvGraphicFramePr>
          <p:nvPr>
            <p:custDataLst>
              <p:tags r:id="rId2"/>
            </p:custDataLst>
          </p:nvPr>
        </p:nvGraphicFramePr>
        <p:xfrm>
          <a:off x="2579688" y="1710690"/>
          <a:ext cx="954405" cy="476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" name="" r:id="rId3" imgW="355600" imgH="177165" progId="Equation.DSMT4">
                  <p:embed/>
                </p:oleObj>
              </mc:Choice>
              <mc:Fallback>
                <p:oleObj name="" r:id="rId3" imgW="355600" imgH="177165" progId="Equation.DSMT4">
                  <p:embed/>
                  <p:pic>
                    <p:nvPicPr>
                      <p:cNvPr id="0" name="图片 1024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579688" y="1710690"/>
                        <a:ext cx="954405" cy="4762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tangle 7"/>
          <p:cNvSpPr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911225" y="1462405"/>
            <a:ext cx="10765790" cy="1383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p>
            <a:pPr marL="0" indent="0" latinLnBrk="0">
              <a:lnSpc>
                <a:spcPct val="150000"/>
              </a:lnSpc>
            </a:pPr>
            <a:r>
              <a:rPr lang="zh-CN" altLang="en-US" sz="2800" dirty="0">
                <a:solidFill>
                  <a:srgbClr val="000000"/>
                </a:solidFill>
                <a:latin typeface="Arial" panose="020B0604020202020204" pitchFamily="34" charset="0"/>
                <a:ea typeface="华文中宋" panose="02010600040101010101" pitchFamily="2" charset="-122"/>
              </a:rPr>
              <a:t>引理：若</a:t>
            </a:r>
            <a:r>
              <a:rPr lang="en-US" altLang="zh-CN" sz="2800" dirty="0">
                <a:solidFill>
                  <a:srgbClr val="000000"/>
                </a:solidFill>
                <a:latin typeface="Arial" panose="020B0604020202020204" pitchFamily="34" charset="0"/>
                <a:ea typeface="华文中宋" panose="02010600040101010101" pitchFamily="2" charset="-122"/>
              </a:rPr>
              <a:t>          </a:t>
            </a:r>
            <a:r>
              <a:rPr lang="zh-CN" altLang="en-US" sz="2800" dirty="0">
                <a:solidFill>
                  <a:srgbClr val="000000"/>
                </a:solidFill>
                <a:latin typeface="Arial" panose="020B0604020202020204" pitchFamily="34" charset="0"/>
                <a:ea typeface="华文中宋" panose="02010600040101010101" pitchFamily="2" charset="-122"/>
              </a:rPr>
              <a:t>，则：</a:t>
            </a:r>
            <a:r>
              <a:rPr lang="en-US" altLang="zh-CN" sz="2800" dirty="0">
                <a:solidFill>
                  <a:srgbClr val="000000"/>
                </a:solidFill>
                <a:latin typeface="Arial" panose="020B0604020202020204" pitchFamily="34" charset="0"/>
                <a:ea typeface="华文中宋" panose="02010600040101010101" pitchFamily="2" charset="-122"/>
              </a:rPr>
              <a:t>                     </a:t>
            </a:r>
            <a:r>
              <a:rPr lang="zh-CN" altLang="en-US" sz="2800" dirty="0">
                <a:solidFill>
                  <a:srgbClr val="000000"/>
                </a:solidFill>
                <a:latin typeface="Arial" panose="020B0604020202020204" pitchFamily="34" charset="0"/>
                <a:ea typeface="华文中宋" panose="02010600040101010101" pitchFamily="2" charset="-122"/>
              </a:rPr>
              <a:t>（即</a:t>
            </a:r>
            <a:r>
              <a:rPr lang="en-US" altLang="zh-CN" sz="2800" dirty="0">
                <a:solidFill>
                  <a:srgbClr val="000000"/>
                </a:solidFill>
                <a:latin typeface="Arial" panose="020B0604020202020204" pitchFamily="34" charset="0"/>
                <a:ea typeface="华文中宋" panose="02010600040101010101" pitchFamily="2" charset="-122"/>
              </a:rPr>
              <a:t>                                   </a:t>
            </a:r>
            <a:r>
              <a:rPr lang="zh-CN" altLang="en-US" sz="2800" dirty="0">
                <a:solidFill>
                  <a:srgbClr val="000000"/>
                </a:solidFill>
                <a:latin typeface="Arial" panose="020B0604020202020204" pitchFamily="34" charset="0"/>
                <a:ea typeface="华文中宋" panose="02010600040101010101" pitchFamily="2" charset="-122"/>
              </a:rPr>
              <a:t>），</a:t>
            </a:r>
            <a:endParaRPr lang="zh-CN" altLang="en-US" sz="2800" dirty="0">
              <a:solidFill>
                <a:srgbClr val="000000"/>
              </a:solidFill>
              <a:latin typeface="Arial" panose="020B0604020202020204" pitchFamily="34" charset="0"/>
              <a:ea typeface="华文中宋" panose="02010600040101010101" pitchFamily="2" charset="-122"/>
            </a:endParaRPr>
          </a:p>
          <a:p>
            <a:pPr marL="0" indent="0" latinLnBrk="0">
              <a:lnSpc>
                <a:spcPct val="150000"/>
              </a:lnSpc>
            </a:pPr>
            <a:r>
              <a:rPr lang="en-US" altLang="zh-CN" sz="2800" dirty="0">
                <a:solidFill>
                  <a:srgbClr val="000000"/>
                </a:solidFill>
                <a:latin typeface="Arial" panose="020B0604020202020204" pitchFamily="34" charset="0"/>
                <a:ea typeface="华文中宋" panose="02010600040101010101" pitchFamily="2" charset="-122"/>
              </a:rPr>
              <a:t>           </a:t>
            </a:r>
            <a:r>
              <a:rPr lang="zh-CN" altLang="en-US" sz="2800" dirty="0">
                <a:solidFill>
                  <a:srgbClr val="000000"/>
                </a:solidFill>
                <a:latin typeface="Arial" panose="020B0604020202020204" pitchFamily="34" charset="0"/>
                <a:ea typeface="华文中宋" panose="02010600040101010101" pitchFamily="2" charset="-122"/>
              </a:rPr>
              <a:t>（当且仅当</a:t>
            </a:r>
            <a:r>
              <a:rPr lang="en-US" altLang="zh-CN" sz="2800" dirty="0">
                <a:solidFill>
                  <a:srgbClr val="000000"/>
                </a:solidFill>
                <a:latin typeface="Arial" panose="020B0604020202020204" pitchFamily="34" charset="0"/>
                <a:ea typeface="华文中宋" panose="02010600040101010101" pitchFamily="2" charset="-122"/>
              </a:rPr>
              <a:t>          </a:t>
            </a:r>
            <a:r>
              <a:rPr lang="zh-CN" altLang="en-US" sz="2800" dirty="0">
                <a:solidFill>
                  <a:srgbClr val="000000"/>
                </a:solidFill>
                <a:latin typeface="Arial" panose="020B0604020202020204" pitchFamily="34" charset="0"/>
                <a:ea typeface="华文中宋" panose="02010600040101010101" pitchFamily="2" charset="-122"/>
              </a:rPr>
              <a:t>时</a:t>
            </a:r>
            <a:r>
              <a:rPr lang="zh-CN" altLang="en-US" sz="2800" dirty="0">
                <a:solidFill>
                  <a:srgbClr val="000000"/>
                </a:solidFill>
                <a:latin typeface="Arial" panose="020B0604020202020204" pitchFamily="34" charset="0"/>
                <a:ea typeface="华文中宋" panose="02010600040101010101" pitchFamily="2" charset="-122"/>
              </a:rPr>
              <a:t>成立）</a:t>
            </a:r>
            <a:endParaRPr lang="zh-CN" altLang="en-US" sz="2800" dirty="0">
              <a:solidFill>
                <a:srgbClr val="000000"/>
              </a:solidFill>
              <a:latin typeface="Arial" panose="020B0604020202020204" pitchFamily="34" charset="0"/>
              <a:ea typeface="华文中宋" panose="02010600040101010101" pitchFamily="2" charset="-122"/>
            </a:endParaRPr>
          </a:p>
        </p:txBody>
      </p:sp>
      <p:graphicFrame>
        <p:nvGraphicFramePr>
          <p:cNvPr id="3" name="对象 2">
            <a:hlinkClick r:id="" action="ppaction://ole?verb="/>
          </p:cNvPr>
          <p:cNvGraphicFramePr>
            <a:graphicFrameLocks noChangeAspect="1"/>
          </p:cNvGraphicFramePr>
          <p:nvPr>
            <p:custDataLst>
              <p:tags r:id="rId6"/>
            </p:custDataLst>
          </p:nvPr>
        </p:nvGraphicFramePr>
        <p:xfrm>
          <a:off x="4583748" y="1725930"/>
          <a:ext cx="1806575" cy="476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" name="" r:id="rId7" imgW="673100" imgH="177165" progId="Equation.DSMT4">
                  <p:embed/>
                </p:oleObj>
              </mc:Choice>
              <mc:Fallback>
                <p:oleObj name="" r:id="rId7" imgW="673100" imgH="177165" progId="Equation.DSMT4">
                  <p:embed/>
                  <p:pic>
                    <p:nvPicPr>
                      <p:cNvPr id="0" name="图片 1024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4583748" y="1725930"/>
                        <a:ext cx="1806575" cy="4762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>
            <a:hlinkClick r:id="" action="ppaction://ole?verb="/>
          </p:cNvPr>
          <p:cNvGraphicFramePr>
            <a:graphicFrameLocks noChangeAspect="1"/>
          </p:cNvGraphicFramePr>
          <p:nvPr>
            <p:custDataLst>
              <p:tags r:id="rId9"/>
            </p:custDataLst>
          </p:nvPr>
        </p:nvGraphicFramePr>
        <p:xfrm>
          <a:off x="7404418" y="1628775"/>
          <a:ext cx="3305175" cy="6832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" name="" r:id="rId10" imgW="1231265" imgH="254000" progId="Equation.DSMT4">
                  <p:embed/>
                </p:oleObj>
              </mc:Choice>
              <mc:Fallback>
                <p:oleObj name="" r:id="rId10" imgW="1231265" imgH="254000" progId="Equation.DSMT4">
                  <p:embed/>
                  <p:pic>
                    <p:nvPicPr>
                      <p:cNvPr id="0" name="图片 1024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7404418" y="1628775"/>
                        <a:ext cx="3305175" cy="68326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对象 10">
            <a:hlinkClick r:id="" action="ppaction://ole?verb="/>
          </p:cNvPr>
          <p:cNvGraphicFramePr>
            <a:graphicFrameLocks noChangeAspect="1"/>
          </p:cNvGraphicFramePr>
          <p:nvPr>
            <p:custDataLst>
              <p:tags r:id="rId12"/>
            </p:custDataLst>
          </p:nvPr>
        </p:nvGraphicFramePr>
        <p:xfrm>
          <a:off x="3969386" y="2276475"/>
          <a:ext cx="886460" cy="476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" name="" r:id="rId13" imgW="330200" imgH="177165" progId="Equation.DSMT4">
                  <p:embed/>
                </p:oleObj>
              </mc:Choice>
              <mc:Fallback>
                <p:oleObj name="" r:id="rId13" imgW="330200" imgH="177165" progId="Equation.DSMT4">
                  <p:embed/>
                  <p:pic>
                    <p:nvPicPr>
                      <p:cNvPr id="0" name="图片 1024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3969386" y="2276475"/>
                        <a:ext cx="886460" cy="4762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71702" name="Picture 1046" descr="B214"/>
          <p:cNvPicPr>
            <a:picLocks noChangeAspect="1" noChangeArrowheads="1"/>
          </p:cNvPicPr>
          <p:nvPr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47440" y="2930525"/>
            <a:ext cx="3188335" cy="3279775"/>
          </a:xfrm>
          <a:prstGeom prst="rect">
            <a:avLst/>
          </a:prstGeom>
          <a:noFill/>
          <a:ln w="9525">
            <a:solidFill>
              <a:srgbClr val="0099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1703" name="Rectangle 1047"/>
          <p:cNvSpPr>
            <a:spLocks noChangeArrowheads="1"/>
          </p:cNvSpPr>
          <p:nvPr/>
        </p:nvSpPr>
        <p:spPr bwMode="auto">
          <a:xfrm>
            <a:off x="3647440" y="6381115"/>
            <a:ext cx="3383915" cy="4419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no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90000"/>
              <a:buFont typeface="Symbol" panose="05050102010706020507" pitchFamily="18" charset="2"/>
              <a:buChar char="¨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zh-CN" altLang="en-US" sz="2800" dirty="0">
                <a:ea typeface="华文中宋" panose="02010600040101010101" pitchFamily="2" charset="-122"/>
                <a:cs typeface="Times New Roman" panose="02020603050405020304" pitchFamily="18" charset="0"/>
              </a:rPr>
              <a:t>图</a:t>
            </a:r>
            <a:r>
              <a:rPr kumimoji="0" lang="en-US" altLang="zh-CN" sz="2800" dirty="0">
                <a:ea typeface="华文中宋" panose="02010600040101010101" pitchFamily="2" charset="-122"/>
                <a:cs typeface="Times New Roman" panose="02020603050405020304" pitchFamily="18" charset="0"/>
              </a:rPr>
              <a:t>. </a:t>
            </a:r>
            <a:r>
              <a:rPr kumimoji="0" lang="zh-CN" altLang="en-US" sz="2800" dirty="0">
                <a:ea typeface="华文中宋" panose="02010600040101010101" pitchFamily="2" charset="-122"/>
                <a:cs typeface="Times New Roman" panose="02020603050405020304" pitchFamily="18" charset="0"/>
              </a:rPr>
              <a:t>自然对数的性质 </a:t>
            </a:r>
            <a:endParaRPr kumimoji="0" lang="zh-CN" altLang="en-US" sz="2800" dirty="0">
              <a:ea typeface="华文中宋" panose="02010600040101010101" pitchFamily="2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1000"/>
                                        <p:tgtEl>
                                          <p:spTgt spid="717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717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703" grpId="0" bldLvl="0" animBg="1"/>
    </p:bld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sym typeface="+mn-ea"/>
              </a:rPr>
              <a:t>2.3 </a:t>
            </a:r>
            <a:r>
              <a:rPr lang="zh-CN" altLang="en-US" dirty="0">
                <a:sym typeface="+mn-ea"/>
              </a:rPr>
              <a:t>熵的基本性质</a:t>
            </a:r>
            <a:endParaRPr lang="zh-CN" altLang="en-US" dirty="0"/>
          </a:p>
        </p:txBody>
      </p:sp>
      <p:sp>
        <p:nvSpPr>
          <p:cNvPr id="4" name="内容占位符 3"/>
          <p:cNvSpPr/>
          <p:nvPr>
            <p:ph idx="1"/>
          </p:nvPr>
        </p:nvSpPr>
        <p:spPr/>
        <p:txBody>
          <a:bodyPr/>
          <a:p>
            <a:endParaRPr lang="zh-CN" altLang="en-US"/>
          </a:p>
          <a:p>
            <a:endParaRPr lang="zh-CN" altLang="en-US"/>
          </a:p>
        </p:txBody>
      </p:sp>
      <p:sp>
        <p:nvSpPr>
          <p:cNvPr id="24" name="Rectangle 7"/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983615" y="980758"/>
            <a:ext cx="3906520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p>
            <a:r>
              <a:rPr lang="zh-CN" altLang="en-US" sz="2800" dirty="0">
                <a:solidFill>
                  <a:srgbClr val="000000"/>
                </a:solidFill>
                <a:latin typeface="Arial" panose="020B0604020202020204" pitchFamily="34" charset="0"/>
                <a:ea typeface="华文中宋" panose="02010600040101010101" pitchFamily="2" charset="-122"/>
              </a:rPr>
              <a:t>证明（极值</a:t>
            </a:r>
            <a:r>
              <a:rPr lang="zh-CN" altLang="en-US" sz="2800" dirty="0">
                <a:solidFill>
                  <a:srgbClr val="000000"/>
                </a:solidFill>
                <a:latin typeface="Arial" panose="020B0604020202020204" pitchFamily="34" charset="0"/>
                <a:ea typeface="华文中宋" panose="02010600040101010101" pitchFamily="2" charset="-122"/>
              </a:rPr>
              <a:t>性）：</a:t>
            </a:r>
            <a:endParaRPr lang="zh-CN" altLang="en-US" sz="2800" dirty="0">
              <a:solidFill>
                <a:srgbClr val="000000"/>
              </a:solidFill>
              <a:latin typeface="Arial" panose="020B0604020202020204" pitchFamily="34" charset="0"/>
              <a:ea typeface="华文中宋" panose="02010600040101010101" pitchFamily="2" charset="-122"/>
            </a:endParaRPr>
          </a:p>
        </p:txBody>
      </p:sp>
      <p:graphicFrame>
        <p:nvGraphicFramePr>
          <p:cNvPr id="51209" name="Object 13"/>
          <p:cNvGraphicFramePr>
            <a:graphicFrameLocks noChangeAspect="1"/>
          </p:cNvGraphicFramePr>
          <p:nvPr/>
        </p:nvGraphicFramePr>
        <p:xfrm>
          <a:off x="3935730" y="596265"/>
          <a:ext cx="7948295" cy="474281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534" name="Equation" r:id="rId2" imgW="2476500" imgH="1244600" progId="Equation.DSMT4">
                  <p:embed/>
                </p:oleObj>
              </mc:Choice>
              <mc:Fallback>
                <p:oleObj name="Equation" r:id="rId2" imgW="2476500" imgH="1244600" progId="Equation.DSMT4">
                  <p:embed/>
                  <p:pic>
                    <p:nvPicPr>
                      <p:cNvPr id="0" name="Picture 136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35730" y="596265"/>
                        <a:ext cx="7948295" cy="474281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5" name="组合 14"/>
          <p:cNvGrpSpPr/>
          <p:nvPr/>
        </p:nvGrpSpPr>
        <p:grpSpPr>
          <a:xfrm>
            <a:off x="1847229" y="5229161"/>
            <a:ext cx="9747885" cy="614045"/>
            <a:chOff x="565080" y="1836688"/>
            <a:chExt cx="9921007" cy="614045"/>
          </a:xfrm>
        </p:grpSpPr>
        <p:sp>
          <p:nvSpPr>
            <p:cNvPr id="16" name="文本框 15"/>
            <p:cNvSpPr txBox="1"/>
            <p:nvPr/>
          </p:nvSpPr>
          <p:spPr>
            <a:xfrm>
              <a:off x="565080" y="1911216"/>
              <a:ext cx="9921007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>
                <a:defRPr sz="2800">
                  <a:latin typeface="华文中宋" panose="02010600040101010101" pitchFamily="2" charset="-122"/>
                  <a:ea typeface="华文中宋" panose="02010600040101010101" pitchFamily="2" charset="-122"/>
                </a:defRPr>
              </a:lvl1pPr>
            </a:lstStyle>
            <a:p>
              <a:r>
                <a:rPr lang="zh-CN" altLang="en-US" dirty="0"/>
                <a:t>当且仅当              ，即            </a:t>
              </a:r>
              <a:r>
                <a:rPr lang="en-US" altLang="zh-CN" dirty="0"/>
                <a:t> </a:t>
              </a:r>
              <a:r>
                <a:rPr lang="zh-CN" altLang="en-US" dirty="0"/>
                <a:t>时，上式等号成立。</a:t>
              </a:r>
              <a:endParaRPr lang="zh-CN" altLang="en-US" dirty="0"/>
            </a:p>
          </p:txBody>
        </p:sp>
        <p:graphicFrame>
          <p:nvGraphicFramePr>
            <p:cNvPr id="27" name="对象 26"/>
            <p:cNvGraphicFramePr>
              <a:graphicFrameLocks noChangeAspect="1"/>
            </p:cNvGraphicFramePr>
            <p:nvPr/>
          </p:nvGraphicFramePr>
          <p:xfrm>
            <a:off x="4470400" y="2174875"/>
            <a:ext cx="101600" cy="1397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8541" name="Equation" r:id="rId4" imgW="2438400" imgH="3352800" progId="">
                    <p:embed/>
                  </p:oleObj>
                </mc:Choice>
                <mc:Fallback>
                  <p:oleObj name="Equation" r:id="rId4" imgW="2438400" imgH="3352800" progId="">
                    <p:embed/>
                    <p:pic>
                      <p:nvPicPr>
                        <p:cNvPr id="0" name="Picture 137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470400" y="2174875"/>
                          <a:ext cx="101600" cy="1397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8" name="对象 27"/>
            <p:cNvGraphicFramePr>
              <a:graphicFrameLocks noChangeAspect="1"/>
            </p:cNvGraphicFramePr>
            <p:nvPr/>
          </p:nvGraphicFramePr>
          <p:xfrm>
            <a:off x="2251864" y="1855103"/>
            <a:ext cx="1468989" cy="59563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8542" name="Equation" r:id="rId6" imgW="431800" imgH="177165" progId="Equation.DSMT4">
                    <p:embed/>
                  </p:oleObj>
                </mc:Choice>
                <mc:Fallback>
                  <p:oleObj name="Equation" r:id="rId6" imgW="431800" imgH="177165" progId="Equation.DSMT4">
                    <p:embed/>
                    <p:pic>
                      <p:nvPicPr>
                        <p:cNvPr id="0" name="Picture 137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251864" y="1855103"/>
                          <a:ext cx="1468989" cy="59563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9" name="Object 12"/>
            <p:cNvGraphicFramePr>
              <a:graphicFrameLocks noChangeAspect="1"/>
            </p:cNvGraphicFramePr>
            <p:nvPr/>
          </p:nvGraphicFramePr>
          <p:xfrm>
            <a:off x="4572001" y="1836688"/>
            <a:ext cx="1259595" cy="59626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8543" name="Equation" r:id="rId8" imgW="405765" imgH="177165" progId="Equation.DSMT4">
                    <p:embed/>
                  </p:oleObj>
                </mc:Choice>
                <mc:Fallback>
                  <p:oleObj name="Equation" r:id="rId8" imgW="405765" imgH="177165" progId="Equation.DSMT4">
                    <p:embed/>
                    <p:pic>
                      <p:nvPicPr>
                        <p:cNvPr id="0" name="Picture 137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572001" y="1836688"/>
                          <a:ext cx="1259595" cy="596265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30" name="Text Box 15"/>
          <p:cNvSpPr txBox="1">
            <a:spLocks noChangeArrowheads="1"/>
          </p:cNvSpPr>
          <p:nvPr/>
        </p:nvSpPr>
        <p:spPr bwMode="auto">
          <a:xfrm>
            <a:off x="1775460" y="5949023"/>
            <a:ext cx="9245600" cy="738664"/>
          </a:xfrm>
          <a:prstGeom prst="rect">
            <a:avLst/>
          </a:prstGeom>
          <a:solidFill>
            <a:srgbClr val="FFCC99"/>
          </a:solidFill>
          <a:ln w="38100">
            <a:solidFill>
              <a:srgbClr val="009900"/>
            </a:solidFill>
            <a:prstDash val="dash"/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eaLnBrk="1" hangingPunct="1">
              <a:lnSpc>
                <a:spcPct val="150000"/>
              </a:lnSpc>
              <a:spcBef>
                <a:spcPct val="50000"/>
              </a:spcBef>
              <a:defRPr/>
            </a:pPr>
            <a:r>
              <a:rPr lang="en-US" altLang="zh-CN" sz="2800" b="1" dirty="0">
                <a:solidFill>
                  <a:srgbClr val="3333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华文中宋" panose="02010600040101010101" pitchFamily="2" charset="-122"/>
                <a:ea typeface="华文中宋" panose="02010600040101010101" pitchFamily="2" charset="-122"/>
              </a:rPr>
              <a:t> </a:t>
            </a:r>
            <a:r>
              <a:rPr lang="zh-CN" altLang="en-US" sz="2800" b="1" i="1" dirty="0">
                <a:solidFill>
                  <a:srgbClr val="3333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华文中宋" panose="02010600040101010101" pitchFamily="2" charset="-122"/>
                <a:ea typeface="华文中宋" panose="02010600040101010101" pitchFamily="2" charset="-122"/>
              </a:rPr>
              <a:t>对于单符号离散信源，当信源呈等概率分布时具有最大熵。</a:t>
            </a:r>
            <a:endParaRPr lang="zh-CN" altLang="en-US" sz="2800" b="1" i="1" dirty="0">
              <a:solidFill>
                <a:srgbClr val="333399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12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 bldLvl="0" animBg="1" autoUpdateAnimBg="0"/>
    </p:bld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sym typeface="+mn-ea"/>
              </a:rPr>
              <a:t>2.3 </a:t>
            </a:r>
            <a:r>
              <a:rPr lang="zh-CN" altLang="en-US" dirty="0">
                <a:sym typeface="+mn-ea"/>
              </a:rPr>
              <a:t>熵的基本性质</a:t>
            </a:r>
            <a:endParaRPr lang="zh-CN" altLang="en-US" dirty="0"/>
          </a:p>
        </p:txBody>
      </p:sp>
      <p:sp>
        <p:nvSpPr>
          <p:cNvPr id="4" name="内容占位符 3"/>
          <p:cNvSpPr/>
          <p:nvPr>
            <p:ph idx="1"/>
          </p:nvPr>
        </p:nvSpPr>
        <p:spPr/>
        <p:txBody>
          <a:bodyPr/>
          <a:p>
            <a:endParaRPr lang="zh-CN" altLang="en-US"/>
          </a:p>
          <a:p>
            <a:endParaRPr lang="zh-CN" altLang="en-US"/>
          </a:p>
        </p:txBody>
      </p:sp>
      <p:sp>
        <p:nvSpPr>
          <p:cNvPr id="23" name="Oval 35"/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1465580" y="997585"/>
            <a:ext cx="520065" cy="464185"/>
          </a:xfrm>
          <a:prstGeom prst="ellipse">
            <a:avLst/>
          </a:prstGeom>
          <a:solidFill>
            <a:schemeClr val="accent2"/>
          </a:solidFill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p>
            <a:pPr algn="ctr">
              <a:spcBef>
                <a:spcPct val="0"/>
              </a:spcBef>
            </a:pPr>
            <a:r>
              <a:rPr kumimoji="1" lang="en-US" altLang="zh-CN" sz="3200" b="1" dirty="0">
                <a:solidFill>
                  <a:schemeClr val="bg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6</a:t>
            </a:r>
            <a:endParaRPr kumimoji="1" lang="en-US" altLang="zh-CN" sz="3200" b="1" dirty="0">
              <a:solidFill>
                <a:schemeClr val="bg2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4" name="Rectangle 7"/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2279650" y="980758"/>
            <a:ext cx="3906520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p>
            <a:r>
              <a:rPr lang="zh-CN" altLang="en-US" sz="2800" dirty="0">
                <a:solidFill>
                  <a:srgbClr val="000000"/>
                </a:solidFill>
                <a:latin typeface="Arial" panose="020B0604020202020204" pitchFamily="34" charset="0"/>
                <a:ea typeface="华文中宋" panose="02010600040101010101" pitchFamily="2" charset="-122"/>
              </a:rPr>
              <a:t>熵的极值</a:t>
            </a:r>
            <a:r>
              <a:rPr lang="zh-CN" altLang="en-US" sz="2800" dirty="0">
                <a:solidFill>
                  <a:srgbClr val="000000"/>
                </a:solidFill>
                <a:latin typeface="Arial" panose="020B0604020202020204" pitchFamily="34" charset="0"/>
                <a:ea typeface="华文中宋" panose="02010600040101010101" pitchFamily="2" charset="-122"/>
              </a:rPr>
              <a:t>性</a:t>
            </a:r>
            <a:endParaRPr lang="zh-CN" altLang="en-US" sz="2800" dirty="0">
              <a:solidFill>
                <a:srgbClr val="000000"/>
              </a:solidFill>
              <a:latin typeface="Arial" panose="020B0604020202020204" pitchFamily="34" charset="0"/>
              <a:ea typeface="华文中宋" panose="02010600040101010101" pitchFamily="2" charset="-122"/>
            </a:endParaRPr>
          </a:p>
        </p:txBody>
      </p:sp>
      <p:graphicFrame>
        <p:nvGraphicFramePr>
          <p:cNvPr id="25" name="对象 24">
            <a:hlinkClick r:id="" action="ppaction://ole?verb="/>
          </p:cNvPr>
          <p:cNvGraphicFramePr>
            <a:graphicFrameLocks noChangeAspect="1"/>
          </p:cNvGraphicFramePr>
          <p:nvPr>
            <p:custDataLst>
              <p:tags r:id="rId3"/>
            </p:custDataLst>
          </p:nvPr>
        </p:nvGraphicFramePr>
        <p:xfrm>
          <a:off x="4300538" y="1471930"/>
          <a:ext cx="3815715" cy="75057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" name="" r:id="rId4" imgW="1422400" imgH="279400" progId="Equation.DSMT4">
                  <p:embed/>
                </p:oleObj>
              </mc:Choice>
              <mc:Fallback>
                <p:oleObj name="" r:id="rId4" imgW="1422400" imgH="279400" progId="Equation.DSMT4">
                  <p:embed/>
                  <p:pic>
                    <p:nvPicPr>
                      <p:cNvPr id="0" name="图片 1024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300538" y="1471930"/>
                        <a:ext cx="3815715" cy="75057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tangle 7"/>
          <p:cNvSpPr>
            <a:spLocks noChangeArrowheads="1"/>
          </p:cNvSpPr>
          <p:nvPr>
            <p:custDataLst>
              <p:tags r:id="rId6"/>
            </p:custDataLst>
          </p:nvPr>
        </p:nvSpPr>
        <p:spPr bwMode="auto">
          <a:xfrm>
            <a:off x="1127760" y="2276793"/>
            <a:ext cx="10144760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p>
            <a:r>
              <a:rPr lang="zh-CN" altLang="en-US" sz="2800" dirty="0">
                <a:solidFill>
                  <a:srgbClr val="000000"/>
                </a:solidFill>
                <a:latin typeface="Arial" panose="020B0604020202020204" pitchFamily="34" charset="0"/>
                <a:ea typeface="华文中宋" panose="02010600040101010101" pitchFamily="2" charset="-122"/>
              </a:rPr>
              <a:t>当且仅当</a:t>
            </a:r>
            <a:r>
              <a:rPr lang="en-US" altLang="zh-CN" sz="2800" dirty="0">
                <a:solidFill>
                  <a:srgbClr val="000000"/>
                </a:solidFill>
                <a:latin typeface="Arial" panose="020B0604020202020204" pitchFamily="34" charset="0"/>
                <a:ea typeface="华文中宋" panose="02010600040101010101" pitchFamily="2" charset="-122"/>
              </a:rPr>
              <a:t>                                      </a:t>
            </a:r>
            <a:r>
              <a:rPr lang="zh-CN" altLang="en-US" sz="2800" dirty="0">
                <a:solidFill>
                  <a:srgbClr val="000000"/>
                </a:solidFill>
                <a:latin typeface="Arial" panose="020B0604020202020204" pitchFamily="34" charset="0"/>
                <a:ea typeface="华文中宋" panose="02010600040101010101" pitchFamily="2" charset="-122"/>
              </a:rPr>
              <a:t>时，信源具有</a:t>
            </a:r>
            <a:r>
              <a:rPr lang="zh-CN" altLang="en-US" sz="2800" dirty="0">
                <a:solidFill>
                  <a:srgbClr val="000000"/>
                </a:solidFill>
                <a:latin typeface="Arial" panose="020B0604020202020204" pitchFamily="34" charset="0"/>
                <a:ea typeface="华文中宋" panose="02010600040101010101" pitchFamily="2" charset="-122"/>
              </a:rPr>
              <a:t>最大熵。</a:t>
            </a:r>
            <a:endParaRPr lang="zh-CN" altLang="en-US" sz="2800" dirty="0">
              <a:solidFill>
                <a:srgbClr val="000000"/>
              </a:solidFill>
              <a:latin typeface="Arial" panose="020B0604020202020204" pitchFamily="34" charset="0"/>
              <a:ea typeface="华文中宋" panose="02010600040101010101" pitchFamily="2" charset="-122"/>
            </a:endParaRPr>
          </a:p>
        </p:txBody>
      </p:sp>
      <p:graphicFrame>
        <p:nvGraphicFramePr>
          <p:cNvPr id="7" name="对象 6">
            <a:hlinkClick r:id="" action="ppaction://ole?verb="/>
          </p:cNvPr>
          <p:cNvGraphicFramePr>
            <a:graphicFrameLocks noChangeAspect="1"/>
          </p:cNvGraphicFramePr>
          <p:nvPr>
            <p:custDataLst>
              <p:tags r:id="rId7"/>
            </p:custDataLst>
          </p:nvPr>
        </p:nvGraphicFramePr>
        <p:xfrm>
          <a:off x="2783523" y="2261236"/>
          <a:ext cx="3576955" cy="64897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" name="" r:id="rId8" imgW="1333500" imgH="241300" progId="Equation.DSMT4">
                  <p:embed/>
                </p:oleObj>
              </mc:Choice>
              <mc:Fallback>
                <p:oleObj name="" r:id="rId8" imgW="1333500" imgH="241300" progId="Equation.DSMT4">
                  <p:embed/>
                  <p:pic>
                    <p:nvPicPr>
                      <p:cNvPr id="0" name="图片 1024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2783523" y="2261236"/>
                        <a:ext cx="3576955" cy="64897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8543925" y="2780665"/>
            <a:ext cx="3557270" cy="645160"/>
          </a:xfrm>
          <a:prstGeom prst="rect">
            <a:avLst/>
          </a:prstGeom>
          <a:noFill/>
          <a:ln>
            <a:noFill/>
          </a:ln>
          <a:effectLst>
            <a:glow rad="228600">
              <a:schemeClr val="accent6">
                <a:satMod val="175000"/>
                <a:alpha val="40000"/>
              </a:schemeClr>
            </a:glow>
          </a:effectLst>
          <a:scene3d>
            <a:camera prst="isometricOffAxis1Right"/>
            <a:lightRig rig="threePt" dir="t"/>
          </a:scene3d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p>
            <a:pPr eaLnBrk="1" hangingPunct="1">
              <a:defRPr/>
            </a:pPr>
            <a:r>
              <a:rPr lang="zh-CN" altLang="en-US" sz="3600" dirty="0">
                <a:solidFill>
                  <a:srgbClr val="000000"/>
                </a:solidFill>
                <a:highlight>
                  <a:srgbClr val="FFFF00"/>
                </a:highlight>
                <a:latin typeface="Arial" panose="020B0604020202020204" pitchFamily="34" charset="0"/>
                <a:ea typeface="华文中宋" panose="02010600040101010101" pitchFamily="2" charset="-122"/>
              </a:rPr>
              <a:t>最大离散熵定理</a:t>
            </a:r>
            <a:endParaRPr lang="zh-CN" altLang="en-US" sz="3600" dirty="0">
              <a:solidFill>
                <a:srgbClr val="000000"/>
              </a:solidFill>
              <a:highlight>
                <a:srgbClr val="FFFF00"/>
              </a:highlight>
              <a:latin typeface="Arial" panose="020B0604020202020204" pitchFamily="34" charset="0"/>
              <a:ea typeface="华文中宋" panose="02010600040101010101" pitchFamily="2" charset="-122"/>
            </a:endParaRPr>
          </a:p>
        </p:txBody>
      </p:sp>
      <p:sp>
        <p:nvSpPr>
          <p:cNvPr id="30" name="Text Box 15"/>
          <p:cNvSpPr txBox="1">
            <a:spLocks noChangeArrowheads="1"/>
          </p:cNvSpPr>
          <p:nvPr/>
        </p:nvSpPr>
        <p:spPr bwMode="auto">
          <a:xfrm>
            <a:off x="1271270" y="3716998"/>
            <a:ext cx="9245600" cy="1383665"/>
          </a:xfrm>
          <a:prstGeom prst="rect">
            <a:avLst/>
          </a:prstGeom>
          <a:solidFill>
            <a:srgbClr val="FFCC99"/>
          </a:solidFill>
          <a:ln w="38100">
            <a:solidFill>
              <a:srgbClr val="009900"/>
            </a:solidFill>
            <a:prstDash val="dash"/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p>
            <a:pPr eaLnBrk="1" hangingPunct="1">
              <a:lnSpc>
                <a:spcPct val="150000"/>
              </a:lnSpc>
              <a:spcBef>
                <a:spcPct val="50000"/>
              </a:spcBef>
              <a:defRPr/>
            </a:pPr>
            <a:r>
              <a:rPr lang="zh-CN" altLang="en-US" sz="2800" b="1" i="1" dirty="0">
                <a:solidFill>
                  <a:srgbClr val="3333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华文中宋" panose="02010600040101010101" pitchFamily="2" charset="-122"/>
                <a:ea typeface="华文中宋" panose="02010600040101010101" pitchFamily="2" charset="-122"/>
              </a:rPr>
              <a:t>信源中各事件出现概率趋于均匀时，信源的平均不确定性最大。（数据压缩的</a:t>
            </a:r>
            <a:r>
              <a:rPr lang="zh-CN" altLang="en-US" sz="2800" b="1" i="1" dirty="0">
                <a:solidFill>
                  <a:srgbClr val="3333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华文中宋" panose="02010600040101010101" pitchFamily="2" charset="-122"/>
                <a:ea typeface="华文中宋" panose="02010600040101010101" pitchFamily="2" charset="-122"/>
              </a:rPr>
              <a:t>理论基础之一）</a:t>
            </a:r>
            <a:endParaRPr lang="zh-CN" altLang="en-US" sz="2800" b="1" i="1" dirty="0">
              <a:solidFill>
                <a:srgbClr val="333399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 bldLvl="0" animBg="1" autoUpdateAnimBg="0"/>
    </p:bld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推广到一般二元信源形式</a:t>
            </a:r>
            <a:endParaRPr lang="en-US" altLang="zh-CN" dirty="0"/>
          </a:p>
          <a:p>
            <a:pPr lvl="1"/>
            <a:r>
              <a:rPr lang="zh-CN" altLang="en-US" dirty="0"/>
              <a:t>信源</a:t>
            </a:r>
            <a:r>
              <a:rPr lang="en-US" altLang="zh-CN" dirty="0"/>
              <a:t>X</a:t>
            </a:r>
            <a:r>
              <a:rPr lang="zh-CN" altLang="en-US" dirty="0"/>
              <a:t>输出符号只有两个，设为</a:t>
            </a:r>
            <a:r>
              <a:rPr lang="en-US" altLang="zh-CN" dirty="0"/>
              <a:t>0</a:t>
            </a:r>
            <a:r>
              <a:rPr lang="zh-CN" altLang="en-US" dirty="0"/>
              <a:t>和</a:t>
            </a:r>
            <a:r>
              <a:rPr lang="en-US" altLang="zh-CN" dirty="0"/>
              <a:t>1</a:t>
            </a:r>
            <a:r>
              <a:rPr lang="zh-CN" altLang="en-US" dirty="0"/>
              <a:t>，符号发生的概率分别为</a:t>
            </a:r>
            <a:r>
              <a:rPr lang="en-US" altLang="zh-CN" i="1" dirty="0"/>
              <a:t>p</a:t>
            </a:r>
            <a:r>
              <a:rPr lang="zh-CN" altLang="en-US" dirty="0"/>
              <a:t>和</a:t>
            </a:r>
            <a:r>
              <a:rPr lang="en-US" altLang="zh-CN" i="1" dirty="0"/>
              <a:t>q</a:t>
            </a:r>
            <a:r>
              <a:rPr lang="zh-CN" altLang="en-US" dirty="0"/>
              <a:t>，</a:t>
            </a:r>
            <a:r>
              <a:rPr lang="en-US" altLang="zh-CN" i="1" dirty="0"/>
              <a:t>p</a:t>
            </a:r>
            <a:r>
              <a:rPr lang="zh-CN" altLang="en-US" dirty="0"/>
              <a:t>＋</a:t>
            </a:r>
            <a:r>
              <a:rPr lang="en-US" altLang="zh-CN" i="1" dirty="0"/>
              <a:t>q</a:t>
            </a:r>
            <a:r>
              <a:rPr lang="en-US" altLang="zh-CN" dirty="0"/>
              <a:t>=l</a:t>
            </a:r>
            <a:r>
              <a:rPr lang="zh-CN" altLang="en-US" dirty="0"/>
              <a:t>。即信源的概率空间为</a:t>
            </a:r>
            <a:endParaRPr lang="zh-CN" altLang="en-US" dirty="0"/>
          </a:p>
        </p:txBody>
      </p:sp>
      <p:sp>
        <p:nvSpPr>
          <p:cNvPr id="5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2514600" y="195264"/>
            <a:ext cx="7232650" cy="617537"/>
          </a:xfrm>
        </p:spPr>
        <p:txBody>
          <a:bodyPr/>
          <a:lstStyle/>
          <a:p>
            <a:pPr eaLnBrk="1" hangingPunct="1"/>
            <a:r>
              <a:rPr lang="en-US" altLang="zh-CN" dirty="0"/>
              <a:t>2.2 </a:t>
            </a:r>
            <a:r>
              <a:rPr lang="zh-CN" altLang="en-US" dirty="0">
                <a:sym typeface="+mn-ea"/>
              </a:rPr>
              <a:t>熵的基本性质</a:t>
            </a:r>
            <a:endParaRPr lang="zh-CN" altLang="en-US" dirty="0"/>
          </a:p>
        </p:txBody>
      </p:sp>
      <p:graphicFrame>
        <p:nvGraphicFramePr>
          <p:cNvPr id="6" name="Object 5"/>
          <p:cNvGraphicFramePr>
            <a:graphicFrameLocks noChangeAspect="1"/>
          </p:cNvGraphicFramePr>
          <p:nvPr/>
        </p:nvGraphicFramePr>
        <p:xfrm>
          <a:off x="3143674" y="2564905"/>
          <a:ext cx="2016223" cy="703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767" name="Equation" r:id="rId1" imgW="22250400" imgH="9144000" progId="Equation.DSMT4">
                  <p:embed/>
                </p:oleObj>
              </mc:Choice>
              <mc:Fallback>
                <p:oleObj name="Equation" r:id="rId1" imgW="22250400" imgH="9144000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43674" y="2564905"/>
                        <a:ext cx="2016223" cy="7032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Rectangle 6"/>
          <p:cNvSpPr>
            <a:spLocks noChangeArrowheads="1"/>
          </p:cNvSpPr>
          <p:nvPr/>
        </p:nvSpPr>
        <p:spPr bwMode="auto">
          <a:xfrm>
            <a:off x="2451694" y="3363428"/>
            <a:ext cx="4220371" cy="15696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ct val="20000"/>
              </a:spcBef>
              <a:spcAft>
                <a:spcPct val="2000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lnSpc>
                <a:spcPct val="90000"/>
              </a:lnSpc>
              <a:spcBef>
                <a:spcPct val="20000"/>
              </a:spcBef>
              <a:spcAft>
                <a:spcPct val="2000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Ø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lnSpc>
                <a:spcPct val="90000"/>
              </a:lnSpc>
              <a:spcBef>
                <a:spcPct val="20000"/>
              </a:spcBef>
              <a:spcAft>
                <a:spcPct val="2000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Char char="ü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lnSpc>
                <a:spcPct val="90000"/>
              </a:lnSpc>
              <a:spcBef>
                <a:spcPct val="20000"/>
              </a:spcBef>
              <a:spcAft>
                <a:spcPct val="2000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v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lnSpc>
                <a:spcPct val="90000"/>
              </a:lnSpc>
              <a:spcBef>
                <a:spcPct val="20000"/>
              </a:spcBef>
              <a:spcAft>
                <a:spcPct val="2000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2000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2000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2000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2000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algn="just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zh-CN" altLang="en-US" sz="2400" b="0" dirty="0"/>
              <a:t>则信源熵为</a:t>
            </a:r>
            <a:r>
              <a:rPr lang="en-US" altLang="zh-CN" sz="2400" b="0" dirty="0"/>
              <a:t>:</a:t>
            </a:r>
            <a:endParaRPr lang="zh-CN" altLang="en-US" sz="2400" b="0" dirty="0"/>
          </a:p>
          <a:p>
            <a:pPr algn="just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zh-CN" altLang="en-US" sz="2400" b="0" dirty="0"/>
              <a:t>    </a:t>
            </a:r>
            <a:r>
              <a:rPr lang="en-US" altLang="zh-CN" sz="2400" b="0" i="1" dirty="0"/>
              <a:t>H</a:t>
            </a:r>
            <a:r>
              <a:rPr lang="en-US" altLang="zh-CN" sz="2400" b="0" dirty="0"/>
              <a:t>(</a:t>
            </a:r>
            <a:r>
              <a:rPr lang="en-US" altLang="zh-CN" sz="2400" b="0" i="1" dirty="0"/>
              <a:t>X</a:t>
            </a:r>
            <a:r>
              <a:rPr lang="en-US" altLang="zh-CN" sz="2400" b="0" dirty="0"/>
              <a:t>)= </a:t>
            </a:r>
            <a:r>
              <a:rPr lang="en-US" altLang="zh-CN" sz="2400" b="0" i="1" dirty="0"/>
              <a:t>-</a:t>
            </a:r>
            <a:r>
              <a:rPr lang="en-US" altLang="zh-CN" sz="2400" b="0" i="1" dirty="0" err="1"/>
              <a:t>p</a:t>
            </a:r>
            <a:r>
              <a:rPr lang="en-US" altLang="zh-CN" sz="2400" b="0" dirty="0" err="1"/>
              <a:t>log</a:t>
            </a:r>
            <a:r>
              <a:rPr lang="en-US" altLang="zh-CN" sz="2400" b="0" i="1" dirty="0" err="1"/>
              <a:t>p-q</a:t>
            </a:r>
            <a:r>
              <a:rPr lang="en-US" altLang="zh-CN" sz="2400" b="0" dirty="0" err="1"/>
              <a:t>log</a:t>
            </a:r>
            <a:r>
              <a:rPr lang="en-US" altLang="zh-CN" sz="2400" b="0" i="1" dirty="0" err="1"/>
              <a:t>q</a:t>
            </a:r>
            <a:r>
              <a:rPr lang="en-US" altLang="zh-CN" sz="2400" b="0" i="1" dirty="0"/>
              <a:t> </a:t>
            </a:r>
            <a:endParaRPr lang="en-US" altLang="zh-CN" sz="2400" b="0" i="1" dirty="0"/>
          </a:p>
          <a:p>
            <a:pPr algn="just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zh-CN" sz="2400" b="0" i="1" dirty="0"/>
              <a:t>           = -</a:t>
            </a:r>
            <a:r>
              <a:rPr lang="en-US" altLang="zh-CN" sz="2400" b="0" i="1" dirty="0" err="1"/>
              <a:t>p</a:t>
            </a:r>
            <a:r>
              <a:rPr lang="en-US" altLang="zh-CN" sz="2400" b="0" dirty="0" err="1"/>
              <a:t>log</a:t>
            </a:r>
            <a:r>
              <a:rPr lang="en-US" altLang="zh-CN" sz="2400" b="0" i="1" dirty="0" err="1"/>
              <a:t>p</a:t>
            </a:r>
            <a:r>
              <a:rPr lang="en-US" altLang="zh-CN" sz="2400" b="0" i="1" dirty="0"/>
              <a:t>-</a:t>
            </a:r>
            <a:r>
              <a:rPr lang="en-US" altLang="zh-CN" sz="2400" b="0" dirty="0"/>
              <a:t>(1</a:t>
            </a:r>
            <a:r>
              <a:rPr lang="en-US" altLang="zh-CN" sz="2400" b="0" i="1" dirty="0"/>
              <a:t>-p</a:t>
            </a:r>
            <a:r>
              <a:rPr lang="en-US" altLang="zh-CN" sz="2400" b="0" dirty="0"/>
              <a:t>)log(1</a:t>
            </a:r>
            <a:r>
              <a:rPr lang="en-US" altLang="zh-CN" sz="2400" b="0" i="1" dirty="0"/>
              <a:t>-p</a:t>
            </a:r>
            <a:r>
              <a:rPr lang="en-US" altLang="zh-CN" sz="2400" b="0" dirty="0"/>
              <a:t>)</a:t>
            </a:r>
            <a:endParaRPr lang="en-US" altLang="zh-CN" sz="2400" b="0" dirty="0"/>
          </a:p>
          <a:p>
            <a:pPr algn="just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zh-CN" sz="2400" b="0" i="1" dirty="0"/>
              <a:t>           =H</a:t>
            </a:r>
            <a:r>
              <a:rPr lang="en-US" altLang="zh-CN" sz="2400" b="0" dirty="0"/>
              <a:t>(</a:t>
            </a:r>
            <a:r>
              <a:rPr lang="en-US" altLang="zh-CN" sz="2400" b="0" i="1" dirty="0"/>
              <a:t>p</a:t>
            </a:r>
            <a:r>
              <a:rPr lang="en-US" altLang="zh-CN" sz="2400" b="0" dirty="0"/>
              <a:t>)</a:t>
            </a:r>
            <a:endParaRPr lang="zh-CN" altLang="en-US" sz="2400" b="0" dirty="0"/>
          </a:p>
        </p:txBody>
      </p:sp>
      <p:sp>
        <p:nvSpPr>
          <p:cNvPr id="31" name="右箭头 30"/>
          <p:cNvSpPr/>
          <p:nvPr/>
        </p:nvSpPr>
        <p:spPr bwMode="auto">
          <a:xfrm>
            <a:off x="6312024" y="4005064"/>
            <a:ext cx="648072" cy="432048"/>
          </a:xfrm>
          <a:prstGeom prst="rightArrow">
            <a:avLst/>
          </a:prstGeom>
          <a:solidFill>
            <a:schemeClr val="accent1"/>
          </a:solidFill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algn="just"/>
            <a:endParaRPr lang="zh-CN" altLang="en-US">
              <a:latin typeface="Times New Roman" panose="02020603050405020304" pitchFamily="18" charset="0"/>
            </a:endParaRPr>
          </a:p>
        </p:txBody>
      </p:sp>
      <p:graphicFrame>
        <p:nvGraphicFramePr>
          <p:cNvPr id="33" name="Object 10"/>
          <p:cNvGraphicFramePr>
            <a:graphicFrameLocks noChangeAspect="1"/>
          </p:cNvGraphicFramePr>
          <p:nvPr/>
        </p:nvGraphicFramePr>
        <p:xfrm>
          <a:off x="1655642" y="5103501"/>
          <a:ext cx="5304454" cy="38544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768" name="Equation" r:id="rId3" imgW="71018400" imgH="5181600" progId="Equation.DSMT4">
                  <p:embed/>
                </p:oleObj>
              </mc:Choice>
              <mc:Fallback>
                <p:oleObj name="Equation" r:id="rId3" imgW="71018400" imgH="5181600" progId="Equation.DSMT4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55642" y="5103501"/>
                        <a:ext cx="5304454" cy="385445"/>
                      </a:xfrm>
                      <a:prstGeom prst="rect">
                        <a:avLst/>
                      </a:prstGeom>
                      <a:solidFill>
                        <a:srgbClr val="FFC000"/>
                      </a:solidFill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4" name="组合 33"/>
          <p:cNvGrpSpPr/>
          <p:nvPr/>
        </p:nvGrpSpPr>
        <p:grpSpPr>
          <a:xfrm>
            <a:off x="1673225" y="5605044"/>
            <a:ext cx="5748338" cy="1208507"/>
            <a:chOff x="1308738" y="1746833"/>
            <a:chExt cx="7165937" cy="1390326"/>
          </a:xfrm>
        </p:grpSpPr>
        <p:graphicFrame>
          <p:nvGraphicFramePr>
            <p:cNvPr id="35" name="Object 8"/>
            <p:cNvGraphicFramePr>
              <a:graphicFrameLocks noChangeAspect="1"/>
            </p:cNvGraphicFramePr>
            <p:nvPr/>
          </p:nvGraphicFramePr>
          <p:xfrm>
            <a:off x="1308738" y="2253211"/>
            <a:ext cx="7165937" cy="88394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769" name="Equation" r:id="rId5" imgW="60350400" imgH="10363200" progId="Equation.DSMT4">
                    <p:embed/>
                  </p:oleObj>
                </mc:Choice>
                <mc:Fallback>
                  <p:oleObj name="Equation" r:id="rId5" imgW="60350400" imgH="10363200" progId="Equation.DSMT4">
                    <p:embed/>
                    <p:pic>
                      <p:nvPicPr>
                        <p:cNvPr id="0" name="Object 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308738" y="2253211"/>
                          <a:ext cx="7165937" cy="883948"/>
                        </a:xfrm>
                        <a:prstGeom prst="rect">
                          <a:avLst/>
                        </a:prstGeom>
                        <a:solidFill>
                          <a:srgbClr val="E2F6FD"/>
                        </a:solidFill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6" name="左大括号 35"/>
            <p:cNvSpPr/>
            <p:nvPr/>
          </p:nvSpPr>
          <p:spPr bwMode="auto">
            <a:xfrm rot="5400000">
              <a:off x="4306227" y="1313401"/>
              <a:ext cx="324037" cy="1952731"/>
            </a:xfrm>
            <a:prstGeom prst="leftBrace">
              <a:avLst/>
            </a:prstGeom>
            <a:noFill/>
            <a:ln w="12700" cap="flat" cmpd="sng" algn="ctr">
              <a:solidFill>
                <a:srgbClr val="0000FF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/>
            <a:lstStyle/>
            <a:p>
              <a:pPr algn="just"/>
              <a:endParaRPr lang="zh-CN" altLang="en-US">
                <a:latin typeface="Times New Roman" panose="02020603050405020304" pitchFamily="18" charset="0"/>
              </a:endParaRPr>
            </a:p>
          </p:txBody>
        </p:sp>
        <p:sp>
          <p:nvSpPr>
            <p:cNvPr id="37" name="矩形 36"/>
            <p:cNvSpPr/>
            <p:nvPr/>
          </p:nvSpPr>
          <p:spPr>
            <a:xfrm>
              <a:off x="3275857" y="1746833"/>
              <a:ext cx="3107787" cy="460306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sz="2000" dirty="0">
                  <a:solidFill>
                    <a:srgbClr val="0000FF"/>
                  </a:solidFill>
                  <a:latin typeface="楷体_GB2312" pitchFamily="49" charset="-122"/>
                </a:rPr>
                <a:t>信源各个符号的概率</a:t>
              </a:r>
              <a:endParaRPr lang="zh-CN" altLang="en-US" sz="2000" dirty="0">
                <a:solidFill>
                  <a:srgbClr val="0000FF"/>
                </a:solidFill>
              </a:endParaRPr>
            </a:p>
          </p:txBody>
        </p:sp>
      </p:grpSp>
      <p:sp>
        <p:nvSpPr>
          <p:cNvPr id="38" name="矩形 37"/>
          <p:cNvSpPr/>
          <p:nvPr/>
        </p:nvSpPr>
        <p:spPr>
          <a:xfrm>
            <a:off x="1675709" y="5877272"/>
            <a:ext cx="1467068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000" dirty="0">
                <a:solidFill>
                  <a:srgbClr val="0000FF"/>
                </a:solidFill>
              </a:rPr>
              <a:t>一般表示：</a:t>
            </a:r>
            <a:endParaRPr lang="zh-CN" altLang="en-US" sz="2000" dirty="0">
              <a:solidFill>
                <a:srgbClr val="0000FF"/>
              </a:solidFill>
            </a:endParaRPr>
          </a:p>
        </p:txBody>
      </p:sp>
      <p:grpSp>
        <p:nvGrpSpPr>
          <p:cNvPr id="41" name="组合 40"/>
          <p:cNvGrpSpPr/>
          <p:nvPr/>
        </p:nvGrpSpPr>
        <p:grpSpPr>
          <a:xfrm>
            <a:off x="7290640" y="2348880"/>
            <a:ext cx="3269856" cy="4608512"/>
            <a:chOff x="5766640" y="2348880"/>
            <a:chExt cx="3269856" cy="4608512"/>
          </a:xfrm>
        </p:grpSpPr>
        <p:pic>
          <p:nvPicPr>
            <p:cNvPr id="30" name="图片 29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5798957" y="2348880"/>
              <a:ext cx="3237539" cy="2880320"/>
            </a:xfrm>
            <a:prstGeom prst="rect">
              <a:avLst/>
            </a:prstGeom>
          </p:spPr>
        </p:pic>
        <p:sp>
          <p:nvSpPr>
            <p:cNvPr id="32" name="Text Box 15"/>
            <p:cNvSpPr txBox="1">
              <a:spLocks noChangeArrowheads="1"/>
            </p:cNvSpPr>
            <p:nvPr/>
          </p:nvSpPr>
          <p:spPr bwMode="auto">
            <a:xfrm>
              <a:off x="5937250" y="5181585"/>
              <a:ext cx="2998129" cy="10156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lnSpc>
                  <a:spcPct val="90000"/>
                </a:lnSpc>
                <a:spcBef>
                  <a:spcPct val="20000"/>
                </a:spcBef>
                <a:spcAft>
                  <a:spcPct val="2000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32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lnSpc>
                  <a:spcPct val="90000"/>
                </a:lnSpc>
                <a:spcBef>
                  <a:spcPct val="20000"/>
                </a:spcBef>
                <a:spcAft>
                  <a:spcPct val="2000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Ø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>
                <a:lnSpc>
                  <a:spcPct val="90000"/>
                </a:lnSpc>
                <a:spcBef>
                  <a:spcPct val="20000"/>
                </a:spcBef>
                <a:spcAft>
                  <a:spcPct val="20000"/>
                </a:spcAft>
                <a:buClr>
                  <a:schemeClr val="folHlink"/>
                </a:buClr>
                <a:buSzPct val="90000"/>
                <a:buFont typeface="Wingdings" panose="05000000000000000000" pitchFamily="2" charset="2"/>
                <a:buChar char="ü"/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>
                <a:lnSpc>
                  <a:spcPct val="90000"/>
                </a:lnSpc>
                <a:spcBef>
                  <a:spcPct val="20000"/>
                </a:spcBef>
                <a:spcAft>
                  <a:spcPct val="20000"/>
                </a:spcAft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v"/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>
                <a:lnSpc>
                  <a:spcPct val="90000"/>
                </a:lnSpc>
                <a:spcBef>
                  <a:spcPct val="20000"/>
                </a:spcBef>
                <a:spcAft>
                  <a:spcPct val="2000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ct val="20000"/>
                </a:spcBef>
                <a:spcAft>
                  <a:spcPct val="2000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ct val="20000"/>
                </a:spcBef>
                <a:spcAft>
                  <a:spcPct val="2000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ct val="20000"/>
                </a:spcBef>
                <a:spcAft>
                  <a:spcPct val="2000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ct val="20000"/>
                </a:spcBef>
                <a:spcAft>
                  <a:spcPct val="2000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algn="just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zh-CN" altLang="en-US" sz="2000" dirty="0">
                  <a:solidFill>
                    <a:srgbClr val="FF0000"/>
                  </a:solidFill>
                </a:rPr>
                <a:t>当二元信源符号</a:t>
              </a:r>
              <a:r>
                <a:rPr lang="en-US" altLang="zh-CN" sz="2000" dirty="0">
                  <a:solidFill>
                    <a:srgbClr val="FF0000"/>
                  </a:solidFill>
                </a:rPr>
                <a:t>0</a:t>
              </a:r>
              <a:r>
                <a:rPr lang="zh-CN" altLang="en-US" sz="2000" dirty="0">
                  <a:solidFill>
                    <a:srgbClr val="FF0000"/>
                  </a:solidFill>
                </a:rPr>
                <a:t>和</a:t>
              </a:r>
              <a:r>
                <a:rPr lang="en-US" altLang="zh-CN" sz="2000" dirty="0">
                  <a:solidFill>
                    <a:srgbClr val="FF0000"/>
                  </a:solidFill>
                </a:rPr>
                <a:t>1</a:t>
              </a:r>
              <a:r>
                <a:rPr lang="zh-CN" altLang="en-US" sz="2000" dirty="0">
                  <a:solidFill>
                    <a:srgbClr val="FF0000"/>
                  </a:solidFill>
                </a:rPr>
                <a:t>等概发生时，信源熵达到极大值，等于</a:t>
              </a:r>
              <a:r>
                <a:rPr lang="en-US" altLang="zh-CN" sz="2000" dirty="0">
                  <a:solidFill>
                    <a:srgbClr val="FF0000"/>
                  </a:solidFill>
                </a:rPr>
                <a:t>1</a:t>
              </a:r>
              <a:r>
                <a:rPr lang="zh-CN" altLang="en-US" sz="2000" dirty="0">
                  <a:solidFill>
                    <a:srgbClr val="FF0000"/>
                  </a:solidFill>
                </a:rPr>
                <a:t>比特信息量。</a:t>
              </a:r>
              <a:endParaRPr lang="zh-CN" altLang="en-US" sz="2000" dirty="0">
                <a:solidFill>
                  <a:srgbClr val="FF0000"/>
                </a:solidFill>
              </a:endParaRPr>
            </a:p>
          </p:txBody>
        </p:sp>
        <p:cxnSp>
          <p:nvCxnSpPr>
            <p:cNvPr id="40" name="直接连接符 39"/>
            <p:cNvCxnSpPr/>
            <p:nvPr/>
          </p:nvCxnSpPr>
          <p:spPr bwMode="auto">
            <a:xfrm>
              <a:off x="5766640" y="2420888"/>
              <a:ext cx="72008" cy="4536504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rgbClr val="000000"/>
              </a:solidFill>
              <a:prstDash val="lgDash"/>
              <a:round/>
              <a:headEnd type="none" w="med" len="med"/>
              <a:tailEnd type="none" w="med" len="med"/>
            </a:ln>
            <a:effectLst/>
          </p:spPr>
        </p:cxnSp>
      </p:grpSp>
      <p:cxnSp>
        <p:nvCxnSpPr>
          <p:cNvPr id="43" name="直接连接符 42"/>
          <p:cNvCxnSpPr/>
          <p:nvPr/>
        </p:nvCxnSpPr>
        <p:spPr bwMode="auto">
          <a:xfrm>
            <a:off x="1524000" y="5013176"/>
            <a:ext cx="5796136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rgbClr val="000000"/>
            </a:solidFill>
            <a:prstDash val="lgDash"/>
            <a:round/>
            <a:headEnd type="none" w="med" len="med"/>
            <a:tailEnd type="none" w="med" len="med"/>
          </a:ln>
          <a:effectLst/>
        </p:spPr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sym typeface="+mn-ea"/>
              </a:rPr>
              <a:t>2.3 </a:t>
            </a:r>
            <a:r>
              <a:rPr lang="zh-CN" altLang="en-US" dirty="0">
                <a:sym typeface="+mn-ea"/>
              </a:rPr>
              <a:t>熵的基本性质</a:t>
            </a:r>
            <a:endParaRPr lang="zh-CN" altLang="en-US" dirty="0"/>
          </a:p>
        </p:txBody>
      </p:sp>
      <p:sp>
        <p:nvSpPr>
          <p:cNvPr id="4" name="内容占位符 3"/>
          <p:cNvSpPr/>
          <p:nvPr>
            <p:ph idx="1"/>
          </p:nvPr>
        </p:nvSpPr>
        <p:spPr/>
        <p:txBody>
          <a:bodyPr/>
          <a:p>
            <a:endParaRPr lang="zh-CN" altLang="en-US"/>
          </a:p>
          <a:p>
            <a:endParaRPr lang="zh-CN" altLang="en-US"/>
          </a:p>
        </p:txBody>
      </p:sp>
      <p:sp>
        <p:nvSpPr>
          <p:cNvPr id="24" name="Rectangle 7"/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1199515" y="1159193"/>
            <a:ext cx="3906520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p>
            <a:r>
              <a:rPr lang="zh-CN" altLang="en-US" sz="2800" dirty="0">
                <a:solidFill>
                  <a:srgbClr val="000000"/>
                </a:solidFill>
                <a:latin typeface="Arial" panose="020B0604020202020204" pitchFamily="34" charset="0"/>
                <a:ea typeface="华文中宋" panose="02010600040101010101" pitchFamily="2" charset="-122"/>
              </a:rPr>
              <a:t>练习：</a:t>
            </a:r>
            <a:endParaRPr lang="zh-CN" altLang="en-US" sz="2800" dirty="0">
              <a:solidFill>
                <a:srgbClr val="000000"/>
              </a:solidFill>
              <a:latin typeface="Arial" panose="020B0604020202020204" pitchFamily="34" charset="0"/>
              <a:ea typeface="华文中宋" panose="02010600040101010101" pitchFamily="2" charset="-122"/>
            </a:endParaRPr>
          </a:p>
        </p:txBody>
      </p:sp>
      <p:sp>
        <p:nvSpPr>
          <p:cNvPr id="5" name="Rectangle 7"/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1199515" y="1958023"/>
            <a:ext cx="10144760" cy="22453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p>
            <a:r>
              <a:rPr lang="zh-CN" altLang="en-US" sz="2800" dirty="0">
                <a:solidFill>
                  <a:srgbClr val="000000"/>
                </a:solidFill>
                <a:latin typeface="Arial" panose="020B0604020202020204" pitchFamily="34" charset="0"/>
                <a:ea typeface="华文中宋" panose="02010600040101010101" pitchFamily="2" charset="-122"/>
              </a:rPr>
              <a:t>比较概率分布</a:t>
            </a:r>
            <a:r>
              <a:rPr lang="en-US" altLang="zh-CN" sz="2800" dirty="0">
                <a:solidFill>
                  <a:srgbClr val="000000"/>
                </a:solidFill>
                <a:latin typeface="Arial" panose="020B0604020202020204" pitchFamily="34" charset="0"/>
                <a:ea typeface="华文中宋" panose="02010600040101010101" pitchFamily="2" charset="-122"/>
              </a:rPr>
              <a:t>                                      </a:t>
            </a:r>
            <a:r>
              <a:rPr lang="zh-CN" altLang="en-US" sz="2800" dirty="0">
                <a:solidFill>
                  <a:srgbClr val="000000"/>
                </a:solidFill>
                <a:latin typeface="Arial" panose="020B0604020202020204" pitchFamily="34" charset="0"/>
                <a:ea typeface="华文中宋" panose="02010600040101010101" pitchFamily="2" charset="-122"/>
              </a:rPr>
              <a:t>的熵与</a:t>
            </a:r>
            <a:r>
              <a:rPr lang="zh-CN" altLang="en-US" sz="2800" dirty="0">
                <a:solidFill>
                  <a:srgbClr val="000000"/>
                </a:solidFill>
                <a:latin typeface="Arial" panose="020B0604020202020204" pitchFamily="34" charset="0"/>
                <a:ea typeface="华文中宋" panose="02010600040101010101" pitchFamily="2" charset="-122"/>
              </a:rPr>
              <a:t>概率分布</a:t>
            </a:r>
            <a:endParaRPr lang="zh-CN" altLang="en-US" sz="2800" dirty="0">
              <a:solidFill>
                <a:srgbClr val="000000"/>
              </a:solidFill>
              <a:latin typeface="Arial" panose="020B0604020202020204" pitchFamily="34" charset="0"/>
              <a:ea typeface="华文中宋" panose="02010600040101010101" pitchFamily="2" charset="-122"/>
            </a:endParaRPr>
          </a:p>
          <a:p>
            <a:endParaRPr lang="zh-CN" altLang="en-US" sz="2800" dirty="0">
              <a:solidFill>
                <a:srgbClr val="000000"/>
              </a:solidFill>
              <a:latin typeface="Arial" panose="020B0604020202020204" pitchFamily="34" charset="0"/>
              <a:ea typeface="华文中宋" panose="02010600040101010101" pitchFamily="2" charset="-122"/>
            </a:endParaRPr>
          </a:p>
          <a:p>
            <a:endParaRPr lang="zh-CN" altLang="en-US" sz="2800" dirty="0">
              <a:solidFill>
                <a:srgbClr val="000000"/>
              </a:solidFill>
              <a:latin typeface="Arial" panose="020B0604020202020204" pitchFamily="34" charset="0"/>
              <a:ea typeface="华文中宋" panose="02010600040101010101" pitchFamily="2" charset="-122"/>
            </a:endParaRPr>
          </a:p>
          <a:p>
            <a:r>
              <a:rPr lang="en-US" altLang="zh-CN" sz="2800" dirty="0">
                <a:solidFill>
                  <a:srgbClr val="000000"/>
                </a:solidFill>
                <a:latin typeface="Arial" panose="020B0604020202020204" pitchFamily="34" charset="0"/>
                <a:ea typeface="华文中宋" panose="02010600040101010101" pitchFamily="2" charset="-122"/>
              </a:rPr>
              <a:t>                                                 </a:t>
            </a:r>
            <a:r>
              <a:rPr lang="zh-CN" altLang="en-US" sz="2800" dirty="0">
                <a:solidFill>
                  <a:srgbClr val="000000"/>
                </a:solidFill>
                <a:latin typeface="Arial" panose="020B0604020202020204" pitchFamily="34" charset="0"/>
                <a:ea typeface="华文中宋" panose="02010600040101010101" pitchFamily="2" charset="-122"/>
              </a:rPr>
              <a:t>的熵的</a:t>
            </a:r>
            <a:r>
              <a:rPr lang="zh-CN" altLang="en-US" sz="2800" dirty="0">
                <a:solidFill>
                  <a:srgbClr val="000000"/>
                </a:solidFill>
                <a:latin typeface="Arial" panose="020B0604020202020204" pitchFamily="34" charset="0"/>
                <a:ea typeface="华文中宋" panose="02010600040101010101" pitchFamily="2" charset="-122"/>
              </a:rPr>
              <a:t>大小？</a:t>
            </a:r>
            <a:endParaRPr lang="zh-CN" altLang="en-US" sz="2800" dirty="0">
              <a:solidFill>
                <a:srgbClr val="000000"/>
              </a:solidFill>
              <a:latin typeface="Arial" panose="020B0604020202020204" pitchFamily="34" charset="0"/>
              <a:ea typeface="华文中宋" panose="02010600040101010101" pitchFamily="2" charset="-122"/>
            </a:endParaRPr>
          </a:p>
          <a:p>
            <a:endParaRPr lang="zh-CN" altLang="en-US" sz="2800" dirty="0">
              <a:solidFill>
                <a:srgbClr val="000000"/>
              </a:solidFill>
              <a:latin typeface="Arial" panose="020B0604020202020204" pitchFamily="34" charset="0"/>
              <a:ea typeface="华文中宋" panose="02010600040101010101" pitchFamily="2" charset="-122"/>
            </a:endParaRPr>
          </a:p>
        </p:txBody>
      </p:sp>
      <p:graphicFrame>
        <p:nvGraphicFramePr>
          <p:cNvPr id="7" name="对象 6">
            <a:hlinkClick r:id="" action="ppaction://ole?verb="/>
          </p:cNvPr>
          <p:cNvGraphicFramePr>
            <a:graphicFrameLocks noChangeAspect="1"/>
          </p:cNvGraphicFramePr>
          <p:nvPr>
            <p:custDataLst>
              <p:tags r:id="rId3"/>
            </p:custDataLst>
          </p:nvPr>
        </p:nvGraphicFramePr>
        <p:xfrm>
          <a:off x="3575368" y="1917066"/>
          <a:ext cx="3576955" cy="7518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" name="" r:id="rId4" imgW="1333500" imgH="279400" progId="Equation.DSMT4">
                  <p:embed/>
                </p:oleObj>
              </mc:Choice>
              <mc:Fallback>
                <p:oleObj name="" r:id="rId4" imgW="1333500" imgH="279400" progId="Equation.DSMT4">
                  <p:embed/>
                  <p:pic>
                    <p:nvPicPr>
                      <p:cNvPr id="0" name="图片 1024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3575368" y="1917066"/>
                        <a:ext cx="3576955" cy="75184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对象 2">
            <a:hlinkClick r:id="" action="ppaction://ole?verb="/>
          </p:cNvPr>
          <p:cNvGraphicFramePr>
            <a:graphicFrameLocks noChangeAspect="1"/>
          </p:cNvGraphicFramePr>
          <p:nvPr>
            <p:custDataLst>
              <p:tags r:id="rId6"/>
            </p:custDataLst>
          </p:nvPr>
        </p:nvGraphicFramePr>
        <p:xfrm>
          <a:off x="791211" y="2904491"/>
          <a:ext cx="5314950" cy="129921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" name="" r:id="rId7" imgW="1981200" imgH="482600" progId="Equation.DSMT4">
                  <p:embed/>
                </p:oleObj>
              </mc:Choice>
              <mc:Fallback>
                <p:oleObj name="" r:id="rId7" imgW="1981200" imgH="482600" progId="Equation.DSMT4">
                  <p:embed/>
                  <p:pic>
                    <p:nvPicPr>
                      <p:cNvPr id="0" name="图片 1024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791211" y="2904491"/>
                        <a:ext cx="5314950" cy="129921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sym typeface="+mn-ea"/>
              </a:rPr>
              <a:t>2.3 </a:t>
            </a:r>
            <a:r>
              <a:rPr lang="zh-CN" altLang="en-US" dirty="0">
                <a:sym typeface="+mn-ea"/>
              </a:rPr>
              <a:t>熵的基本性质</a:t>
            </a:r>
            <a:endParaRPr lang="zh-CN" altLang="en-US" dirty="0"/>
          </a:p>
        </p:txBody>
      </p:sp>
      <p:sp>
        <p:nvSpPr>
          <p:cNvPr id="4" name="内容占位符 3"/>
          <p:cNvSpPr/>
          <p:nvPr>
            <p:ph idx="1"/>
          </p:nvPr>
        </p:nvSpPr>
        <p:spPr>
          <a:xfrm>
            <a:off x="719455" y="908050"/>
            <a:ext cx="10316845" cy="5302250"/>
          </a:xfrm>
        </p:spPr>
        <p:txBody>
          <a:bodyPr/>
          <a:p>
            <a:endParaRPr lang="zh-CN" altLang="en-US"/>
          </a:p>
          <a:p>
            <a:endParaRPr lang="zh-CN" altLang="en-US"/>
          </a:p>
          <a:p>
            <a:endParaRPr lang="zh-CN" altLang="en-US"/>
          </a:p>
          <a:p>
            <a:endParaRPr lang="zh-CN" altLang="en-US"/>
          </a:p>
          <a:p>
            <a:pPr marL="0" algn="l">
              <a:lnSpc>
                <a:spcPct val="100000"/>
              </a:lnSpc>
              <a:buClrTx/>
              <a:buSzTx/>
              <a:buFontTx/>
              <a:buNone/>
            </a:pPr>
            <a:r>
              <a:rPr lang="en-US" altLang="zh-CN"/>
              <a:t>               </a:t>
            </a:r>
            <a:r>
              <a:rPr kumimoji="0" lang="zh-CN" altLang="en-US" b="1" kern="1200" dirty="0">
                <a:solidFill>
                  <a:srgbClr val="000000"/>
                </a:solidFill>
                <a:latin typeface="Arial" panose="020B0604020202020204" pitchFamily="34" charset="0"/>
                <a:ea typeface="华文中宋" panose="02010600040101010101" pitchFamily="2" charset="-122"/>
              </a:rPr>
              <a:t>      </a:t>
            </a:r>
            <a:r>
              <a:rPr kumimoji="0" lang="zh-CN" altLang="en-US" b="1" kern="1200" dirty="0">
                <a:solidFill>
                  <a:srgbClr val="000000"/>
                </a:solidFill>
                <a:latin typeface="Arial" panose="020B0604020202020204" pitchFamily="34" charset="0"/>
                <a:ea typeface="华文中宋" panose="02010600040101010101" pitchFamily="2" charset="-122"/>
              </a:rPr>
              <a:t>当且仅当X与Y相互独立时等号成立。</a:t>
            </a:r>
            <a:endParaRPr kumimoji="0" lang="zh-CN" altLang="en-US" b="1" kern="1200" dirty="0">
              <a:solidFill>
                <a:srgbClr val="000000"/>
              </a:solidFill>
              <a:latin typeface="Arial" panose="020B0604020202020204" pitchFamily="34" charset="0"/>
              <a:ea typeface="华文中宋" panose="02010600040101010101" pitchFamily="2" charset="-122"/>
            </a:endParaRPr>
          </a:p>
          <a:p>
            <a:pPr marL="0" algn="l">
              <a:lnSpc>
                <a:spcPct val="100000"/>
              </a:lnSpc>
              <a:buClrTx/>
              <a:buSzTx/>
              <a:buFontTx/>
              <a:buNone/>
            </a:pPr>
            <a:endParaRPr kumimoji="0" lang="zh-CN" altLang="en-US" b="1" kern="1200" dirty="0">
              <a:solidFill>
                <a:srgbClr val="000000"/>
              </a:solidFill>
              <a:latin typeface="Arial" panose="020B0604020202020204" pitchFamily="34" charset="0"/>
              <a:ea typeface="华文中宋" panose="02010600040101010101" pitchFamily="2" charset="-122"/>
            </a:endParaRPr>
          </a:p>
          <a:p>
            <a:pPr marL="200025" indent="-457200" algn="l">
              <a:lnSpc>
                <a:spcPct val="100000"/>
              </a:lnSpc>
              <a:buClrTx/>
              <a:buSzTx/>
              <a:buFont typeface="Wingdings" panose="05000000000000000000" charset="0"/>
              <a:buChar char="p"/>
            </a:pPr>
            <a:r>
              <a:rPr kumimoji="0" lang="zh-CN" altLang="en-US" b="1" kern="1200" dirty="0">
                <a:solidFill>
                  <a:srgbClr val="000000"/>
                </a:solidFill>
                <a:latin typeface="Arial" panose="020B0604020202020204" pitchFamily="34" charset="0"/>
                <a:ea typeface="华文中宋" panose="02010600040101010101" pitchFamily="2" charset="-122"/>
              </a:rPr>
              <a:t>知道统计相关的变量，则可以减少</a:t>
            </a:r>
            <a:r>
              <a:rPr kumimoji="0" lang="zh-CN" altLang="en-US" b="1" kern="1200" dirty="0">
                <a:solidFill>
                  <a:srgbClr val="000000"/>
                </a:solidFill>
                <a:latin typeface="Arial" panose="020B0604020202020204" pitchFamily="34" charset="0"/>
                <a:ea typeface="华文中宋" panose="02010600040101010101" pitchFamily="2" charset="-122"/>
              </a:rPr>
              <a:t>不确定性；</a:t>
            </a:r>
            <a:endParaRPr kumimoji="0" lang="zh-CN" altLang="en-US" b="1" kern="1200" dirty="0">
              <a:solidFill>
                <a:srgbClr val="000000"/>
              </a:solidFill>
              <a:latin typeface="Arial" panose="020B0604020202020204" pitchFamily="34" charset="0"/>
              <a:ea typeface="华文中宋" panose="02010600040101010101" pitchFamily="2" charset="-122"/>
            </a:endParaRPr>
          </a:p>
          <a:p>
            <a:pPr marL="200025" indent="-457200" algn="l">
              <a:lnSpc>
                <a:spcPct val="100000"/>
              </a:lnSpc>
              <a:buClrTx/>
              <a:buSzTx/>
              <a:buFont typeface="Wingdings" panose="05000000000000000000" charset="0"/>
              <a:buChar char="p"/>
            </a:pPr>
            <a:r>
              <a:rPr kumimoji="0" lang="zh-CN" altLang="en-US" b="1" kern="1200" dirty="0">
                <a:solidFill>
                  <a:srgbClr val="000000"/>
                </a:solidFill>
                <a:latin typeface="Arial" panose="020B0604020202020204" pitchFamily="34" charset="0"/>
                <a:ea typeface="华文中宋" panose="02010600040101010101" pitchFamily="2" charset="-122"/>
              </a:rPr>
              <a:t>统计平均意义上条件减少不确定性，但是针对具体的</a:t>
            </a:r>
            <a:r>
              <a:rPr kumimoji="0" lang="en-US" altLang="zh-CN" b="1" kern="1200" dirty="0">
                <a:solidFill>
                  <a:srgbClr val="000000"/>
                </a:solidFill>
                <a:latin typeface="Arial" panose="020B0604020202020204" pitchFamily="34" charset="0"/>
                <a:ea typeface="华文中宋" panose="02010600040101010101" pitchFamily="2" charset="-122"/>
              </a:rPr>
              <a:t>Y</a:t>
            </a:r>
            <a:r>
              <a:rPr kumimoji="0" lang="zh-CN" altLang="en-US" b="1" kern="1200" dirty="0">
                <a:solidFill>
                  <a:srgbClr val="000000"/>
                </a:solidFill>
                <a:latin typeface="Arial" panose="020B0604020202020204" pitchFamily="34" charset="0"/>
                <a:ea typeface="华文中宋" panose="02010600040101010101" pitchFamily="2" charset="-122"/>
              </a:rPr>
              <a:t>取值则</a:t>
            </a:r>
            <a:r>
              <a:rPr kumimoji="0" lang="zh-CN" altLang="en-US" b="1" kern="1200" dirty="0">
                <a:solidFill>
                  <a:srgbClr val="000000"/>
                </a:solidFill>
                <a:latin typeface="Arial" panose="020B0604020202020204" pitchFamily="34" charset="0"/>
                <a:ea typeface="华文中宋" panose="02010600040101010101" pitchFamily="2" charset="-122"/>
              </a:rPr>
              <a:t>不一定。</a:t>
            </a:r>
            <a:endParaRPr kumimoji="0" lang="zh-CN" altLang="en-US" b="1" kern="1200" dirty="0">
              <a:solidFill>
                <a:srgbClr val="000000"/>
              </a:solidFill>
              <a:latin typeface="Arial" panose="020B0604020202020204" pitchFamily="34" charset="0"/>
              <a:ea typeface="华文中宋" panose="02010600040101010101" pitchFamily="2" charset="-122"/>
            </a:endParaRPr>
          </a:p>
        </p:txBody>
      </p:sp>
      <p:sp>
        <p:nvSpPr>
          <p:cNvPr id="23" name="Oval 35"/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1465580" y="997585"/>
            <a:ext cx="520065" cy="464185"/>
          </a:xfrm>
          <a:prstGeom prst="ellipse">
            <a:avLst/>
          </a:prstGeom>
          <a:solidFill>
            <a:schemeClr val="accent2"/>
          </a:solidFill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p>
            <a:pPr algn="ctr">
              <a:spcBef>
                <a:spcPct val="0"/>
              </a:spcBef>
            </a:pPr>
            <a:r>
              <a:rPr kumimoji="1" lang="en-US" altLang="zh-CN" sz="3200" b="1" dirty="0">
                <a:solidFill>
                  <a:schemeClr val="bg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7</a:t>
            </a:r>
            <a:endParaRPr kumimoji="1" lang="en-US" altLang="zh-CN" sz="3200" b="1" dirty="0">
              <a:solidFill>
                <a:schemeClr val="bg2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4" name="Rectangle 7"/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2279650" y="980758"/>
            <a:ext cx="3906520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p>
            <a:r>
              <a:rPr lang="zh-CN" altLang="en-US" sz="2800" dirty="0">
                <a:solidFill>
                  <a:srgbClr val="000000"/>
                </a:solidFill>
                <a:latin typeface="Arial" panose="020B0604020202020204" pitchFamily="34" charset="0"/>
                <a:ea typeface="华文中宋" panose="02010600040101010101" pitchFamily="2" charset="-122"/>
              </a:rPr>
              <a:t>熵的独立</a:t>
            </a:r>
            <a:r>
              <a:rPr lang="zh-CN" altLang="en-US" sz="2800" dirty="0">
                <a:solidFill>
                  <a:srgbClr val="000000"/>
                </a:solidFill>
                <a:latin typeface="Arial" panose="020B0604020202020204" pitchFamily="34" charset="0"/>
                <a:ea typeface="华文中宋" panose="02010600040101010101" pitchFamily="2" charset="-122"/>
              </a:rPr>
              <a:t>界</a:t>
            </a:r>
            <a:endParaRPr lang="zh-CN" altLang="en-US" sz="2800" dirty="0">
              <a:solidFill>
                <a:srgbClr val="000000"/>
              </a:solidFill>
              <a:latin typeface="Arial" panose="020B0604020202020204" pitchFamily="34" charset="0"/>
              <a:ea typeface="华文中宋" panose="02010600040101010101" pitchFamily="2" charset="-122"/>
            </a:endParaRPr>
          </a:p>
        </p:txBody>
      </p:sp>
      <p:sp>
        <p:nvSpPr>
          <p:cNvPr id="5" name="Rectangle 7"/>
          <p:cNvSpPr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1055370" y="1652588"/>
            <a:ext cx="10144760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p>
            <a:r>
              <a:rPr lang="zh-CN" altLang="en-US" sz="2800" dirty="0">
                <a:solidFill>
                  <a:srgbClr val="000000"/>
                </a:solidFill>
                <a:latin typeface="Arial" panose="020B0604020202020204" pitchFamily="34" charset="0"/>
                <a:ea typeface="华文中宋" panose="02010600040101010101" pitchFamily="2" charset="-122"/>
              </a:rPr>
              <a:t>定理</a:t>
            </a:r>
            <a:r>
              <a:rPr lang="en-US" altLang="zh-CN" sz="2800" dirty="0">
                <a:solidFill>
                  <a:srgbClr val="000000"/>
                </a:solidFill>
                <a:latin typeface="Arial" panose="020B0604020202020204" pitchFamily="34" charset="0"/>
                <a:ea typeface="华文中宋" panose="02010600040101010101" pitchFamily="2" charset="-122"/>
              </a:rPr>
              <a:t>2.1</a:t>
            </a:r>
            <a:r>
              <a:rPr lang="zh-CN" altLang="en-US" sz="2800" dirty="0">
                <a:solidFill>
                  <a:srgbClr val="000000"/>
                </a:solidFill>
                <a:latin typeface="Arial" panose="020B0604020202020204" pitchFamily="34" charset="0"/>
                <a:ea typeface="华文中宋" panose="02010600040101010101" pitchFamily="2" charset="-122"/>
              </a:rPr>
              <a:t>：条件熵不大于无条件熵，</a:t>
            </a:r>
            <a:r>
              <a:rPr lang="zh-CN" altLang="en-US" sz="2800" dirty="0">
                <a:solidFill>
                  <a:srgbClr val="000000"/>
                </a:solidFill>
                <a:latin typeface="Arial" panose="020B0604020202020204" pitchFamily="34" charset="0"/>
                <a:ea typeface="华文中宋" panose="02010600040101010101" pitchFamily="2" charset="-122"/>
              </a:rPr>
              <a:t>即</a:t>
            </a:r>
            <a:endParaRPr lang="zh-CN" altLang="en-US" sz="2800" dirty="0">
              <a:solidFill>
                <a:srgbClr val="000000"/>
              </a:solidFill>
              <a:latin typeface="Arial" panose="020B0604020202020204" pitchFamily="34" charset="0"/>
              <a:ea typeface="华文中宋" panose="02010600040101010101" pitchFamily="2" charset="-122"/>
            </a:endParaRPr>
          </a:p>
        </p:txBody>
      </p:sp>
      <p:graphicFrame>
        <p:nvGraphicFramePr>
          <p:cNvPr id="7" name="对象 6">
            <a:hlinkClick r:id="" action="ppaction://ole?verb="/>
          </p:cNvPr>
          <p:cNvGraphicFramePr>
            <a:graphicFrameLocks noChangeAspect="1"/>
          </p:cNvGraphicFramePr>
          <p:nvPr>
            <p:custDataLst>
              <p:tags r:id="rId4"/>
            </p:custDataLst>
          </p:nvPr>
        </p:nvGraphicFramePr>
        <p:xfrm>
          <a:off x="3614738" y="2369186"/>
          <a:ext cx="3066415" cy="7518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" name="" r:id="rId5" imgW="1143000" imgH="279400" progId="Equation.DSMT4">
                  <p:embed/>
                </p:oleObj>
              </mc:Choice>
              <mc:Fallback>
                <p:oleObj name="" r:id="rId5" imgW="1143000" imgH="279400" progId="Equation.DSMT4">
                  <p:embed/>
                  <p:pic>
                    <p:nvPicPr>
                      <p:cNvPr id="0" name="图片 1024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3614738" y="2369186"/>
                        <a:ext cx="3066415" cy="75184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sym typeface="+mn-ea"/>
              </a:rPr>
              <a:t>2.3 </a:t>
            </a:r>
            <a:r>
              <a:rPr lang="zh-CN" altLang="en-US" dirty="0">
                <a:sym typeface="+mn-ea"/>
              </a:rPr>
              <a:t>熵的基本性质</a:t>
            </a:r>
            <a:endParaRPr lang="zh-CN" altLang="en-US" dirty="0"/>
          </a:p>
        </p:txBody>
      </p:sp>
      <p:sp>
        <p:nvSpPr>
          <p:cNvPr id="4" name="内容占位符 3"/>
          <p:cNvSpPr/>
          <p:nvPr>
            <p:ph idx="1"/>
          </p:nvPr>
        </p:nvSpPr>
        <p:spPr>
          <a:xfrm>
            <a:off x="719455" y="908050"/>
            <a:ext cx="10316845" cy="5302250"/>
          </a:xfrm>
        </p:spPr>
        <p:txBody>
          <a:bodyPr/>
          <a:p>
            <a:endParaRPr lang="zh-CN" altLang="en-US"/>
          </a:p>
          <a:p>
            <a:endParaRPr lang="zh-CN" altLang="en-US"/>
          </a:p>
          <a:p>
            <a:endParaRPr lang="zh-CN" altLang="en-US"/>
          </a:p>
          <a:p>
            <a:endParaRPr lang="zh-CN" altLang="en-US"/>
          </a:p>
          <a:p>
            <a:pPr marL="0" algn="l">
              <a:lnSpc>
                <a:spcPct val="100000"/>
              </a:lnSpc>
              <a:buClrTx/>
              <a:buSzTx/>
              <a:buFontTx/>
              <a:buNone/>
            </a:pPr>
            <a:r>
              <a:rPr lang="en-US" altLang="zh-CN"/>
              <a:t>         </a:t>
            </a:r>
            <a:r>
              <a:rPr kumimoji="0" lang="zh-CN" altLang="en-US" b="1" kern="1200" dirty="0">
                <a:solidFill>
                  <a:srgbClr val="000000"/>
                </a:solidFill>
                <a:latin typeface="Arial" panose="020B0604020202020204" pitchFamily="34" charset="0"/>
                <a:ea typeface="华文中宋" panose="02010600040101010101" pitchFamily="2" charset="-122"/>
              </a:rPr>
              <a:t>            当且仅当X与Y相互独立时等号成立。</a:t>
            </a:r>
            <a:endParaRPr kumimoji="0" lang="zh-CN" altLang="en-US" b="1" kern="1200" dirty="0">
              <a:solidFill>
                <a:srgbClr val="000000"/>
              </a:solidFill>
              <a:latin typeface="Arial" panose="020B0604020202020204" pitchFamily="34" charset="0"/>
              <a:ea typeface="华文中宋" panose="02010600040101010101" pitchFamily="2" charset="-122"/>
            </a:endParaRPr>
          </a:p>
          <a:p>
            <a:pPr marL="0" algn="l">
              <a:lnSpc>
                <a:spcPct val="100000"/>
              </a:lnSpc>
              <a:buClrTx/>
              <a:buSzTx/>
              <a:buFontTx/>
              <a:buNone/>
            </a:pPr>
            <a:endParaRPr kumimoji="0" lang="zh-CN" altLang="en-US" b="1" kern="1200" dirty="0">
              <a:solidFill>
                <a:srgbClr val="000000"/>
              </a:solidFill>
              <a:latin typeface="Arial" panose="020B0604020202020204" pitchFamily="34" charset="0"/>
              <a:ea typeface="华文中宋" panose="02010600040101010101" pitchFamily="2" charset="-122"/>
            </a:endParaRPr>
          </a:p>
          <a:p>
            <a:pPr marL="0" algn="l">
              <a:lnSpc>
                <a:spcPct val="100000"/>
              </a:lnSpc>
              <a:buClrTx/>
              <a:buSzTx/>
              <a:buFontTx/>
              <a:buNone/>
            </a:pPr>
            <a:endParaRPr kumimoji="0" lang="zh-CN" altLang="en-US" b="1" kern="1200" dirty="0">
              <a:solidFill>
                <a:srgbClr val="000000"/>
              </a:solidFill>
              <a:latin typeface="Arial" panose="020B0604020202020204" pitchFamily="34" charset="0"/>
              <a:ea typeface="华文中宋" panose="02010600040101010101" pitchFamily="2" charset="-122"/>
            </a:endParaRPr>
          </a:p>
        </p:txBody>
      </p:sp>
      <p:sp>
        <p:nvSpPr>
          <p:cNvPr id="23" name="Oval 35"/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1465580" y="997585"/>
            <a:ext cx="520065" cy="464185"/>
          </a:xfrm>
          <a:prstGeom prst="ellipse">
            <a:avLst/>
          </a:prstGeom>
          <a:solidFill>
            <a:schemeClr val="accent2"/>
          </a:solidFill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p>
            <a:pPr algn="ctr">
              <a:spcBef>
                <a:spcPct val="0"/>
              </a:spcBef>
            </a:pPr>
            <a:r>
              <a:rPr kumimoji="1" lang="en-US" altLang="zh-CN" sz="3200" b="1" dirty="0">
                <a:solidFill>
                  <a:schemeClr val="bg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7</a:t>
            </a:r>
            <a:endParaRPr kumimoji="1" lang="en-US" altLang="zh-CN" sz="3200" b="1" dirty="0">
              <a:solidFill>
                <a:schemeClr val="bg2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4" name="Rectangle 7"/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2279650" y="980758"/>
            <a:ext cx="3906520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p>
            <a:r>
              <a:rPr lang="zh-CN" altLang="en-US" sz="2800" dirty="0">
                <a:solidFill>
                  <a:srgbClr val="000000"/>
                </a:solidFill>
                <a:latin typeface="Arial" panose="020B0604020202020204" pitchFamily="34" charset="0"/>
                <a:ea typeface="华文中宋" panose="02010600040101010101" pitchFamily="2" charset="-122"/>
              </a:rPr>
              <a:t>熵的独立</a:t>
            </a:r>
            <a:r>
              <a:rPr lang="zh-CN" altLang="en-US" sz="2800" dirty="0">
                <a:solidFill>
                  <a:srgbClr val="000000"/>
                </a:solidFill>
                <a:latin typeface="Arial" panose="020B0604020202020204" pitchFamily="34" charset="0"/>
                <a:ea typeface="华文中宋" panose="02010600040101010101" pitchFamily="2" charset="-122"/>
              </a:rPr>
              <a:t>界</a:t>
            </a:r>
            <a:endParaRPr lang="zh-CN" altLang="en-US" sz="2800" dirty="0">
              <a:solidFill>
                <a:srgbClr val="000000"/>
              </a:solidFill>
              <a:latin typeface="Arial" panose="020B0604020202020204" pitchFamily="34" charset="0"/>
              <a:ea typeface="华文中宋" panose="02010600040101010101" pitchFamily="2" charset="-122"/>
            </a:endParaRPr>
          </a:p>
        </p:txBody>
      </p:sp>
      <p:sp>
        <p:nvSpPr>
          <p:cNvPr id="5" name="Rectangle 7"/>
          <p:cNvSpPr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1055370" y="1652588"/>
            <a:ext cx="10144760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p>
            <a:r>
              <a:rPr lang="zh-CN" altLang="en-US" sz="2800" dirty="0">
                <a:solidFill>
                  <a:srgbClr val="000000"/>
                </a:solidFill>
                <a:latin typeface="Arial" panose="020B0604020202020204" pitchFamily="34" charset="0"/>
                <a:ea typeface="华文中宋" panose="02010600040101010101" pitchFamily="2" charset="-122"/>
              </a:rPr>
              <a:t>定理</a:t>
            </a:r>
            <a:r>
              <a:rPr lang="en-US" altLang="zh-CN" sz="2800" dirty="0">
                <a:solidFill>
                  <a:srgbClr val="000000"/>
                </a:solidFill>
                <a:latin typeface="Arial" panose="020B0604020202020204" pitchFamily="34" charset="0"/>
                <a:ea typeface="华文中宋" panose="02010600040101010101" pitchFamily="2" charset="-122"/>
              </a:rPr>
              <a:t>2.1</a:t>
            </a:r>
            <a:r>
              <a:rPr lang="zh-CN" altLang="en-US" sz="2800" dirty="0">
                <a:solidFill>
                  <a:srgbClr val="000000"/>
                </a:solidFill>
                <a:latin typeface="Arial" panose="020B0604020202020204" pitchFamily="34" charset="0"/>
                <a:ea typeface="华文中宋" panose="02010600040101010101" pitchFamily="2" charset="-122"/>
              </a:rPr>
              <a:t>：条件熵不大于无条件熵，</a:t>
            </a:r>
            <a:r>
              <a:rPr lang="zh-CN" altLang="en-US" sz="2800" dirty="0">
                <a:solidFill>
                  <a:srgbClr val="000000"/>
                </a:solidFill>
                <a:latin typeface="Arial" panose="020B0604020202020204" pitchFamily="34" charset="0"/>
                <a:ea typeface="华文中宋" panose="02010600040101010101" pitchFamily="2" charset="-122"/>
              </a:rPr>
              <a:t>即</a:t>
            </a:r>
            <a:endParaRPr lang="zh-CN" altLang="en-US" sz="2800" dirty="0">
              <a:solidFill>
                <a:srgbClr val="000000"/>
              </a:solidFill>
              <a:latin typeface="Arial" panose="020B0604020202020204" pitchFamily="34" charset="0"/>
              <a:ea typeface="华文中宋" panose="02010600040101010101" pitchFamily="2" charset="-122"/>
            </a:endParaRPr>
          </a:p>
        </p:txBody>
      </p:sp>
      <p:graphicFrame>
        <p:nvGraphicFramePr>
          <p:cNvPr id="7" name="对象 6">
            <a:hlinkClick r:id="" action="ppaction://ole?verb="/>
          </p:cNvPr>
          <p:cNvGraphicFramePr>
            <a:graphicFrameLocks noChangeAspect="1"/>
          </p:cNvGraphicFramePr>
          <p:nvPr>
            <p:custDataLst>
              <p:tags r:id="rId4"/>
            </p:custDataLst>
          </p:nvPr>
        </p:nvGraphicFramePr>
        <p:xfrm>
          <a:off x="3614738" y="2369186"/>
          <a:ext cx="3066415" cy="7518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" name="" r:id="rId5" imgW="1143000" imgH="279400" progId="Equation.DSMT4">
                  <p:embed/>
                </p:oleObj>
              </mc:Choice>
              <mc:Fallback>
                <p:oleObj name="" r:id="rId5" imgW="1143000" imgH="279400" progId="Equation.DSMT4">
                  <p:embed/>
                  <p:pic>
                    <p:nvPicPr>
                      <p:cNvPr id="0" name="图片 1024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3614738" y="2369186"/>
                        <a:ext cx="3066415" cy="75184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文本框 2"/>
          <p:cNvSpPr txBox="1"/>
          <p:nvPr/>
        </p:nvSpPr>
        <p:spPr>
          <a:xfrm>
            <a:off x="1075055" y="3790950"/>
            <a:ext cx="9845675" cy="231394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rgbClr val="FF0000"/>
            </a:solidFill>
          </a:ln>
        </p:spPr>
        <p:txBody>
          <a:bodyPr wrap="square" rtlCol="0">
            <a:noAutofit/>
          </a:bodyPr>
          <a:p>
            <a:pPr marL="0" indent="-257175" algn="l" latinLnBrk="0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</a:pPr>
            <a:r>
              <a:rPr lang="en-US" altLang="zh-CN" sz="2800" dirty="0">
                <a:solidFill>
                  <a:srgbClr val="000000"/>
                </a:solidFill>
                <a:latin typeface="Arial" panose="020B0604020202020204" pitchFamily="34" charset="0"/>
                <a:ea typeface="华文中宋" panose="02010600040101010101" pitchFamily="2" charset="-122"/>
              </a:rPr>
              <a:t>        </a:t>
            </a:r>
            <a:r>
              <a:rPr lang="zh-CN" altLang="en-US" sz="2800" dirty="0">
                <a:solidFill>
                  <a:srgbClr val="000000"/>
                </a:solidFill>
                <a:latin typeface="Arial" panose="020B0604020202020204" pitchFamily="34" charset="0"/>
                <a:ea typeface="华文中宋" panose="02010600040101010101" pitchFamily="2" charset="-122"/>
              </a:rPr>
              <a:t>对于平稳序列，条件熵</a:t>
            </a:r>
            <a:r>
              <a:rPr lang="en-US" altLang="zh-CN" sz="2800" dirty="0">
                <a:solidFill>
                  <a:srgbClr val="000000"/>
                </a:solidFill>
                <a:latin typeface="Arial" panose="020B0604020202020204" pitchFamily="34" charset="0"/>
                <a:ea typeface="华文中宋" panose="02010600040101010101" pitchFamily="2" charset="-122"/>
              </a:rPr>
              <a:t>                                   </a:t>
            </a:r>
            <a:r>
              <a:rPr lang="zh-CN" altLang="en-US" sz="2800" dirty="0">
                <a:solidFill>
                  <a:srgbClr val="000000"/>
                </a:solidFill>
                <a:latin typeface="Arial" panose="020B0604020202020204" pitchFamily="34" charset="0"/>
                <a:ea typeface="华文中宋" panose="02010600040101010101" pitchFamily="2" charset="-122"/>
              </a:rPr>
              <a:t>随</a:t>
            </a:r>
            <a:r>
              <a:rPr lang="en-US" altLang="zh-CN" sz="2800" dirty="0">
                <a:solidFill>
                  <a:srgbClr val="000000"/>
                </a:solidFill>
                <a:latin typeface="Arial" panose="020B0604020202020204" pitchFamily="34" charset="0"/>
                <a:ea typeface="华文中宋" panose="02010600040101010101" pitchFamily="2" charset="-122"/>
              </a:rPr>
              <a:t>N</a:t>
            </a:r>
            <a:r>
              <a:rPr lang="zh-CN" altLang="en-US" sz="2800" dirty="0">
                <a:solidFill>
                  <a:srgbClr val="000000"/>
                </a:solidFill>
                <a:latin typeface="Arial" panose="020B0604020202020204" pitchFamily="34" charset="0"/>
                <a:ea typeface="华文中宋" panose="02010600040101010101" pitchFamily="2" charset="-122"/>
              </a:rPr>
              <a:t>的增加是非递增的，</a:t>
            </a:r>
            <a:r>
              <a:rPr lang="zh-CN" altLang="en-US" sz="2800" dirty="0">
                <a:solidFill>
                  <a:srgbClr val="000000"/>
                </a:solidFill>
                <a:latin typeface="Arial" panose="020B0604020202020204" pitchFamily="34" charset="0"/>
                <a:ea typeface="华文中宋" panose="02010600040101010101" pitchFamily="2" charset="-122"/>
              </a:rPr>
              <a:t>即：</a:t>
            </a:r>
            <a:endParaRPr lang="zh-CN" altLang="en-US" sz="2800" dirty="0">
              <a:solidFill>
                <a:srgbClr val="000000"/>
              </a:solidFill>
              <a:latin typeface="Arial" panose="020B0604020202020204" pitchFamily="34" charset="0"/>
              <a:ea typeface="华文中宋" panose="02010600040101010101" pitchFamily="2" charset="-122"/>
            </a:endParaRPr>
          </a:p>
        </p:txBody>
      </p:sp>
      <p:graphicFrame>
        <p:nvGraphicFramePr>
          <p:cNvPr id="6" name="对象 5">
            <a:hlinkClick r:id="" action="ppaction://ole?verb="/>
          </p:cNvPr>
          <p:cNvGraphicFramePr>
            <a:graphicFrameLocks noChangeAspect="1"/>
          </p:cNvGraphicFramePr>
          <p:nvPr>
            <p:custDataLst>
              <p:tags r:id="rId7"/>
            </p:custDataLst>
          </p:nvPr>
        </p:nvGraphicFramePr>
        <p:xfrm>
          <a:off x="5591811" y="3860801"/>
          <a:ext cx="3373120" cy="7518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" name="" r:id="rId8" imgW="1257300" imgH="279400" progId="Equation.DSMT4">
                  <p:embed/>
                </p:oleObj>
              </mc:Choice>
              <mc:Fallback>
                <p:oleObj name="" r:id="rId8" imgW="1257300" imgH="279400" progId="Equation.DSMT4">
                  <p:embed/>
                  <p:pic>
                    <p:nvPicPr>
                      <p:cNvPr id="0" name="图片 1024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5591811" y="3860801"/>
                        <a:ext cx="3373120" cy="75184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对象 10">
            <a:hlinkClick r:id="" action="ppaction://ole?verb="/>
          </p:cNvPr>
          <p:cNvGraphicFramePr>
            <a:graphicFrameLocks noChangeAspect="1"/>
          </p:cNvGraphicFramePr>
          <p:nvPr>
            <p:custDataLst>
              <p:tags r:id="rId10"/>
            </p:custDataLst>
          </p:nvPr>
        </p:nvGraphicFramePr>
        <p:xfrm>
          <a:off x="1847533" y="5229226"/>
          <a:ext cx="8245475" cy="7518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" name="" r:id="rId11" imgW="3073400" imgH="279400" progId="Equation.DSMT4">
                  <p:embed/>
                </p:oleObj>
              </mc:Choice>
              <mc:Fallback>
                <p:oleObj name="" r:id="rId11" imgW="3073400" imgH="279400" progId="Equation.DSMT4">
                  <p:embed/>
                  <p:pic>
                    <p:nvPicPr>
                      <p:cNvPr id="0" name="图片 1024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847533" y="5229226"/>
                        <a:ext cx="8245475" cy="75184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Rectangle 7"/>
          <p:cNvSpPr>
            <a:spLocks noChangeArrowheads="1"/>
          </p:cNvSpPr>
          <p:nvPr>
            <p:custDataLst>
              <p:tags r:id="rId13"/>
            </p:custDataLst>
          </p:nvPr>
        </p:nvSpPr>
        <p:spPr bwMode="auto">
          <a:xfrm>
            <a:off x="3503930" y="6210301"/>
            <a:ext cx="3906520" cy="5835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p>
            <a:r>
              <a:rPr lang="zh-CN" altLang="en-US" sz="3200" dirty="0">
                <a:solidFill>
                  <a:srgbClr val="000000"/>
                </a:solidFill>
                <a:highlight>
                  <a:srgbClr val="FFFF00"/>
                </a:highlight>
                <a:latin typeface="Arial" panose="020B0604020202020204" pitchFamily="34" charset="0"/>
                <a:ea typeface="华文中宋" panose="02010600040101010101" pitchFamily="2" charset="-122"/>
              </a:rPr>
              <a:t>条件作用使熵减少</a:t>
            </a:r>
            <a:endParaRPr lang="zh-CN" altLang="en-US" sz="3200" dirty="0">
              <a:solidFill>
                <a:srgbClr val="000000"/>
              </a:solidFill>
              <a:highlight>
                <a:srgbClr val="FFFF00"/>
              </a:highlight>
              <a:latin typeface="Arial" panose="020B0604020202020204" pitchFamily="34" charset="0"/>
              <a:ea typeface="华文中宋" panose="0201060004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sym typeface="+mn-ea"/>
              </a:rPr>
              <a:t>2.3 </a:t>
            </a:r>
            <a:r>
              <a:rPr lang="zh-CN" altLang="en-US" dirty="0">
                <a:sym typeface="+mn-ea"/>
              </a:rPr>
              <a:t>熵的基本性质</a:t>
            </a:r>
            <a:endParaRPr lang="zh-CN" altLang="en-US" dirty="0"/>
          </a:p>
        </p:txBody>
      </p:sp>
      <p:sp>
        <p:nvSpPr>
          <p:cNvPr id="4" name="内容占位符 3"/>
          <p:cNvSpPr/>
          <p:nvPr>
            <p:ph idx="1"/>
          </p:nvPr>
        </p:nvSpPr>
        <p:spPr>
          <a:xfrm>
            <a:off x="719455" y="908050"/>
            <a:ext cx="10316845" cy="5302250"/>
          </a:xfrm>
        </p:spPr>
        <p:txBody>
          <a:bodyPr/>
          <a:p>
            <a:endParaRPr lang="zh-CN" altLang="en-US"/>
          </a:p>
          <a:p>
            <a:endParaRPr lang="zh-CN" altLang="en-US"/>
          </a:p>
          <a:p>
            <a:endParaRPr lang="zh-CN" altLang="en-US"/>
          </a:p>
          <a:p>
            <a:endParaRPr lang="zh-CN" altLang="en-US"/>
          </a:p>
          <a:p>
            <a:pPr marL="0" algn="l">
              <a:lnSpc>
                <a:spcPct val="100000"/>
              </a:lnSpc>
              <a:buClrTx/>
              <a:buSzTx/>
              <a:buFontTx/>
              <a:buNone/>
            </a:pPr>
            <a:r>
              <a:rPr lang="en-US" altLang="zh-CN"/>
              <a:t>          </a:t>
            </a:r>
            <a:r>
              <a:rPr kumimoji="0" lang="zh-CN" altLang="en-US" b="1" kern="1200" dirty="0">
                <a:solidFill>
                  <a:srgbClr val="000000"/>
                </a:solidFill>
                <a:latin typeface="Arial" panose="020B0604020202020204" pitchFamily="34" charset="0"/>
                <a:ea typeface="华文中宋" panose="02010600040101010101" pitchFamily="2" charset="-122"/>
              </a:rPr>
              <a:t>当且仅当</a:t>
            </a:r>
            <a:r>
              <a:rPr kumimoji="0" lang="en-US" altLang="zh-CN" b="1" kern="1200" dirty="0">
                <a:solidFill>
                  <a:srgbClr val="000000"/>
                </a:solidFill>
                <a:latin typeface="Arial" panose="020B0604020202020204" pitchFamily="34" charset="0"/>
                <a:ea typeface="华文中宋" panose="02010600040101010101" pitchFamily="2" charset="-122"/>
              </a:rPr>
              <a:t>                          </a:t>
            </a:r>
            <a:r>
              <a:rPr kumimoji="0" lang="zh-CN" altLang="en-US" b="1" kern="1200" dirty="0">
                <a:solidFill>
                  <a:srgbClr val="000000"/>
                </a:solidFill>
                <a:latin typeface="Arial" panose="020B0604020202020204" pitchFamily="34" charset="0"/>
                <a:ea typeface="华文中宋" panose="02010600040101010101" pitchFamily="2" charset="-122"/>
              </a:rPr>
              <a:t>相互独立时等号成立。</a:t>
            </a:r>
            <a:endParaRPr kumimoji="0" lang="zh-CN" altLang="en-US" b="1" kern="1200" dirty="0">
              <a:solidFill>
                <a:srgbClr val="000000"/>
              </a:solidFill>
              <a:latin typeface="Arial" panose="020B0604020202020204" pitchFamily="34" charset="0"/>
              <a:ea typeface="华文中宋" panose="02010600040101010101" pitchFamily="2" charset="-122"/>
            </a:endParaRPr>
          </a:p>
          <a:p>
            <a:pPr marL="0" algn="l">
              <a:lnSpc>
                <a:spcPct val="100000"/>
              </a:lnSpc>
              <a:buClrTx/>
              <a:buSzTx/>
              <a:buFontTx/>
              <a:buNone/>
            </a:pPr>
            <a:endParaRPr kumimoji="0" lang="zh-CN" altLang="en-US" b="1" kern="1200" dirty="0">
              <a:solidFill>
                <a:srgbClr val="000000"/>
              </a:solidFill>
              <a:latin typeface="Arial" panose="020B0604020202020204" pitchFamily="34" charset="0"/>
              <a:ea typeface="华文中宋" panose="02010600040101010101" pitchFamily="2" charset="-122"/>
            </a:endParaRPr>
          </a:p>
          <a:p>
            <a:pPr marL="0" algn="l">
              <a:lnSpc>
                <a:spcPct val="100000"/>
              </a:lnSpc>
              <a:buClrTx/>
              <a:buSzTx/>
              <a:buFontTx/>
              <a:buNone/>
            </a:pPr>
            <a:endParaRPr kumimoji="0" lang="zh-CN" altLang="en-US" b="1" kern="1200" dirty="0">
              <a:solidFill>
                <a:srgbClr val="000000"/>
              </a:solidFill>
              <a:latin typeface="Arial" panose="020B0604020202020204" pitchFamily="34" charset="0"/>
              <a:ea typeface="华文中宋" panose="02010600040101010101" pitchFamily="2" charset="-122"/>
            </a:endParaRPr>
          </a:p>
        </p:txBody>
      </p:sp>
      <p:sp>
        <p:nvSpPr>
          <p:cNvPr id="23" name="Oval 35"/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1465580" y="997585"/>
            <a:ext cx="520065" cy="464185"/>
          </a:xfrm>
          <a:prstGeom prst="ellipse">
            <a:avLst/>
          </a:prstGeom>
          <a:solidFill>
            <a:schemeClr val="accent2"/>
          </a:solidFill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p>
            <a:pPr algn="ctr">
              <a:spcBef>
                <a:spcPct val="0"/>
              </a:spcBef>
            </a:pPr>
            <a:r>
              <a:rPr kumimoji="1" lang="en-US" altLang="zh-CN" sz="3200" b="1" dirty="0">
                <a:solidFill>
                  <a:schemeClr val="bg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7</a:t>
            </a:r>
            <a:endParaRPr kumimoji="1" lang="en-US" altLang="zh-CN" sz="3200" b="1" dirty="0">
              <a:solidFill>
                <a:schemeClr val="bg2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4" name="Rectangle 7"/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2279650" y="980758"/>
            <a:ext cx="3906520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p>
            <a:r>
              <a:rPr lang="zh-CN" altLang="en-US" sz="2800" dirty="0">
                <a:solidFill>
                  <a:srgbClr val="000000"/>
                </a:solidFill>
                <a:latin typeface="Arial" panose="020B0604020202020204" pitchFamily="34" charset="0"/>
                <a:ea typeface="华文中宋" panose="02010600040101010101" pitchFamily="2" charset="-122"/>
              </a:rPr>
              <a:t>熵的独立</a:t>
            </a:r>
            <a:r>
              <a:rPr lang="zh-CN" altLang="en-US" sz="2800" dirty="0">
                <a:solidFill>
                  <a:srgbClr val="000000"/>
                </a:solidFill>
                <a:latin typeface="Arial" panose="020B0604020202020204" pitchFamily="34" charset="0"/>
                <a:ea typeface="华文中宋" panose="02010600040101010101" pitchFamily="2" charset="-122"/>
              </a:rPr>
              <a:t>界</a:t>
            </a:r>
            <a:endParaRPr lang="zh-CN" altLang="en-US" sz="2800" dirty="0">
              <a:solidFill>
                <a:srgbClr val="000000"/>
              </a:solidFill>
              <a:latin typeface="Arial" panose="020B0604020202020204" pitchFamily="34" charset="0"/>
              <a:ea typeface="华文中宋" panose="02010600040101010101" pitchFamily="2" charset="-122"/>
            </a:endParaRPr>
          </a:p>
        </p:txBody>
      </p:sp>
      <p:sp>
        <p:nvSpPr>
          <p:cNvPr id="5" name="Rectangle 7"/>
          <p:cNvSpPr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1055370" y="1652588"/>
            <a:ext cx="10144760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p>
            <a:r>
              <a:rPr lang="zh-CN" altLang="en-US" sz="2800" dirty="0">
                <a:solidFill>
                  <a:srgbClr val="000000"/>
                </a:solidFill>
                <a:latin typeface="Arial" panose="020B0604020202020204" pitchFamily="34" charset="0"/>
                <a:ea typeface="华文中宋" panose="02010600040101010101" pitchFamily="2" charset="-122"/>
              </a:rPr>
              <a:t>定理</a:t>
            </a:r>
            <a:r>
              <a:rPr lang="en-US" altLang="zh-CN" sz="2800" dirty="0">
                <a:solidFill>
                  <a:srgbClr val="000000"/>
                </a:solidFill>
                <a:latin typeface="Arial" panose="020B0604020202020204" pitchFamily="34" charset="0"/>
                <a:ea typeface="华文中宋" panose="02010600040101010101" pitchFamily="2" charset="-122"/>
              </a:rPr>
              <a:t>2.2</a:t>
            </a:r>
            <a:r>
              <a:rPr lang="zh-CN" altLang="en-US" sz="2800" dirty="0">
                <a:solidFill>
                  <a:srgbClr val="000000"/>
                </a:solidFill>
                <a:latin typeface="Arial" panose="020B0604020202020204" pitchFamily="34" charset="0"/>
                <a:ea typeface="华文中宋" panose="02010600040101010101" pitchFamily="2" charset="-122"/>
              </a:rPr>
              <a:t>：设</a:t>
            </a:r>
            <a:r>
              <a:rPr lang="en-US" altLang="zh-CN" sz="2800" dirty="0">
                <a:solidFill>
                  <a:srgbClr val="000000"/>
                </a:solidFill>
                <a:latin typeface="Arial" panose="020B0604020202020204" pitchFamily="34" charset="0"/>
                <a:ea typeface="华文中宋" panose="02010600040101010101" pitchFamily="2" charset="-122"/>
              </a:rPr>
              <a:t>                         </a:t>
            </a:r>
            <a:r>
              <a:rPr lang="zh-CN" altLang="en-US" sz="2800" dirty="0">
                <a:solidFill>
                  <a:srgbClr val="000000"/>
                </a:solidFill>
                <a:latin typeface="Arial" panose="020B0604020202020204" pitchFamily="34" charset="0"/>
                <a:ea typeface="华文中宋" panose="02010600040101010101" pitchFamily="2" charset="-122"/>
              </a:rPr>
              <a:t>服从</a:t>
            </a:r>
            <a:r>
              <a:rPr lang="en-US" altLang="zh-CN" sz="2800" dirty="0">
                <a:solidFill>
                  <a:srgbClr val="000000"/>
                </a:solidFill>
                <a:latin typeface="Arial" panose="020B0604020202020204" pitchFamily="34" charset="0"/>
                <a:ea typeface="华文中宋" panose="02010600040101010101" pitchFamily="2" charset="-122"/>
              </a:rPr>
              <a:t>                          </a:t>
            </a:r>
            <a:r>
              <a:rPr lang="zh-CN" altLang="en-US" sz="2800" dirty="0">
                <a:solidFill>
                  <a:srgbClr val="000000"/>
                </a:solidFill>
                <a:latin typeface="Arial" panose="020B0604020202020204" pitchFamily="34" charset="0"/>
                <a:ea typeface="华文中宋" panose="02010600040101010101" pitchFamily="2" charset="-122"/>
              </a:rPr>
              <a:t>，</a:t>
            </a:r>
            <a:r>
              <a:rPr lang="zh-CN" altLang="en-US" sz="2800" dirty="0">
                <a:solidFill>
                  <a:srgbClr val="000000"/>
                </a:solidFill>
                <a:latin typeface="Arial" panose="020B0604020202020204" pitchFamily="34" charset="0"/>
                <a:ea typeface="华文中宋" panose="02010600040101010101" pitchFamily="2" charset="-122"/>
              </a:rPr>
              <a:t>则</a:t>
            </a:r>
            <a:endParaRPr lang="zh-CN" altLang="en-US" sz="2800" dirty="0">
              <a:solidFill>
                <a:srgbClr val="000000"/>
              </a:solidFill>
              <a:latin typeface="Arial" panose="020B0604020202020204" pitchFamily="34" charset="0"/>
              <a:ea typeface="华文中宋" panose="02010600040101010101" pitchFamily="2" charset="-122"/>
            </a:endParaRPr>
          </a:p>
        </p:txBody>
      </p:sp>
      <p:graphicFrame>
        <p:nvGraphicFramePr>
          <p:cNvPr id="7" name="对象 6">
            <a:hlinkClick r:id="" action="ppaction://ole?verb="/>
          </p:cNvPr>
          <p:cNvGraphicFramePr>
            <a:graphicFrameLocks noChangeAspect="1"/>
          </p:cNvGraphicFramePr>
          <p:nvPr>
            <p:custDataLst>
              <p:tags r:id="rId4"/>
            </p:custDataLst>
          </p:nvPr>
        </p:nvGraphicFramePr>
        <p:xfrm>
          <a:off x="2576196" y="2100263"/>
          <a:ext cx="5143500" cy="116268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" name="" r:id="rId5" imgW="1917065" imgH="431800" progId="Equation.DSMT4">
                  <p:embed/>
                </p:oleObj>
              </mc:Choice>
              <mc:Fallback>
                <p:oleObj name="" r:id="rId5" imgW="1917065" imgH="431800" progId="Equation.DSMT4">
                  <p:embed/>
                  <p:pic>
                    <p:nvPicPr>
                      <p:cNvPr id="0" name="图片 1024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576196" y="2100263"/>
                        <a:ext cx="5143500" cy="116268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Rectangle 7"/>
          <p:cNvSpPr>
            <a:spLocks noChangeArrowheads="1"/>
          </p:cNvSpPr>
          <p:nvPr>
            <p:custDataLst>
              <p:tags r:id="rId7"/>
            </p:custDataLst>
          </p:nvPr>
        </p:nvSpPr>
        <p:spPr bwMode="auto">
          <a:xfrm>
            <a:off x="7536180" y="4015741"/>
            <a:ext cx="3906520" cy="7067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p>
            <a:r>
              <a:rPr lang="zh-CN" altLang="en-US" sz="4000" dirty="0">
                <a:solidFill>
                  <a:srgbClr val="000000"/>
                </a:solidFill>
                <a:highlight>
                  <a:srgbClr val="FFFF00"/>
                </a:highlight>
                <a:latin typeface="Arial" panose="020B0604020202020204" pitchFamily="34" charset="0"/>
                <a:ea typeface="华文中宋" panose="02010600040101010101" pitchFamily="2" charset="-122"/>
              </a:rPr>
              <a:t>熵的独立界</a:t>
            </a:r>
            <a:endParaRPr lang="zh-CN" altLang="en-US" sz="4000" dirty="0">
              <a:solidFill>
                <a:srgbClr val="000000"/>
              </a:solidFill>
              <a:highlight>
                <a:srgbClr val="FFFF00"/>
              </a:highlight>
              <a:latin typeface="Arial" panose="020B0604020202020204" pitchFamily="34" charset="0"/>
              <a:ea typeface="华文中宋" panose="02010600040101010101" pitchFamily="2" charset="-122"/>
            </a:endParaRPr>
          </a:p>
        </p:txBody>
      </p:sp>
      <p:graphicFrame>
        <p:nvGraphicFramePr>
          <p:cNvPr id="10" name="对象 9">
            <a:hlinkClick r:id="" action="ppaction://ole?verb="/>
          </p:cNvPr>
          <p:cNvGraphicFramePr>
            <a:graphicFrameLocks noChangeAspect="1"/>
          </p:cNvGraphicFramePr>
          <p:nvPr>
            <p:custDataLst>
              <p:tags r:id="rId8"/>
            </p:custDataLst>
          </p:nvPr>
        </p:nvGraphicFramePr>
        <p:xfrm>
          <a:off x="3143886" y="1627823"/>
          <a:ext cx="2315210" cy="61658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" name="" r:id="rId9" imgW="862965" imgH="228600" progId="Equation.DSMT4">
                  <p:embed/>
                </p:oleObj>
              </mc:Choice>
              <mc:Fallback>
                <p:oleObj name="" r:id="rId9" imgW="862965" imgH="228600" progId="Equation.DSMT4">
                  <p:embed/>
                  <p:pic>
                    <p:nvPicPr>
                      <p:cNvPr id="0" name="图片 1024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3143886" y="1627823"/>
                        <a:ext cx="2315210" cy="61658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对象 14">
            <a:hlinkClick r:id="" action="ppaction://ole?verb="/>
          </p:cNvPr>
          <p:cNvGraphicFramePr>
            <a:graphicFrameLocks noChangeAspect="1"/>
          </p:cNvGraphicFramePr>
          <p:nvPr>
            <p:custDataLst>
              <p:tags r:id="rId11"/>
            </p:custDataLst>
          </p:nvPr>
        </p:nvGraphicFramePr>
        <p:xfrm>
          <a:off x="6239829" y="1605916"/>
          <a:ext cx="2624455" cy="685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" name="" r:id="rId12" imgW="977900" imgH="254000" progId="Equation.DSMT4">
                  <p:embed/>
                </p:oleObj>
              </mc:Choice>
              <mc:Fallback>
                <p:oleObj name="" r:id="rId12" imgW="977900" imgH="254000" progId="Equation.DSMT4">
                  <p:embed/>
                  <p:pic>
                    <p:nvPicPr>
                      <p:cNvPr id="0" name="图片 1024"/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6239829" y="1605916"/>
                        <a:ext cx="2624455" cy="685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对象 16">
            <a:hlinkClick r:id="" action="ppaction://ole?verb="/>
          </p:cNvPr>
          <p:cNvGraphicFramePr>
            <a:graphicFrameLocks noChangeAspect="1"/>
          </p:cNvGraphicFramePr>
          <p:nvPr>
            <p:custDataLst>
              <p:tags r:id="rId14"/>
            </p:custDataLst>
          </p:nvPr>
        </p:nvGraphicFramePr>
        <p:xfrm>
          <a:off x="3287396" y="3140393"/>
          <a:ext cx="2315210" cy="61658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" name="" r:id="rId15" imgW="862965" imgH="228600" progId="Equation.DSMT4">
                  <p:embed/>
                </p:oleObj>
              </mc:Choice>
              <mc:Fallback>
                <p:oleObj name="" r:id="rId15" imgW="862965" imgH="228600" progId="Equation.DSMT4">
                  <p:embed/>
                  <p:pic>
                    <p:nvPicPr>
                      <p:cNvPr id="0" name="图片 1024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3287396" y="3140393"/>
                        <a:ext cx="2315210" cy="61658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" name="Rectangle 7"/>
          <p:cNvSpPr>
            <a:spLocks noChangeArrowheads="1"/>
          </p:cNvSpPr>
          <p:nvPr>
            <p:custDataLst>
              <p:tags r:id="rId16"/>
            </p:custDataLst>
          </p:nvPr>
        </p:nvSpPr>
        <p:spPr bwMode="auto">
          <a:xfrm>
            <a:off x="839470" y="4004628"/>
            <a:ext cx="5645785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p>
            <a:r>
              <a:rPr lang="zh-CN" altLang="en-US" sz="2800" b="0" dirty="0">
                <a:solidFill>
                  <a:srgbClr val="000000"/>
                </a:solidFill>
                <a:latin typeface="Arial" panose="020B0604020202020204" pitchFamily="34" charset="0"/>
                <a:ea typeface="华文中宋" panose="02010600040101010101" pitchFamily="2" charset="-122"/>
              </a:rPr>
              <a:t>（证明提示：链式法则）</a:t>
            </a:r>
            <a:endParaRPr lang="zh-CN" altLang="en-US" sz="2800" b="0" dirty="0">
              <a:solidFill>
                <a:srgbClr val="000000"/>
              </a:solidFill>
              <a:latin typeface="Arial" panose="020B0604020202020204" pitchFamily="34" charset="0"/>
              <a:ea typeface="华文中宋" panose="0201060004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sym typeface="+mn-ea"/>
              </a:rPr>
              <a:t>2.3 </a:t>
            </a:r>
            <a:r>
              <a:rPr lang="zh-CN" altLang="en-US" dirty="0">
                <a:sym typeface="+mn-ea"/>
              </a:rPr>
              <a:t>熵的基本性质</a:t>
            </a:r>
            <a:endParaRPr lang="zh-CN" altLang="en-US" dirty="0"/>
          </a:p>
        </p:txBody>
      </p:sp>
      <p:sp>
        <p:nvSpPr>
          <p:cNvPr id="24" name="Rectangle 7"/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1055370" y="980123"/>
            <a:ext cx="3906520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p>
            <a:r>
              <a:rPr lang="zh-CN" altLang="en-US" sz="2800" dirty="0">
                <a:solidFill>
                  <a:srgbClr val="000000"/>
                </a:solidFill>
                <a:latin typeface="Arial" panose="020B0604020202020204" pitchFamily="34" charset="0"/>
                <a:ea typeface="华文中宋" panose="02010600040101010101" pitchFamily="2" charset="-122"/>
              </a:rPr>
              <a:t>练习：</a:t>
            </a:r>
            <a:endParaRPr lang="zh-CN" altLang="en-US" sz="2800" dirty="0">
              <a:solidFill>
                <a:srgbClr val="000000"/>
              </a:solidFill>
              <a:latin typeface="Arial" panose="020B0604020202020204" pitchFamily="34" charset="0"/>
              <a:ea typeface="华文中宋" panose="02010600040101010101" pitchFamily="2" charset="-122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1180" y="1988820"/>
            <a:ext cx="2999740" cy="2827020"/>
          </a:xfrm>
          <a:prstGeom prst="rect">
            <a:avLst/>
          </a:prstGeom>
        </p:spPr>
      </p:pic>
      <p:graphicFrame>
        <p:nvGraphicFramePr>
          <p:cNvPr id="9" name="对象 8">
            <a:hlinkClick r:id="" action="ppaction://ole?verb="/>
          </p:cNvPr>
          <p:cNvGraphicFramePr>
            <a:graphicFrameLocks noChangeAspect="1"/>
          </p:cNvGraphicFramePr>
          <p:nvPr>
            <p:custDataLst>
              <p:tags r:id="rId3"/>
            </p:custDataLst>
          </p:nvPr>
        </p:nvGraphicFramePr>
        <p:xfrm>
          <a:off x="271780" y="5372735"/>
          <a:ext cx="3691255" cy="59817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" name="" r:id="rId4" imgW="1574800" imgH="254000" progId="Equation.DSMT4">
                  <p:embed/>
                </p:oleObj>
              </mc:Choice>
              <mc:Fallback>
                <p:oleObj name="" r:id="rId4" imgW="1574800" imgH="254000" progId="Equation.DSMT4">
                  <p:embed/>
                  <p:pic>
                    <p:nvPicPr>
                      <p:cNvPr id="0" name="图片 1024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71780" y="5372735"/>
                        <a:ext cx="3691255" cy="59817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对象 2">
            <a:hlinkClick r:id="" action="ppaction://ole?verb="/>
          </p:cNvPr>
          <p:cNvGraphicFramePr>
            <a:graphicFrameLocks noChangeAspect="1"/>
          </p:cNvGraphicFramePr>
          <p:nvPr>
            <p:custDataLst>
              <p:tags r:id="rId6"/>
            </p:custDataLst>
          </p:nvPr>
        </p:nvGraphicFramePr>
        <p:xfrm>
          <a:off x="271780" y="6092825"/>
          <a:ext cx="825500" cy="47371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" name="" r:id="rId7" imgW="444500" imgH="254000" progId="Equation.DSMT4">
                  <p:embed/>
                </p:oleObj>
              </mc:Choice>
              <mc:Fallback>
                <p:oleObj name="" r:id="rId7" imgW="444500" imgH="254000" progId="Equation.DSMT4">
                  <p:embed/>
                  <p:pic>
                    <p:nvPicPr>
                      <p:cNvPr id="0" name="图片 1024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271780" y="6092825"/>
                        <a:ext cx="825500" cy="47371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>
            <a:hlinkClick r:id="" action="ppaction://ole?verb="/>
          </p:cNvPr>
          <p:cNvGraphicFramePr>
            <a:graphicFrameLocks noChangeAspect="1"/>
          </p:cNvGraphicFramePr>
          <p:nvPr>
            <p:custDataLst>
              <p:tags r:id="rId9"/>
            </p:custDataLst>
          </p:nvPr>
        </p:nvGraphicFramePr>
        <p:xfrm>
          <a:off x="1271905" y="6045835"/>
          <a:ext cx="1085850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" name="" r:id="rId10" imgW="584200" imgH="279400" progId="Equation.DSMT4">
                  <p:embed/>
                </p:oleObj>
              </mc:Choice>
              <mc:Fallback>
                <p:oleObj name="" r:id="rId10" imgW="584200" imgH="279400" progId="Equation.DSMT4">
                  <p:embed/>
                  <p:pic>
                    <p:nvPicPr>
                      <p:cNvPr id="0" name="图片 1024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1271905" y="6045835"/>
                        <a:ext cx="1085850" cy="5207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>
            <a:hlinkClick r:id="" action="ppaction://ole?verb="/>
          </p:cNvPr>
          <p:cNvGraphicFramePr>
            <a:graphicFrameLocks noChangeAspect="1"/>
          </p:cNvGraphicFramePr>
          <p:nvPr>
            <p:custDataLst>
              <p:tags r:id="rId12"/>
            </p:custDataLst>
          </p:nvPr>
        </p:nvGraphicFramePr>
        <p:xfrm>
          <a:off x="2567623" y="6092825"/>
          <a:ext cx="779145" cy="47371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" name="" r:id="rId13" imgW="419100" imgH="254000" progId="Equation.DSMT4">
                  <p:embed/>
                </p:oleObj>
              </mc:Choice>
              <mc:Fallback>
                <p:oleObj name="" r:id="rId13" imgW="419100" imgH="254000" progId="Equation.DSMT4">
                  <p:embed/>
                  <p:pic>
                    <p:nvPicPr>
                      <p:cNvPr id="0" name="图片 1024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2567623" y="6092825"/>
                        <a:ext cx="779145" cy="47371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sym typeface="+mn-ea"/>
              </a:rPr>
              <a:t>2.3 </a:t>
            </a:r>
            <a:r>
              <a:rPr lang="zh-CN" altLang="en-US" dirty="0">
                <a:sym typeface="+mn-ea"/>
              </a:rPr>
              <a:t>熵的基本性质</a:t>
            </a:r>
            <a:endParaRPr lang="zh-CN" altLang="en-US" dirty="0"/>
          </a:p>
        </p:txBody>
      </p:sp>
      <p:sp>
        <p:nvSpPr>
          <p:cNvPr id="24" name="Rectangle 7"/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1055370" y="980123"/>
            <a:ext cx="3906520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p>
            <a:r>
              <a:rPr lang="zh-CN" altLang="en-US" sz="2800" dirty="0">
                <a:solidFill>
                  <a:srgbClr val="000000"/>
                </a:solidFill>
                <a:latin typeface="Arial" panose="020B0604020202020204" pitchFamily="34" charset="0"/>
                <a:ea typeface="华文中宋" panose="02010600040101010101" pitchFamily="2" charset="-122"/>
              </a:rPr>
              <a:t>练习：</a:t>
            </a:r>
            <a:endParaRPr lang="zh-CN" altLang="en-US" sz="2800" dirty="0">
              <a:solidFill>
                <a:srgbClr val="000000"/>
              </a:solidFill>
              <a:latin typeface="Arial" panose="020B0604020202020204" pitchFamily="34" charset="0"/>
              <a:ea typeface="华文中宋" panose="02010600040101010101" pitchFamily="2" charset="-122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1180" y="1988820"/>
            <a:ext cx="2999740" cy="2827020"/>
          </a:xfrm>
          <a:prstGeom prst="rect">
            <a:avLst/>
          </a:prstGeom>
        </p:spPr>
      </p:pic>
      <p:graphicFrame>
        <p:nvGraphicFramePr>
          <p:cNvPr id="9" name="对象 8">
            <a:hlinkClick r:id="" action="ppaction://ole?verb="/>
          </p:cNvPr>
          <p:cNvGraphicFramePr>
            <a:graphicFrameLocks noChangeAspect="1"/>
          </p:cNvGraphicFramePr>
          <p:nvPr>
            <p:custDataLst>
              <p:tags r:id="rId3"/>
            </p:custDataLst>
          </p:nvPr>
        </p:nvGraphicFramePr>
        <p:xfrm>
          <a:off x="271780" y="5372735"/>
          <a:ext cx="3691255" cy="59817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" name="" r:id="rId4" imgW="1574800" imgH="254000" progId="Equation.DSMT4">
                  <p:embed/>
                </p:oleObj>
              </mc:Choice>
              <mc:Fallback>
                <p:oleObj name="" r:id="rId4" imgW="1574800" imgH="254000" progId="Equation.DSMT4">
                  <p:embed/>
                  <p:pic>
                    <p:nvPicPr>
                      <p:cNvPr id="0" name="图片 1024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71780" y="5372735"/>
                        <a:ext cx="3691255" cy="59817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对象 11">
            <a:hlinkClick r:id="" action="ppaction://ole?verb="/>
          </p:cNvPr>
          <p:cNvGraphicFramePr>
            <a:graphicFrameLocks noChangeAspect="1"/>
          </p:cNvGraphicFramePr>
          <p:nvPr>
            <p:custDataLst>
              <p:tags r:id="rId6"/>
            </p:custDataLst>
          </p:nvPr>
        </p:nvGraphicFramePr>
        <p:xfrm>
          <a:off x="4367530" y="1544320"/>
          <a:ext cx="825500" cy="47371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" name="" r:id="rId7" imgW="444500" imgH="254000" progId="Equation.DSMT4">
                  <p:embed/>
                </p:oleObj>
              </mc:Choice>
              <mc:Fallback>
                <p:oleObj name="" r:id="rId7" imgW="444500" imgH="254000" progId="Equation.DSMT4">
                  <p:embed/>
                  <p:pic>
                    <p:nvPicPr>
                      <p:cNvPr id="0" name="图片 1024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4367530" y="1544320"/>
                        <a:ext cx="825500" cy="47371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" name="对象 28">
            <a:hlinkClick r:id="" action="ppaction://ole?verb="/>
          </p:cNvPr>
          <p:cNvGraphicFramePr>
            <a:graphicFrameLocks noChangeAspect="1"/>
          </p:cNvGraphicFramePr>
          <p:nvPr>
            <p:custDataLst>
              <p:tags r:id="rId9"/>
            </p:custDataLst>
          </p:nvPr>
        </p:nvGraphicFramePr>
        <p:xfrm>
          <a:off x="6384290" y="1500505"/>
          <a:ext cx="4578985" cy="47371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" name="" r:id="rId10" imgW="2463165" imgH="254000" progId="Equation.DSMT4">
                  <p:embed/>
                </p:oleObj>
              </mc:Choice>
              <mc:Fallback>
                <p:oleObj name="" r:id="rId10" imgW="2463165" imgH="254000" progId="Equation.DSMT4">
                  <p:embed/>
                  <p:pic>
                    <p:nvPicPr>
                      <p:cNvPr id="0" name="图片 1024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6384290" y="1500505"/>
                        <a:ext cx="4578985" cy="47371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对象 2">
            <a:hlinkClick r:id="" action="ppaction://ole?verb="/>
          </p:cNvPr>
          <p:cNvGraphicFramePr>
            <a:graphicFrameLocks noChangeAspect="1"/>
          </p:cNvGraphicFramePr>
          <p:nvPr>
            <p:custDataLst>
              <p:tags r:id="rId12"/>
            </p:custDataLst>
          </p:nvPr>
        </p:nvGraphicFramePr>
        <p:xfrm>
          <a:off x="271780" y="6092825"/>
          <a:ext cx="825500" cy="47371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" name="" r:id="rId13" imgW="444500" imgH="254000" progId="Equation.DSMT4">
                  <p:embed/>
                </p:oleObj>
              </mc:Choice>
              <mc:Fallback>
                <p:oleObj name="" r:id="rId13" imgW="444500" imgH="254000" progId="Equation.DSMT4">
                  <p:embed/>
                  <p:pic>
                    <p:nvPicPr>
                      <p:cNvPr id="0" name="图片 1024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271780" y="6092825"/>
                        <a:ext cx="825500" cy="47371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>
            <a:hlinkClick r:id="" action="ppaction://ole?verb="/>
          </p:cNvPr>
          <p:cNvGraphicFramePr>
            <a:graphicFrameLocks noChangeAspect="1"/>
          </p:cNvGraphicFramePr>
          <p:nvPr>
            <p:custDataLst>
              <p:tags r:id="rId14"/>
            </p:custDataLst>
          </p:nvPr>
        </p:nvGraphicFramePr>
        <p:xfrm>
          <a:off x="1271905" y="6045835"/>
          <a:ext cx="1085850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" name="" r:id="rId15" imgW="584200" imgH="279400" progId="Equation.DSMT4">
                  <p:embed/>
                </p:oleObj>
              </mc:Choice>
              <mc:Fallback>
                <p:oleObj name="" r:id="rId15" imgW="584200" imgH="279400" progId="Equation.DSMT4">
                  <p:embed/>
                  <p:pic>
                    <p:nvPicPr>
                      <p:cNvPr id="0" name="图片 1024"/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1271905" y="6045835"/>
                        <a:ext cx="1085850" cy="5207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>
            <a:hlinkClick r:id="" action="ppaction://ole?verb="/>
          </p:cNvPr>
          <p:cNvGraphicFramePr>
            <a:graphicFrameLocks noChangeAspect="1"/>
          </p:cNvGraphicFramePr>
          <p:nvPr>
            <p:custDataLst>
              <p:tags r:id="rId17"/>
            </p:custDataLst>
          </p:nvPr>
        </p:nvGraphicFramePr>
        <p:xfrm>
          <a:off x="2567623" y="6092825"/>
          <a:ext cx="779145" cy="47371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" name="" r:id="rId18" imgW="419100" imgH="254000" progId="Equation.DSMT4">
                  <p:embed/>
                </p:oleObj>
              </mc:Choice>
              <mc:Fallback>
                <p:oleObj name="" r:id="rId18" imgW="419100" imgH="254000" progId="Equation.DSMT4">
                  <p:embed/>
                  <p:pic>
                    <p:nvPicPr>
                      <p:cNvPr id="0" name="图片 1024"/>
                      <p:cNvPicPr/>
                      <p:nvPr/>
                    </p:nvPicPr>
                    <p:blipFill>
                      <a:blip r:embed="rId19"/>
                      <a:stretch>
                        <a:fillRect/>
                      </a:stretch>
                    </p:blipFill>
                    <p:spPr>
                      <a:xfrm>
                        <a:off x="2567623" y="6092825"/>
                        <a:ext cx="779145" cy="47371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sym typeface="+mn-ea"/>
              </a:rPr>
              <a:t>2.3 </a:t>
            </a:r>
            <a:r>
              <a:rPr lang="zh-CN" altLang="en-US" dirty="0">
                <a:sym typeface="+mn-ea"/>
              </a:rPr>
              <a:t>熵的基本性质</a:t>
            </a:r>
            <a:endParaRPr lang="zh-CN" altLang="en-US" dirty="0"/>
          </a:p>
        </p:txBody>
      </p:sp>
      <p:sp>
        <p:nvSpPr>
          <p:cNvPr id="24" name="Rectangle 7"/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1055370" y="980123"/>
            <a:ext cx="3906520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p>
            <a:r>
              <a:rPr lang="zh-CN" altLang="en-US" sz="2800" dirty="0">
                <a:solidFill>
                  <a:srgbClr val="000000"/>
                </a:solidFill>
                <a:latin typeface="Arial" panose="020B0604020202020204" pitchFamily="34" charset="0"/>
                <a:ea typeface="华文中宋" panose="02010600040101010101" pitchFamily="2" charset="-122"/>
              </a:rPr>
              <a:t>练习：</a:t>
            </a:r>
            <a:endParaRPr lang="zh-CN" altLang="en-US" sz="2800" dirty="0">
              <a:solidFill>
                <a:srgbClr val="000000"/>
              </a:solidFill>
              <a:latin typeface="Arial" panose="020B0604020202020204" pitchFamily="34" charset="0"/>
              <a:ea typeface="华文中宋" panose="02010600040101010101" pitchFamily="2" charset="-122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1180" y="1988820"/>
            <a:ext cx="2999740" cy="2827020"/>
          </a:xfrm>
          <a:prstGeom prst="rect">
            <a:avLst/>
          </a:prstGeom>
        </p:spPr>
      </p:pic>
      <p:graphicFrame>
        <p:nvGraphicFramePr>
          <p:cNvPr id="9" name="对象 8">
            <a:hlinkClick r:id="" action="ppaction://ole?verb="/>
          </p:cNvPr>
          <p:cNvGraphicFramePr>
            <a:graphicFrameLocks noChangeAspect="1"/>
          </p:cNvGraphicFramePr>
          <p:nvPr>
            <p:custDataLst>
              <p:tags r:id="rId3"/>
            </p:custDataLst>
          </p:nvPr>
        </p:nvGraphicFramePr>
        <p:xfrm>
          <a:off x="271780" y="5372735"/>
          <a:ext cx="3691255" cy="59817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" name="" r:id="rId4" imgW="1574800" imgH="254000" progId="Equation.DSMT4">
                  <p:embed/>
                </p:oleObj>
              </mc:Choice>
              <mc:Fallback>
                <p:oleObj name="" r:id="rId4" imgW="1574800" imgH="254000" progId="Equation.DSMT4">
                  <p:embed/>
                  <p:pic>
                    <p:nvPicPr>
                      <p:cNvPr id="0" name="图片 1024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71780" y="5372735"/>
                        <a:ext cx="3691255" cy="59817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对象 11">
            <a:hlinkClick r:id="" action="ppaction://ole?verb="/>
          </p:cNvPr>
          <p:cNvGraphicFramePr>
            <a:graphicFrameLocks noChangeAspect="1"/>
          </p:cNvGraphicFramePr>
          <p:nvPr>
            <p:custDataLst>
              <p:tags r:id="rId6"/>
            </p:custDataLst>
          </p:nvPr>
        </p:nvGraphicFramePr>
        <p:xfrm>
          <a:off x="4367530" y="1544320"/>
          <a:ext cx="825500" cy="47371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" name="" r:id="rId7" imgW="444500" imgH="254000" progId="Equation.DSMT4">
                  <p:embed/>
                </p:oleObj>
              </mc:Choice>
              <mc:Fallback>
                <p:oleObj name="" r:id="rId7" imgW="444500" imgH="254000" progId="Equation.DSMT4">
                  <p:embed/>
                  <p:pic>
                    <p:nvPicPr>
                      <p:cNvPr id="0" name="图片 1024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4367530" y="1544320"/>
                        <a:ext cx="825500" cy="47371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" name="对象 20">
            <a:hlinkClick r:id="" action="ppaction://ole?verb="/>
          </p:cNvPr>
          <p:cNvGraphicFramePr>
            <a:graphicFrameLocks noChangeAspect="1"/>
          </p:cNvGraphicFramePr>
          <p:nvPr>
            <p:custDataLst>
              <p:tags r:id="rId9"/>
            </p:custDataLst>
          </p:nvPr>
        </p:nvGraphicFramePr>
        <p:xfrm>
          <a:off x="4276090" y="2060575"/>
          <a:ext cx="1509395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" name="" r:id="rId10" imgW="812800" imgH="279400" progId="Equation.DSMT4">
                  <p:embed/>
                </p:oleObj>
              </mc:Choice>
              <mc:Fallback>
                <p:oleObj name="" r:id="rId10" imgW="812800" imgH="279400" progId="Equation.DSMT4">
                  <p:embed/>
                  <p:pic>
                    <p:nvPicPr>
                      <p:cNvPr id="0" name="图片 1024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4276090" y="2060575"/>
                        <a:ext cx="1509395" cy="5207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" name="对象 24">
            <a:hlinkClick r:id="" action="ppaction://ole?verb="/>
          </p:cNvPr>
          <p:cNvGraphicFramePr>
            <a:graphicFrameLocks noChangeAspect="1"/>
          </p:cNvGraphicFramePr>
          <p:nvPr>
            <p:custDataLst>
              <p:tags r:id="rId12"/>
            </p:custDataLst>
          </p:nvPr>
        </p:nvGraphicFramePr>
        <p:xfrm>
          <a:off x="4224020" y="2731770"/>
          <a:ext cx="1463040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" name="" r:id="rId13" imgW="787400" imgH="279400" progId="Equation.DSMT4">
                  <p:embed/>
                </p:oleObj>
              </mc:Choice>
              <mc:Fallback>
                <p:oleObj name="" r:id="rId13" imgW="787400" imgH="279400" progId="Equation.DSMT4">
                  <p:embed/>
                  <p:pic>
                    <p:nvPicPr>
                      <p:cNvPr id="0" name="图片 1024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4224020" y="2731770"/>
                        <a:ext cx="1463040" cy="5207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" name="对象 26">
            <a:hlinkClick r:id="" action="ppaction://ole?verb="/>
          </p:cNvPr>
          <p:cNvGraphicFramePr>
            <a:graphicFrameLocks noChangeAspect="1"/>
          </p:cNvGraphicFramePr>
          <p:nvPr>
            <p:custDataLst>
              <p:tags r:id="rId15"/>
            </p:custDataLst>
          </p:nvPr>
        </p:nvGraphicFramePr>
        <p:xfrm>
          <a:off x="4224020" y="3451860"/>
          <a:ext cx="1510030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" name="" r:id="rId16" imgW="812800" imgH="279400" progId="Equation.DSMT4">
                  <p:embed/>
                </p:oleObj>
              </mc:Choice>
              <mc:Fallback>
                <p:oleObj name="" r:id="rId16" imgW="812800" imgH="279400" progId="Equation.DSMT4">
                  <p:embed/>
                  <p:pic>
                    <p:nvPicPr>
                      <p:cNvPr id="0" name="图片 1024"/>
                      <p:cNvPicPr/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4224020" y="3451860"/>
                        <a:ext cx="1510030" cy="5207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" name="对象 28">
            <a:hlinkClick r:id="" action="ppaction://ole?verb="/>
          </p:cNvPr>
          <p:cNvGraphicFramePr>
            <a:graphicFrameLocks noChangeAspect="1"/>
          </p:cNvGraphicFramePr>
          <p:nvPr>
            <p:custDataLst>
              <p:tags r:id="rId18"/>
            </p:custDataLst>
          </p:nvPr>
        </p:nvGraphicFramePr>
        <p:xfrm>
          <a:off x="6384290" y="1500505"/>
          <a:ext cx="4578985" cy="47371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" name="" r:id="rId19" imgW="2463165" imgH="254000" progId="Equation.DSMT4">
                  <p:embed/>
                </p:oleObj>
              </mc:Choice>
              <mc:Fallback>
                <p:oleObj name="" r:id="rId19" imgW="2463165" imgH="254000" progId="Equation.DSMT4">
                  <p:embed/>
                  <p:pic>
                    <p:nvPicPr>
                      <p:cNvPr id="0" name="图片 1024"/>
                      <p:cNvPicPr/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6384290" y="1500505"/>
                        <a:ext cx="4578985" cy="47371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" name="对象 30">
            <a:hlinkClick r:id="" action="ppaction://ole?verb="/>
          </p:cNvPr>
          <p:cNvGraphicFramePr>
            <a:graphicFrameLocks noChangeAspect="1"/>
          </p:cNvGraphicFramePr>
          <p:nvPr>
            <p:custDataLst>
              <p:tags r:id="rId21"/>
            </p:custDataLst>
          </p:nvPr>
        </p:nvGraphicFramePr>
        <p:xfrm>
          <a:off x="6874510" y="2132648"/>
          <a:ext cx="3021965" cy="52133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" name="" r:id="rId22" imgW="1625600" imgH="279400" progId="Equation.DSMT4">
                  <p:embed/>
                </p:oleObj>
              </mc:Choice>
              <mc:Fallback>
                <p:oleObj name="" r:id="rId22" imgW="1625600" imgH="279400" progId="Equation.DSMT4">
                  <p:embed/>
                  <p:pic>
                    <p:nvPicPr>
                      <p:cNvPr id="0" name="图片 1024"/>
                      <p:cNvPicPr/>
                      <p:nvPr/>
                    </p:nvPicPr>
                    <p:blipFill>
                      <a:blip r:embed="rId23"/>
                      <a:stretch>
                        <a:fillRect/>
                      </a:stretch>
                    </p:blipFill>
                    <p:spPr>
                      <a:xfrm>
                        <a:off x="6874510" y="2132648"/>
                        <a:ext cx="3021965" cy="52133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" name="对象 32">
            <a:hlinkClick r:id="" action="ppaction://ole?verb="/>
          </p:cNvPr>
          <p:cNvGraphicFramePr>
            <a:graphicFrameLocks noChangeAspect="1"/>
          </p:cNvGraphicFramePr>
          <p:nvPr>
            <p:custDataLst>
              <p:tags r:id="rId24"/>
            </p:custDataLst>
          </p:nvPr>
        </p:nvGraphicFramePr>
        <p:xfrm>
          <a:off x="6920230" y="2779713"/>
          <a:ext cx="2974975" cy="52133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" name="" r:id="rId25" imgW="1600200" imgH="279400" progId="Equation.DSMT4">
                  <p:embed/>
                </p:oleObj>
              </mc:Choice>
              <mc:Fallback>
                <p:oleObj name="" r:id="rId25" imgW="1600200" imgH="279400" progId="Equation.DSMT4">
                  <p:embed/>
                  <p:pic>
                    <p:nvPicPr>
                      <p:cNvPr id="0" name="图片 1024"/>
                      <p:cNvPicPr/>
                      <p:nvPr/>
                    </p:nvPicPr>
                    <p:blipFill>
                      <a:blip r:embed="rId26"/>
                      <a:stretch>
                        <a:fillRect/>
                      </a:stretch>
                    </p:blipFill>
                    <p:spPr>
                      <a:xfrm>
                        <a:off x="6920230" y="2779713"/>
                        <a:ext cx="2974975" cy="52133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" name="对象 34">
            <a:hlinkClick r:id="" action="ppaction://ole?verb="/>
          </p:cNvPr>
          <p:cNvGraphicFramePr>
            <a:graphicFrameLocks noChangeAspect="1"/>
          </p:cNvGraphicFramePr>
          <p:nvPr>
            <p:custDataLst>
              <p:tags r:id="rId27"/>
            </p:custDataLst>
          </p:nvPr>
        </p:nvGraphicFramePr>
        <p:xfrm>
          <a:off x="6335713" y="3499803"/>
          <a:ext cx="4699000" cy="52133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" name="" r:id="rId28" imgW="2527300" imgH="279400" progId="Equation.DSMT4">
                  <p:embed/>
                </p:oleObj>
              </mc:Choice>
              <mc:Fallback>
                <p:oleObj name="" r:id="rId28" imgW="2527300" imgH="279400" progId="Equation.DSMT4">
                  <p:embed/>
                  <p:pic>
                    <p:nvPicPr>
                      <p:cNvPr id="0" name="图片 1024"/>
                      <p:cNvPicPr/>
                      <p:nvPr/>
                    </p:nvPicPr>
                    <p:blipFill>
                      <a:blip r:embed="rId29"/>
                      <a:stretch>
                        <a:fillRect/>
                      </a:stretch>
                    </p:blipFill>
                    <p:spPr>
                      <a:xfrm>
                        <a:off x="6335713" y="3499803"/>
                        <a:ext cx="4699000" cy="52133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对象 2">
            <a:hlinkClick r:id="" action="ppaction://ole?verb="/>
          </p:cNvPr>
          <p:cNvGraphicFramePr>
            <a:graphicFrameLocks noChangeAspect="1"/>
          </p:cNvGraphicFramePr>
          <p:nvPr>
            <p:custDataLst>
              <p:tags r:id="rId30"/>
            </p:custDataLst>
          </p:nvPr>
        </p:nvGraphicFramePr>
        <p:xfrm>
          <a:off x="271780" y="6092825"/>
          <a:ext cx="825500" cy="47371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" name="" r:id="rId31" imgW="444500" imgH="254000" progId="Equation.DSMT4">
                  <p:embed/>
                </p:oleObj>
              </mc:Choice>
              <mc:Fallback>
                <p:oleObj name="" r:id="rId31" imgW="444500" imgH="254000" progId="Equation.DSMT4">
                  <p:embed/>
                  <p:pic>
                    <p:nvPicPr>
                      <p:cNvPr id="0" name="图片 1024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271780" y="6092825"/>
                        <a:ext cx="825500" cy="47371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>
            <a:hlinkClick r:id="" action="ppaction://ole?verb="/>
          </p:cNvPr>
          <p:cNvGraphicFramePr>
            <a:graphicFrameLocks noChangeAspect="1"/>
          </p:cNvGraphicFramePr>
          <p:nvPr>
            <p:custDataLst>
              <p:tags r:id="rId32"/>
            </p:custDataLst>
          </p:nvPr>
        </p:nvGraphicFramePr>
        <p:xfrm>
          <a:off x="1271905" y="6045835"/>
          <a:ext cx="1085850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" name="" r:id="rId33" imgW="584200" imgH="279400" progId="Equation.DSMT4">
                  <p:embed/>
                </p:oleObj>
              </mc:Choice>
              <mc:Fallback>
                <p:oleObj name="" r:id="rId33" imgW="584200" imgH="279400" progId="Equation.DSMT4">
                  <p:embed/>
                  <p:pic>
                    <p:nvPicPr>
                      <p:cNvPr id="0" name="图片 1024"/>
                      <p:cNvPicPr/>
                      <p:nvPr/>
                    </p:nvPicPr>
                    <p:blipFill>
                      <a:blip r:embed="rId34"/>
                      <a:stretch>
                        <a:fillRect/>
                      </a:stretch>
                    </p:blipFill>
                    <p:spPr>
                      <a:xfrm>
                        <a:off x="1271905" y="6045835"/>
                        <a:ext cx="1085850" cy="5207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>
            <a:hlinkClick r:id="" action="ppaction://ole?verb="/>
          </p:cNvPr>
          <p:cNvGraphicFramePr>
            <a:graphicFrameLocks noChangeAspect="1"/>
          </p:cNvGraphicFramePr>
          <p:nvPr>
            <p:custDataLst>
              <p:tags r:id="rId35"/>
            </p:custDataLst>
          </p:nvPr>
        </p:nvGraphicFramePr>
        <p:xfrm>
          <a:off x="2567623" y="6092825"/>
          <a:ext cx="779145" cy="47371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" name="" r:id="rId36" imgW="419100" imgH="254000" progId="Equation.DSMT4">
                  <p:embed/>
                </p:oleObj>
              </mc:Choice>
              <mc:Fallback>
                <p:oleObj name="" r:id="rId36" imgW="419100" imgH="254000" progId="Equation.DSMT4">
                  <p:embed/>
                  <p:pic>
                    <p:nvPicPr>
                      <p:cNvPr id="0" name="图片 1024"/>
                      <p:cNvPicPr/>
                      <p:nvPr/>
                    </p:nvPicPr>
                    <p:blipFill>
                      <a:blip r:embed="rId37"/>
                      <a:stretch>
                        <a:fillRect/>
                      </a:stretch>
                    </p:blipFill>
                    <p:spPr>
                      <a:xfrm>
                        <a:off x="2567623" y="6092825"/>
                        <a:ext cx="779145" cy="47371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sym typeface="+mn-ea"/>
              </a:rPr>
              <a:t>2.3 </a:t>
            </a:r>
            <a:r>
              <a:rPr lang="zh-CN" altLang="en-US" dirty="0">
                <a:sym typeface="+mn-ea"/>
              </a:rPr>
              <a:t>熵的基本性质</a:t>
            </a:r>
            <a:endParaRPr lang="zh-CN" altLang="en-US" dirty="0"/>
          </a:p>
        </p:txBody>
      </p:sp>
      <p:sp>
        <p:nvSpPr>
          <p:cNvPr id="24" name="Rectangle 7"/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1055370" y="980123"/>
            <a:ext cx="3906520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p>
            <a:r>
              <a:rPr lang="zh-CN" altLang="en-US" sz="2800" dirty="0">
                <a:solidFill>
                  <a:srgbClr val="000000"/>
                </a:solidFill>
                <a:latin typeface="Arial" panose="020B0604020202020204" pitchFamily="34" charset="0"/>
                <a:ea typeface="华文中宋" panose="02010600040101010101" pitchFamily="2" charset="-122"/>
              </a:rPr>
              <a:t>练习：</a:t>
            </a:r>
            <a:endParaRPr lang="zh-CN" altLang="en-US" sz="2800" dirty="0">
              <a:solidFill>
                <a:srgbClr val="000000"/>
              </a:solidFill>
              <a:latin typeface="Arial" panose="020B0604020202020204" pitchFamily="34" charset="0"/>
              <a:ea typeface="华文中宋" panose="02010600040101010101" pitchFamily="2" charset="-122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1180" y="1988820"/>
            <a:ext cx="2999740" cy="2827020"/>
          </a:xfrm>
          <a:prstGeom prst="rect">
            <a:avLst/>
          </a:prstGeom>
        </p:spPr>
      </p:pic>
      <p:graphicFrame>
        <p:nvGraphicFramePr>
          <p:cNvPr id="9" name="对象 8">
            <a:hlinkClick r:id="" action="ppaction://ole?verb="/>
          </p:cNvPr>
          <p:cNvGraphicFramePr>
            <a:graphicFrameLocks noChangeAspect="1"/>
          </p:cNvGraphicFramePr>
          <p:nvPr>
            <p:custDataLst>
              <p:tags r:id="rId3"/>
            </p:custDataLst>
          </p:nvPr>
        </p:nvGraphicFramePr>
        <p:xfrm>
          <a:off x="271780" y="5372735"/>
          <a:ext cx="3691255" cy="59817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" name="" r:id="rId4" imgW="1574800" imgH="254000" progId="Equation.DSMT4">
                  <p:embed/>
                </p:oleObj>
              </mc:Choice>
              <mc:Fallback>
                <p:oleObj name="" r:id="rId4" imgW="1574800" imgH="254000" progId="Equation.DSMT4">
                  <p:embed/>
                  <p:pic>
                    <p:nvPicPr>
                      <p:cNvPr id="0" name="图片 1024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71780" y="5372735"/>
                        <a:ext cx="3691255" cy="59817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对象 11">
            <a:hlinkClick r:id="" action="ppaction://ole?verb="/>
          </p:cNvPr>
          <p:cNvGraphicFramePr>
            <a:graphicFrameLocks noChangeAspect="1"/>
          </p:cNvGraphicFramePr>
          <p:nvPr>
            <p:custDataLst>
              <p:tags r:id="rId6"/>
            </p:custDataLst>
          </p:nvPr>
        </p:nvGraphicFramePr>
        <p:xfrm>
          <a:off x="4367530" y="1544320"/>
          <a:ext cx="825500" cy="47371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" name="" r:id="rId7" imgW="444500" imgH="254000" progId="Equation.DSMT4">
                  <p:embed/>
                </p:oleObj>
              </mc:Choice>
              <mc:Fallback>
                <p:oleObj name="" r:id="rId7" imgW="444500" imgH="254000" progId="Equation.DSMT4">
                  <p:embed/>
                  <p:pic>
                    <p:nvPicPr>
                      <p:cNvPr id="0" name="图片 1024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4367530" y="1544320"/>
                        <a:ext cx="825500" cy="47371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" name="对象 20">
            <a:hlinkClick r:id="" action="ppaction://ole?verb="/>
          </p:cNvPr>
          <p:cNvGraphicFramePr>
            <a:graphicFrameLocks noChangeAspect="1"/>
          </p:cNvGraphicFramePr>
          <p:nvPr>
            <p:custDataLst>
              <p:tags r:id="rId9"/>
            </p:custDataLst>
          </p:nvPr>
        </p:nvGraphicFramePr>
        <p:xfrm>
          <a:off x="4276090" y="2060575"/>
          <a:ext cx="1509395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" name="" r:id="rId10" imgW="812800" imgH="279400" progId="Equation.DSMT4">
                  <p:embed/>
                </p:oleObj>
              </mc:Choice>
              <mc:Fallback>
                <p:oleObj name="" r:id="rId10" imgW="812800" imgH="279400" progId="Equation.DSMT4">
                  <p:embed/>
                  <p:pic>
                    <p:nvPicPr>
                      <p:cNvPr id="0" name="图片 1024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4276090" y="2060575"/>
                        <a:ext cx="1509395" cy="5207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" name="对象 24">
            <a:hlinkClick r:id="" action="ppaction://ole?verb="/>
          </p:cNvPr>
          <p:cNvGraphicFramePr>
            <a:graphicFrameLocks noChangeAspect="1"/>
          </p:cNvGraphicFramePr>
          <p:nvPr>
            <p:custDataLst>
              <p:tags r:id="rId12"/>
            </p:custDataLst>
          </p:nvPr>
        </p:nvGraphicFramePr>
        <p:xfrm>
          <a:off x="4224020" y="2731770"/>
          <a:ext cx="1463040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" name="" r:id="rId13" imgW="787400" imgH="279400" progId="Equation.DSMT4">
                  <p:embed/>
                </p:oleObj>
              </mc:Choice>
              <mc:Fallback>
                <p:oleObj name="" r:id="rId13" imgW="787400" imgH="279400" progId="Equation.DSMT4">
                  <p:embed/>
                  <p:pic>
                    <p:nvPicPr>
                      <p:cNvPr id="0" name="图片 1024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4224020" y="2731770"/>
                        <a:ext cx="1463040" cy="5207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" name="对象 26">
            <a:hlinkClick r:id="" action="ppaction://ole?verb="/>
          </p:cNvPr>
          <p:cNvGraphicFramePr>
            <a:graphicFrameLocks noChangeAspect="1"/>
          </p:cNvGraphicFramePr>
          <p:nvPr>
            <p:custDataLst>
              <p:tags r:id="rId15"/>
            </p:custDataLst>
          </p:nvPr>
        </p:nvGraphicFramePr>
        <p:xfrm>
          <a:off x="4224020" y="3451860"/>
          <a:ext cx="1510030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" name="" r:id="rId16" imgW="812800" imgH="279400" progId="Equation.DSMT4">
                  <p:embed/>
                </p:oleObj>
              </mc:Choice>
              <mc:Fallback>
                <p:oleObj name="" r:id="rId16" imgW="812800" imgH="279400" progId="Equation.DSMT4">
                  <p:embed/>
                  <p:pic>
                    <p:nvPicPr>
                      <p:cNvPr id="0" name="图片 1024"/>
                      <p:cNvPicPr/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4224020" y="3451860"/>
                        <a:ext cx="1510030" cy="5207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" name="对象 28">
            <a:hlinkClick r:id="" action="ppaction://ole?verb="/>
          </p:cNvPr>
          <p:cNvGraphicFramePr>
            <a:graphicFrameLocks noChangeAspect="1"/>
          </p:cNvGraphicFramePr>
          <p:nvPr>
            <p:custDataLst>
              <p:tags r:id="rId18"/>
            </p:custDataLst>
          </p:nvPr>
        </p:nvGraphicFramePr>
        <p:xfrm>
          <a:off x="6384290" y="1500505"/>
          <a:ext cx="4578985" cy="47371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" name="" r:id="rId19" imgW="2463165" imgH="254000" progId="Equation.DSMT4">
                  <p:embed/>
                </p:oleObj>
              </mc:Choice>
              <mc:Fallback>
                <p:oleObj name="" r:id="rId19" imgW="2463165" imgH="254000" progId="Equation.DSMT4">
                  <p:embed/>
                  <p:pic>
                    <p:nvPicPr>
                      <p:cNvPr id="0" name="图片 1024"/>
                      <p:cNvPicPr/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6384290" y="1500505"/>
                        <a:ext cx="4578985" cy="47371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" name="对象 30">
            <a:hlinkClick r:id="" action="ppaction://ole?verb="/>
          </p:cNvPr>
          <p:cNvGraphicFramePr>
            <a:graphicFrameLocks noChangeAspect="1"/>
          </p:cNvGraphicFramePr>
          <p:nvPr>
            <p:custDataLst>
              <p:tags r:id="rId21"/>
            </p:custDataLst>
          </p:nvPr>
        </p:nvGraphicFramePr>
        <p:xfrm>
          <a:off x="6874510" y="2132648"/>
          <a:ext cx="3021965" cy="52133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" name="" r:id="rId22" imgW="1625600" imgH="279400" progId="Equation.DSMT4">
                  <p:embed/>
                </p:oleObj>
              </mc:Choice>
              <mc:Fallback>
                <p:oleObj name="" r:id="rId22" imgW="1625600" imgH="279400" progId="Equation.DSMT4">
                  <p:embed/>
                  <p:pic>
                    <p:nvPicPr>
                      <p:cNvPr id="0" name="图片 1024"/>
                      <p:cNvPicPr/>
                      <p:nvPr/>
                    </p:nvPicPr>
                    <p:blipFill>
                      <a:blip r:embed="rId23"/>
                      <a:stretch>
                        <a:fillRect/>
                      </a:stretch>
                    </p:blipFill>
                    <p:spPr>
                      <a:xfrm>
                        <a:off x="6874510" y="2132648"/>
                        <a:ext cx="3021965" cy="52133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" name="对象 32">
            <a:hlinkClick r:id="" action="ppaction://ole?verb="/>
          </p:cNvPr>
          <p:cNvGraphicFramePr>
            <a:graphicFrameLocks noChangeAspect="1"/>
          </p:cNvGraphicFramePr>
          <p:nvPr>
            <p:custDataLst>
              <p:tags r:id="rId24"/>
            </p:custDataLst>
          </p:nvPr>
        </p:nvGraphicFramePr>
        <p:xfrm>
          <a:off x="6920230" y="2779713"/>
          <a:ext cx="2974975" cy="52133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" name="" r:id="rId25" imgW="1600200" imgH="279400" progId="Equation.DSMT4">
                  <p:embed/>
                </p:oleObj>
              </mc:Choice>
              <mc:Fallback>
                <p:oleObj name="" r:id="rId25" imgW="1600200" imgH="279400" progId="Equation.DSMT4">
                  <p:embed/>
                  <p:pic>
                    <p:nvPicPr>
                      <p:cNvPr id="0" name="图片 1024"/>
                      <p:cNvPicPr/>
                      <p:nvPr/>
                    </p:nvPicPr>
                    <p:blipFill>
                      <a:blip r:embed="rId26"/>
                      <a:stretch>
                        <a:fillRect/>
                      </a:stretch>
                    </p:blipFill>
                    <p:spPr>
                      <a:xfrm>
                        <a:off x="6920230" y="2779713"/>
                        <a:ext cx="2974975" cy="52133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" name="对象 34">
            <a:hlinkClick r:id="" action="ppaction://ole?verb="/>
          </p:cNvPr>
          <p:cNvGraphicFramePr>
            <a:graphicFrameLocks noChangeAspect="1"/>
          </p:cNvGraphicFramePr>
          <p:nvPr>
            <p:custDataLst>
              <p:tags r:id="rId27"/>
            </p:custDataLst>
          </p:nvPr>
        </p:nvGraphicFramePr>
        <p:xfrm>
          <a:off x="6335713" y="3499803"/>
          <a:ext cx="4699000" cy="52133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" name="" r:id="rId28" imgW="2527300" imgH="279400" progId="Equation.DSMT4">
                  <p:embed/>
                </p:oleObj>
              </mc:Choice>
              <mc:Fallback>
                <p:oleObj name="" r:id="rId28" imgW="2527300" imgH="279400" progId="Equation.DSMT4">
                  <p:embed/>
                  <p:pic>
                    <p:nvPicPr>
                      <p:cNvPr id="0" name="图片 1024"/>
                      <p:cNvPicPr/>
                      <p:nvPr/>
                    </p:nvPicPr>
                    <p:blipFill>
                      <a:blip r:embed="rId29"/>
                      <a:stretch>
                        <a:fillRect/>
                      </a:stretch>
                    </p:blipFill>
                    <p:spPr>
                      <a:xfrm>
                        <a:off x="6335713" y="3499803"/>
                        <a:ext cx="4699000" cy="52133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7" name="对象 36">
            <a:hlinkClick r:id="" action="ppaction://ole?verb="/>
          </p:cNvPr>
          <p:cNvGraphicFramePr>
            <a:graphicFrameLocks noChangeAspect="1"/>
          </p:cNvGraphicFramePr>
          <p:nvPr>
            <p:custDataLst>
              <p:tags r:id="rId30"/>
            </p:custDataLst>
          </p:nvPr>
        </p:nvGraphicFramePr>
        <p:xfrm>
          <a:off x="4247515" y="4232275"/>
          <a:ext cx="1085850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" name="" r:id="rId31" imgW="584200" imgH="279400" progId="Equation.DSMT4">
                  <p:embed/>
                </p:oleObj>
              </mc:Choice>
              <mc:Fallback>
                <p:oleObj name="" r:id="rId31" imgW="584200" imgH="279400" progId="Equation.DSMT4">
                  <p:embed/>
                  <p:pic>
                    <p:nvPicPr>
                      <p:cNvPr id="0" name="图片 1024"/>
                      <p:cNvPicPr/>
                      <p:nvPr/>
                    </p:nvPicPr>
                    <p:blipFill>
                      <a:blip r:embed="rId32"/>
                      <a:stretch>
                        <a:fillRect/>
                      </a:stretch>
                    </p:blipFill>
                    <p:spPr>
                      <a:xfrm>
                        <a:off x="4247515" y="4232275"/>
                        <a:ext cx="1085850" cy="5207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9" name="对象 38">
            <a:hlinkClick r:id="" action="ppaction://ole?verb="/>
          </p:cNvPr>
          <p:cNvGraphicFramePr>
            <a:graphicFrameLocks noChangeAspect="1"/>
          </p:cNvGraphicFramePr>
          <p:nvPr>
            <p:custDataLst>
              <p:tags r:id="rId33"/>
            </p:custDataLst>
          </p:nvPr>
        </p:nvGraphicFramePr>
        <p:xfrm>
          <a:off x="6311583" y="4220210"/>
          <a:ext cx="2809875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" name="" r:id="rId34" imgW="1511300" imgH="279400" progId="Equation.DSMT4">
                  <p:embed/>
                </p:oleObj>
              </mc:Choice>
              <mc:Fallback>
                <p:oleObj name="" r:id="rId34" imgW="1511300" imgH="279400" progId="Equation.DSMT4">
                  <p:embed/>
                  <p:pic>
                    <p:nvPicPr>
                      <p:cNvPr id="0" name="图片 1024"/>
                      <p:cNvPicPr/>
                      <p:nvPr/>
                    </p:nvPicPr>
                    <p:blipFill>
                      <a:blip r:embed="rId35"/>
                      <a:stretch>
                        <a:fillRect/>
                      </a:stretch>
                    </p:blipFill>
                    <p:spPr>
                      <a:xfrm>
                        <a:off x="6311583" y="4220210"/>
                        <a:ext cx="2809875" cy="5207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对象 2">
            <a:hlinkClick r:id="" action="ppaction://ole?verb="/>
          </p:cNvPr>
          <p:cNvGraphicFramePr>
            <a:graphicFrameLocks noChangeAspect="1"/>
          </p:cNvGraphicFramePr>
          <p:nvPr>
            <p:custDataLst>
              <p:tags r:id="rId36"/>
            </p:custDataLst>
          </p:nvPr>
        </p:nvGraphicFramePr>
        <p:xfrm>
          <a:off x="271780" y="6092825"/>
          <a:ext cx="825500" cy="47371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" name="" r:id="rId37" imgW="444500" imgH="254000" progId="Equation.DSMT4">
                  <p:embed/>
                </p:oleObj>
              </mc:Choice>
              <mc:Fallback>
                <p:oleObj name="" r:id="rId37" imgW="444500" imgH="254000" progId="Equation.DSMT4">
                  <p:embed/>
                  <p:pic>
                    <p:nvPicPr>
                      <p:cNvPr id="0" name="图片 1024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271780" y="6092825"/>
                        <a:ext cx="825500" cy="47371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>
            <a:hlinkClick r:id="" action="ppaction://ole?verb="/>
          </p:cNvPr>
          <p:cNvGraphicFramePr>
            <a:graphicFrameLocks noChangeAspect="1"/>
          </p:cNvGraphicFramePr>
          <p:nvPr>
            <p:custDataLst>
              <p:tags r:id="rId38"/>
            </p:custDataLst>
          </p:nvPr>
        </p:nvGraphicFramePr>
        <p:xfrm>
          <a:off x="1271905" y="6045835"/>
          <a:ext cx="1085850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" name="" r:id="rId39" imgW="584200" imgH="279400" progId="Equation.DSMT4">
                  <p:embed/>
                </p:oleObj>
              </mc:Choice>
              <mc:Fallback>
                <p:oleObj name="" r:id="rId39" imgW="584200" imgH="279400" progId="Equation.DSMT4">
                  <p:embed/>
                  <p:pic>
                    <p:nvPicPr>
                      <p:cNvPr id="0" name="图片 1024"/>
                      <p:cNvPicPr/>
                      <p:nvPr/>
                    </p:nvPicPr>
                    <p:blipFill>
                      <a:blip r:embed="rId32"/>
                      <a:stretch>
                        <a:fillRect/>
                      </a:stretch>
                    </p:blipFill>
                    <p:spPr>
                      <a:xfrm>
                        <a:off x="1271905" y="6045835"/>
                        <a:ext cx="1085850" cy="5207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>
            <a:hlinkClick r:id="" action="ppaction://ole?verb="/>
          </p:cNvPr>
          <p:cNvGraphicFramePr>
            <a:graphicFrameLocks noChangeAspect="1"/>
          </p:cNvGraphicFramePr>
          <p:nvPr>
            <p:custDataLst>
              <p:tags r:id="rId40"/>
            </p:custDataLst>
          </p:nvPr>
        </p:nvGraphicFramePr>
        <p:xfrm>
          <a:off x="2567623" y="6092825"/>
          <a:ext cx="779145" cy="47371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" name="" r:id="rId41" imgW="419100" imgH="254000" progId="Equation.DSMT4">
                  <p:embed/>
                </p:oleObj>
              </mc:Choice>
              <mc:Fallback>
                <p:oleObj name="" r:id="rId41" imgW="419100" imgH="254000" progId="Equation.DSMT4">
                  <p:embed/>
                  <p:pic>
                    <p:nvPicPr>
                      <p:cNvPr id="0" name="图片 1024"/>
                      <p:cNvPicPr/>
                      <p:nvPr/>
                    </p:nvPicPr>
                    <p:blipFill>
                      <a:blip r:embed="rId42"/>
                      <a:stretch>
                        <a:fillRect/>
                      </a:stretch>
                    </p:blipFill>
                    <p:spPr>
                      <a:xfrm>
                        <a:off x="2567623" y="6092825"/>
                        <a:ext cx="779145" cy="47371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sym typeface="+mn-ea"/>
              </a:rPr>
              <a:t>2.3 </a:t>
            </a:r>
            <a:r>
              <a:rPr lang="zh-CN" altLang="en-US" dirty="0">
                <a:sym typeface="+mn-ea"/>
              </a:rPr>
              <a:t>熵的基本性质</a:t>
            </a:r>
            <a:endParaRPr lang="zh-CN" altLang="en-US" dirty="0"/>
          </a:p>
        </p:txBody>
      </p:sp>
      <p:sp>
        <p:nvSpPr>
          <p:cNvPr id="24" name="Rectangle 7"/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1055370" y="980123"/>
            <a:ext cx="3906520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p>
            <a:r>
              <a:rPr lang="zh-CN" altLang="en-US" sz="2800" dirty="0">
                <a:solidFill>
                  <a:srgbClr val="000000"/>
                </a:solidFill>
                <a:latin typeface="Arial" panose="020B0604020202020204" pitchFamily="34" charset="0"/>
                <a:ea typeface="华文中宋" panose="02010600040101010101" pitchFamily="2" charset="-122"/>
              </a:rPr>
              <a:t>练习：</a:t>
            </a:r>
            <a:endParaRPr lang="zh-CN" altLang="en-US" sz="2800" dirty="0">
              <a:solidFill>
                <a:srgbClr val="000000"/>
              </a:solidFill>
              <a:latin typeface="Arial" panose="020B0604020202020204" pitchFamily="34" charset="0"/>
              <a:ea typeface="华文中宋" panose="02010600040101010101" pitchFamily="2" charset="-122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1180" y="1988820"/>
            <a:ext cx="2999740" cy="2827020"/>
          </a:xfrm>
          <a:prstGeom prst="rect">
            <a:avLst/>
          </a:prstGeom>
        </p:spPr>
      </p:pic>
      <p:graphicFrame>
        <p:nvGraphicFramePr>
          <p:cNvPr id="9" name="对象 8">
            <a:hlinkClick r:id="" action="ppaction://ole?verb="/>
          </p:cNvPr>
          <p:cNvGraphicFramePr>
            <a:graphicFrameLocks noChangeAspect="1"/>
          </p:cNvGraphicFramePr>
          <p:nvPr>
            <p:custDataLst>
              <p:tags r:id="rId3"/>
            </p:custDataLst>
          </p:nvPr>
        </p:nvGraphicFramePr>
        <p:xfrm>
          <a:off x="271780" y="5372735"/>
          <a:ext cx="3691255" cy="59817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" name="" r:id="rId4" imgW="1574800" imgH="254000" progId="Equation.DSMT4">
                  <p:embed/>
                </p:oleObj>
              </mc:Choice>
              <mc:Fallback>
                <p:oleObj name="" r:id="rId4" imgW="1574800" imgH="254000" progId="Equation.DSMT4">
                  <p:embed/>
                  <p:pic>
                    <p:nvPicPr>
                      <p:cNvPr id="0" name="图片 1024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71780" y="5372735"/>
                        <a:ext cx="3691255" cy="59817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对象 11">
            <a:hlinkClick r:id="" action="ppaction://ole?verb="/>
          </p:cNvPr>
          <p:cNvGraphicFramePr>
            <a:graphicFrameLocks noChangeAspect="1"/>
          </p:cNvGraphicFramePr>
          <p:nvPr>
            <p:custDataLst>
              <p:tags r:id="rId6"/>
            </p:custDataLst>
          </p:nvPr>
        </p:nvGraphicFramePr>
        <p:xfrm>
          <a:off x="4367530" y="1544320"/>
          <a:ext cx="825500" cy="47371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" name="" r:id="rId7" imgW="444500" imgH="254000" progId="Equation.DSMT4">
                  <p:embed/>
                </p:oleObj>
              </mc:Choice>
              <mc:Fallback>
                <p:oleObj name="" r:id="rId7" imgW="444500" imgH="254000" progId="Equation.DSMT4">
                  <p:embed/>
                  <p:pic>
                    <p:nvPicPr>
                      <p:cNvPr id="0" name="图片 1024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4367530" y="1544320"/>
                        <a:ext cx="825500" cy="47371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" name="对象 20">
            <a:hlinkClick r:id="" action="ppaction://ole?verb="/>
          </p:cNvPr>
          <p:cNvGraphicFramePr>
            <a:graphicFrameLocks noChangeAspect="1"/>
          </p:cNvGraphicFramePr>
          <p:nvPr>
            <p:custDataLst>
              <p:tags r:id="rId9"/>
            </p:custDataLst>
          </p:nvPr>
        </p:nvGraphicFramePr>
        <p:xfrm>
          <a:off x="4276090" y="2060575"/>
          <a:ext cx="1509395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" name="" r:id="rId10" imgW="812800" imgH="279400" progId="Equation.DSMT4">
                  <p:embed/>
                </p:oleObj>
              </mc:Choice>
              <mc:Fallback>
                <p:oleObj name="" r:id="rId10" imgW="812800" imgH="279400" progId="Equation.DSMT4">
                  <p:embed/>
                  <p:pic>
                    <p:nvPicPr>
                      <p:cNvPr id="0" name="图片 1024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4276090" y="2060575"/>
                        <a:ext cx="1509395" cy="5207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" name="对象 24">
            <a:hlinkClick r:id="" action="ppaction://ole?verb="/>
          </p:cNvPr>
          <p:cNvGraphicFramePr>
            <a:graphicFrameLocks noChangeAspect="1"/>
          </p:cNvGraphicFramePr>
          <p:nvPr>
            <p:custDataLst>
              <p:tags r:id="rId12"/>
            </p:custDataLst>
          </p:nvPr>
        </p:nvGraphicFramePr>
        <p:xfrm>
          <a:off x="4224020" y="2731770"/>
          <a:ext cx="1463040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" name="" r:id="rId13" imgW="787400" imgH="279400" progId="Equation.DSMT4">
                  <p:embed/>
                </p:oleObj>
              </mc:Choice>
              <mc:Fallback>
                <p:oleObj name="" r:id="rId13" imgW="787400" imgH="279400" progId="Equation.DSMT4">
                  <p:embed/>
                  <p:pic>
                    <p:nvPicPr>
                      <p:cNvPr id="0" name="图片 1024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4224020" y="2731770"/>
                        <a:ext cx="1463040" cy="5207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" name="对象 26">
            <a:hlinkClick r:id="" action="ppaction://ole?verb="/>
          </p:cNvPr>
          <p:cNvGraphicFramePr>
            <a:graphicFrameLocks noChangeAspect="1"/>
          </p:cNvGraphicFramePr>
          <p:nvPr>
            <p:custDataLst>
              <p:tags r:id="rId15"/>
            </p:custDataLst>
          </p:nvPr>
        </p:nvGraphicFramePr>
        <p:xfrm>
          <a:off x="4224020" y="3451860"/>
          <a:ext cx="1510030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" name="" r:id="rId16" imgW="812800" imgH="279400" progId="Equation.DSMT4">
                  <p:embed/>
                </p:oleObj>
              </mc:Choice>
              <mc:Fallback>
                <p:oleObj name="" r:id="rId16" imgW="812800" imgH="279400" progId="Equation.DSMT4">
                  <p:embed/>
                  <p:pic>
                    <p:nvPicPr>
                      <p:cNvPr id="0" name="图片 1024"/>
                      <p:cNvPicPr/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4224020" y="3451860"/>
                        <a:ext cx="1510030" cy="5207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" name="对象 28">
            <a:hlinkClick r:id="" action="ppaction://ole?verb="/>
          </p:cNvPr>
          <p:cNvGraphicFramePr>
            <a:graphicFrameLocks noChangeAspect="1"/>
          </p:cNvGraphicFramePr>
          <p:nvPr>
            <p:custDataLst>
              <p:tags r:id="rId18"/>
            </p:custDataLst>
          </p:nvPr>
        </p:nvGraphicFramePr>
        <p:xfrm>
          <a:off x="6384290" y="1500505"/>
          <a:ext cx="4578985" cy="47371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" name="" r:id="rId19" imgW="2463165" imgH="254000" progId="Equation.DSMT4">
                  <p:embed/>
                </p:oleObj>
              </mc:Choice>
              <mc:Fallback>
                <p:oleObj name="" r:id="rId19" imgW="2463165" imgH="254000" progId="Equation.DSMT4">
                  <p:embed/>
                  <p:pic>
                    <p:nvPicPr>
                      <p:cNvPr id="0" name="图片 1024"/>
                      <p:cNvPicPr/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6384290" y="1500505"/>
                        <a:ext cx="4578985" cy="47371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" name="对象 30">
            <a:hlinkClick r:id="" action="ppaction://ole?verb="/>
          </p:cNvPr>
          <p:cNvGraphicFramePr>
            <a:graphicFrameLocks noChangeAspect="1"/>
          </p:cNvGraphicFramePr>
          <p:nvPr>
            <p:custDataLst>
              <p:tags r:id="rId21"/>
            </p:custDataLst>
          </p:nvPr>
        </p:nvGraphicFramePr>
        <p:xfrm>
          <a:off x="6874510" y="2132648"/>
          <a:ext cx="3021965" cy="52133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" name="" r:id="rId22" imgW="1625600" imgH="279400" progId="Equation.DSMT4">
                  <p:embed/>
                </p:oleObj>
              </mc:Choice>
              <mc:Fallback>
                <p:oleObj name="" r:id="rId22" imgW="1625600" imgH="279400" progId="Equation.DSMT4">
                  <p:embed/>
                  <p:pic>
                    <p:nvPicPr>
                      <p:cNvPr id="0" name="图片 1024"/>
                      <p:cNvPicPr/>
                      <p:nvPr/>
                    </p:nvPicPr>
                    <p:blipFill>
                      <a:blip r:embed="rId23"/>
                      <a:stretch>
                        <a:fillRect/>
                      </a:stretch>
                    </p:blipFill>
                    <p:spPr>
                      <a:xfrm>
                        <a:off x="6874510" y="2132648"/>
                        <a:ext cx="3021965" cy="52133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" name="对象 32">
            <a:hlinkClick r:id="" action="ppaction://ole?verb="/>
          </p:cNvPr>
          <p:cNvGraphicFramePr>
            <a:graphicFrameLocks noChangeAspect="1"/>
          </p:cNvGraphicFramePr>
          <p:nvPr>
            <p:custDataLst>
              <p:tags r:id="rId24"/>
            </p:custDataLst>
          </p:nvPr>
        </p:nvGraphicFramePr>
        <p:xfrm>
          <a:off x="6920230" y="2779713"/>
          <a:ext cx="2974975" cy="52133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" name="" r:id="rId25" imgW="1600200" imgH="279400" progId="Equation.DSMT4">
                  <p:embed/>
                </p:oleObj>
              </mc:Choice>
              <mc:Fallback>
                <p:oleObj name="" r:id="rId25" imgW="1600200" imgH="279400" progId="Equation.DSMT4">
                  <p:embed/>
                  <p:pic>
                    <p:nvPicPr>
                      <p:cNvPr id="0" name="图片 1024"/>
                      <p:cNvPicPr/>
                      <p:nvPr/>
                    </p:nvPicPr>
                    <p:blipFill>
                      <a:blip r:embed="rId26"/>
                      <a:stretch>
                        <a:fillRect/>
                      </a:stretch>
                    </p:blipFill>
                    <p:spPr>
                      <a:xfrm>
                        <a:off x="6920230" y="2779713"/>
                        <a:ext cx="2974975" cy="52133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" name="对象 34">
            <a:hlinkClick r:id="" action="ppaction://ole?verb="/>
          </p:cNvPr>
          <p:cNvGraphicFramePr>
            <a:graphicFrameLocks noChangeAspect="1"/>
          </p:cNvGraphicFramePr>
          <p:nvPr>
            <p:custDataLst>
              <p:tags r:id="rId27"/>
            </p:custDataLst>
          </p:nvPr>
        </p:nvGraphicFramePr>
        <p:xfrm>
          <a:off x="6335713" y="3499803"/>
          <a:ext cx="4699000" cy="52133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" name="" r:id="rId28" imgW="2527300" imgH="279400" progId="Equation.DSMT4">
                  <p:embed/>
                </p:oleObj>
              </mc:Choice>
              <mc:Fallback>
                <p:oleObj name="" r:id="rId28" imgW="2527300" imgH="279400" progId="Equation.DSMT4">
                  <p:embed/>
                  <p:pic>
                    <p:nvPicPr>
                      <p:cNvPr id="0" name="图片 1024"/>
                      <p:cNvPicPr/>
                      <p:nvPr/>
                    </p:nvPicPr>
                    <p:blipFill>
                      <a:blip r:embed="rId29"/>
                      <a:stretch>
                        <a:fillRect/>
                      </a:stretch>
                    </p:blipFill>
                    <p:spPr>
                      <a:xfrm>
                        <a:off x="6335713" y="3499803"/>
                        <a:ext cx="4699000" cy="52133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7" name="对象 36">
            <a:hlinkClick r:id="" action="ppaction://ole?verb="/>
          </p:cNvPr>
          <p:cNvGraphicFramePr>
            <a:graphicFrameLocks noChangeAspect="1"/>
          </p:cNvGraphicFramePr>
          <p:nvPr>
            <p:custDataLst>
              <p:tags r:id="rId30"/>
            </p:custDataLst>
          </p:nvPr>
        </p:nvGraphicFramePr>
        <p:xfrm>
          <a:off x="4247515" y="4232275"/>
          <a:ext cx="1085850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" name="" r:id="rId31" imgW="584200" imgH="279400" progId="Equation.DSMT4">
                  <p:embed/>
                </p:oleObj>
              </mc:Choice>
              <mc:Fallback>
                <p:oleObj name="" r:id="rId31" imgW="584200" imgH="279400" progId="Equation.DSMT4">
                  <p:embed/>
                  <p:pic>
                    <p:nvPicPr>
                      <p:cNvPr id="0" name="图片 1024"/>
                      <p:cNvPicPr/>
                      <p:nvPr/>
                    </p:nvPicPr>
                    <p:blipFill>
                      <a:blip r:embed="rId32"/>
                      <a:stretch>
                        <a:fillRect/>
                      </a:stretch>
                    </p:blipFill>
                    <p:spPr>
                      <a:xfrm>
                        <a:off x="4247515" y="4232275"/>
                        <a:ext cx="1085850" cy="5207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9" name="对象 38">
            <a:hlinkClick r:id="" action="ppaction://ole?verb="/>
          </p:cNvPr>
          <p:cNvGraphicFramePr>
            <a:graphicFrameLocks noChangeAspect="1"/>
          </p:cNvGraphicFramePr>
          <p:nvPr>
            <p:custDataLst>
              <p:tags r:id="rId33"/>
            </p:custDataLst>
          </p:nvPr>
        </p:nvGraphicFramePr>
        <p:xfrm>
          <a:off x="6311583" y="4220210"/>
          <a:ext cx="2809875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" name="" r:id="rId34" imgW="1511300" imgH="279400" progId="Equation.DSMT4">
                  <p:embed/>
                </p:oleObj>
              </mc:Choice>
              <mc:Fallback>
                <p:oleObj name="" r:id="rId34" imgW="1511300" imgH="279400" progId="Equation.DSMT4">
                  <p:embed/>
                  <p:pic>
                    <p:nvPicPr>
                      <p:cNvPr id="0" name="图片 1024"/>
                      <p:cNvPicPr/>
                      <p:nvPr/>
                    </p:nvPicPr>
                    <p:blipFill>
                      <a:blip r:embed="rId35"/>
                      <a:stretch>
                        <a:fillRect/>
                      </a:stretch>
                    </p:blipFill>
                    <p:spPr>
                      <a:xfrm>
                        <a:off x="6311583" y="4220210"/>
                        <a:ext cx="2809875" cy="5207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" name="对象 40">
            <a:hlinkClick r:id="" action="ppaction://ole?verb="/>
          </p:cNvPr>
          <p:cNvGraphicFramePr>
            <a:graphicFrameLocks noChangeAspect="1"/>
          </p:cNvGraphicFramePr>
          <p:nvPr>
            <p:custDataLst>
              <p:tags r:id="rId36"/>
            </p:custDataLst>
          </p:nvPr>
        </p:nvGraphicFramePr>
        <p:xfrm>
          <a:off x="4413568" y="4945380"/>
          <a:ext cx="779145" cy="47371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" name="" r:id="rId37" imgW="419100" imgH="254000" progId="Equation.DSMT4">
                  <p:embed/>
                </p:oleObj>
              </mc:Choice>
              <mc:Fallback>
                <p:oleObj name="" r:id="rId37" imgW="419100" imgH="254000" progId="Equation.DSMT4">
                  <p:embed/>
                  <p:pic>
                    <p:nvPicPr>
                      <p:cNvPr id="0" name="图片 1024"/>
                      <p:cNvPicPr/>
                      <p:nvPr/>
                    </p:nvPicPr>
                    <p:blipFill>
                      <a:blip r:embed="rId38"/>
                      <a:stretch>
                        <a:fillRect/>
                      </a:stretch>
                    </p:blipFill>
                    <p:spPr>
                      <a:xfrm>
                        <a:off x="4413568" y="4945380"/>
                        <a:ext cx="779145" cy="47371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3" name="对象 42">
            <a:hlinkClick r:id="" action="ppaction://ole?verb="/>
          </p:cNvPr>
          <p:cNvGraphicFramePr>
            <a:graphicFrameLocks noChangeAspect="1"/>
          </p:cNvGraphicFramePr>
          <p:nvPr>
            <p:custDataLst>
              <p:tags r:id="rId39"/>
            </p:custDataLst>
          </p:nvPr>
        </p:nvGraphicFramePr>
        <p:xfrm>
          <a:off x="5879783" y="4941570"/>
          <a:ext cx="4557395" cy="47371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" name="" r:id="rId40" imgW="2451100" imgH="254000" progId="Equation.DSMT4">
                  <p:embed/>
                </p:oleObj>
              </mc:Choice>
              <mc:Fallback>
                <p:oleObj name="" r:id="rId40" imgW="2451100" imgH="254000" progId="Equation.DSMT4">
                  <p:embed/>
                  <p:pic>
                    <p:nvPicPr>
                      <p:cNvPr id="0" name="图片 1024"/>
                      <p:cNvPicPr/>
                      <p:nvPr/>
                    </p:nvPicPr>
                    <p:blipFill>
                      <a:blip r:embed="rId41"/>
                      <a:stretch>
                        <a:fillRect/>
                      </a:stretch>
                    </p:blipFill>
                    <p:spPr>
                      <a:xfrm>
                        <a:off x="5879783" y="4941570"/>
                        <a:ext cx="4557395" cy="47371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对象 2">
            <a:hlinkClick r:id="" action="ppaction://ole?verb="/>
          </p:cNvPr>
          <p:cNvGraphicFramePr>
            <a:graphicFrameLocks noChangeAspect="1"/>
          </p:cNvGraphicFramePr>
          <p:nvPr>
            <p:custDataLst>
              <p:tags r:id="rId42"/>
            </p:custDataLst>
          </p:nvPr>
        </p:nvGraphicFramePr>
        <p:xfrm>
          <a:off x="271780" y="6092825"/>
          <a:ext cx="825500" cy="47371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" name="" r:id="rId43" imgW="444500" imgH="254000" progId="Equation.DSMT4">
                  <p:embed/>
                </p:oleObj>
              </mc:Choice>
              <mc:Fallback>
                <p:oleObj name="" r:id="rId43" imgW="444500" imgH="254000" progId="Equation.DSMT4">
                  <p:embed/>
                  <p:pic>
                    <p:nvPicPr>
                      <p:cNvPr id="0" name="图片 1024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271780" y="6092825"/>
                        <a:ext cx="825500" cy="47371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>
            <a:hlinkClick r:id="" action="ppaction://ole?verb="/>
          </p:cNvPr>
          <p:cNvGraphicFramePr>
            <a:graphicFrameLocks noChangeAspect="1"/>
          </p:cNvGraphicFramePr>
          <p:nvPr>
            <p:custDataLst>
              <p:tags r:id="rId44"/>
            </p:custDataLst>
          </p:nvPr>
        </p:nvGraphicFramePr>
        <p:xfrm>
          <a:off x="1271905" y="6045835"/>
          <a:ext cx="1085850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" name="" r:id="rId45" imgW="584200" imgH="279400" progId="Equation.DSMT4">
                  <p:embed/>
                </p:oleObj>
              </mc:Choice>
              <mc:Fallback>
                <p:oleObj name="" r:id="rId45" imgW="584200" imgH="279400" progId="Equation.DSMT4">
                  <p:embed/>
                  <p:pic>
                    <p:nvPicPr>
                      <p:cNvPr id="0" name="图片 1024"/>
                      <p:cNvPicPr/>
                      <p:nvPr/>
                    </p:nvPicPr>
                    <p:blipFill>
                      <a:blip r:embed="rId32"/>
                      <a:stretch>
                        <a:fillRect/>
                      </a:stretch>
                    </p:blipFill>
                    <p:spPr>
                      <a:xfrm>
                        <a:off x="1271905" y="6045835"/>
                        <a:ext cx="1085850" cy="5207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>
            <a:hlinkClick r:id="" action="ppaction://ole?verb="/>
          </p:cNvPr>
          <p:cNvGraphicFramePr>
            <a:graphicFrameLocks noChangeAspect="1"/>
          </p:cNvGraphicFramePr>
          <p:nvPr>
            <p:custDataLst>
              <p:tags r:id="rId46"/>
            </p:custDataLst>
          </p:nvPr>
        </p:nvGraphicFramePr>
        <p:xfrm>
          <a:off x="2567623" y="6092825"/>
          <a:ext cx="779145" cy="47371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" name="" r:id="rId47" imgW="419100" imgH="254000" progId="Equation.DSMT4">
                  <p:embed/>
                </p:oleObj>
              </mc:Choice>
              <mc:Fallback>
                <p:oleObj name="" r:id="rId47" imgW="419100" imgH="254000" progId="Equation.DSMT4">
                  <p:embed/>
                  <p:pic>
                    <p:nvPicPr>
                      <p:cNvPr id="0" name="图片 1024"/>
                      <p:cNvPicPr/>
                      <p:nvPr/>
                    </p:nvPicPr>
                    <p:blipFill>
                      <a:blip r:embed="rId38"/>
                      <a:stretch>
                        <a:fillRect/>
                      </a:stretch>
                    </p:blipFill>
                    <p:spPr>
                      <a:xfrm>
                        <a:off x="2567623" y="6092825"/>
                        <a:ext cx="779145" cy="47371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sym typeface="+mn-ea"/>
              </a:rPr>
              <a:t>2.3 </a:t>
            </a:r>
            <a:r>
              <a:rPr lang="zh-CN" altLang="en-US" dirty="0">
                <a:sym typeface="+mn-ea"/>
              </a:rPr>
              <a:t>熵的基本性质</a:t>
            </a:r>
            <a:endParaRPr lang="zh-CN" altLang="en-US" dirty="0"/>
          </a:p>
        </p:txBody>
      </p:sp>
      <p:sp>
        <p:nvSpPr>
          <p:cNvPr id="24" name="Rectangle 7"/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1055370" y="980123"/>
            <a:ext cx="3906520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p>
            <a:r>
              <a:rPr lang="zh-CN" altLang="en-US" sz="2800" dirty="0">
                <a:solidFill>
                  <a:srgbClr val="000000"/>
                </a:solidFill>
                <a:latin typeface="Arial" panose="020B0604020202020204" pitchFamily="34" charset="0"/>
                <a:ea typeface="华文中宋" panose="02010600040101010101" pitchFamily="2" charset="-122"/>
              </a:rPr>
              <a:t>练习：</a:t>
            </a:r>
            <a:endParaRPr lang="zh-CN" altLang="en-US" sz="2800" dirty="0">
              <a:solidFill>
                <a:srgbClr val="000000"/>
              </a:solidFill>
              <a:latin typeface="Arial" panose="020B0604020202020204" pitchFamily="34" charset="0"/>
              <a:ea typeface="华文中宋" panose="02010600040101010101" pitchFamily="2" charset="-122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1180" y="1988820"/>
            <a:ext cx="2999740" cy="2827020"/>
          </a:xfrm>
          <a:prstGeom prst="rect">
            <a:avLst/>
          </a:prstGeom>
        </p:spPr>
      </p:pic>
      <p:graphicFrame>
        <p:nvGraphicFramePr>
          <p:cNvPr id="9" name="对象 8">
            <a:hlinkClick r:id="" action="ppaction://ole?verb="/>
          </p:cNvPr>
          <p:cNvGraphicFramePr>
            <a:graphicFrameLocks noChangeAspect="1"/>
          </p:cNvGraphicFramePr>
          <p:nvPr>
            <p:custDataLst>
              <p:tags r:id="rId3"/>
            </p:custDataLst>
          </p:nvPr>
        </p:nvGraphicFramePr>
        <p:xfrm>
          <a:off x="271780" y="5372735"/>
          <a:ext cx="3691255" cy="59817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" name="" r:id="rId4" imgW="1574800" imgH="254000" progId="Equation.DSMT4">
                  <p:embed/>
                </p:oleObj>
              </mc:Choice>
              <mc:Fallback>
                <p:oleObj name="" r:id="rId4" imgW="1574800" imgH="254000" progId="Equation.DSMT4">
                  <p:embed/>
                  <p:pic>
                    <p:nvPicPr>
                      <p:cNvPr id="0" name="图片 1024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71780" y="5372735"/>
                        <a:ext cx="3691255" cy="59817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对象 11">
            <a:hlinkClick r:id="" action="ppaction://ole?verb="/>
          </p:cNvPr>
          <p:cNvGraphicFramePr>
            <a:graphicFrameLocks noChangeAspect="1"/>
          </p:cNvGraphicFramePr>
          <p:nvPr>
            <p:custDataLst>
              <p:tags r:id="rId6"/>
            </p:custDataLst>
          </p:nvPr>
        </p:nvGraphicFramePr>
        <p:xfrm>
          <a:off x="4367530" y="1544320"/>
          <a:ext cx="825500" cy="47371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" name="" r:id="rId7" imgW="444500" imgH="254000" progId="Equation.DSMT4">
                  <p:embed/>
                </p:oleObj>
              </mc:Choice>
              <mc:Fallback>
                <p:oleObj name="" r:id="rId7" imgW="444500" imgH="254000" progId="Equation.DSMT4">
                  <p:embed/>
                  <p:pic>
                    <p:nvPicPr>
                      <p:cNvPr id="0" name="图片 1024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4367530" y="1544320"/>
                        <a:ext cx="825500" cy="47371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" name="对象 20">
            <a:hlinkClick r:id="" action="ppaction://ole?verb="/>
          </p:cNvPr>
          <p:cNvGraphicFramePr>
            <a:graphicFrameLocks noChangeAspect="1"/>
          </p:cNvGraphicFramePr>
          <p:nvPr>
            <p:custDataLst>
              <p:tags r:id="rId9"/>
            </p:custDataLst>
          </p:nvPr>
        </p:nvGraphicFramePr>
        <p:xfrm>
          <a:off x="4276090" y="2060575"/>
          <a:ext cx="1509395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" name="" r:id="rId10" imgW="812800" imgH="279400" progId="Equation.DSMT4">
                  <p:embed/>
                </p:oleObj>
              </mc:Choice>
              <mc:Fallback>
                <p:oleObj name="" r:id="rId10" imgW="812800" imgH="279400" progId="Equation.DSMT4">
                  <p:embed/>
                  <p:pic>
                    <p:nvPicPr>
                      <p:cNvPr id="0" name="图片 1024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4276090" y="2060575"/>
                        <a:ext cx="1509395" cy="5207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" name="对象 24">
            <a:hlinkClick r:id="" action="ppaction://ole?verb="/>
          </p:cNvPr>
          <p:cNvGraphicFramePr>
            <a:graphicFrameLocks noChangeAspect="1"/>
          </p:cNvGraphicFramePr>
          <p:nvPr>
            <p:custDataLst>
              <p:tags r:id="rId12"/>
            </p:custDataLst>
          </p:nvPr>
        </p:nvGraphicFramePr>
        <p:xfrm>
          <a:off x="4224020" y="2731770"/>
          <a:ext cx="1463040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" name="" r:id="rId13" imgW="787400" imgH="279400" progId="Equation.DSMT4">
                  <p:embed/>
                </p:oleObj>
              </mc:Choice>
              <mc:Fallback>
                <p:oleObj name="" r:id="rId13" imgW="787400" imgH="279400" progId="Equation.DSMT4">
                  <p:embed/>
                  <p:pic>
                    <p:nvPicPr>
                      <p:cNvPr id="0" name="图片 1024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4224020" y="2731770"/>
                        <a:ext cx="1463040" cy="5207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" name="对象 26">
            <a:hlinkClick r:id="" action="ppaction://ole?verb="/>
          </p:cNvPr>
          <p:cNvGraphicFramePr>
            <a:graphicFrameLocks noChangeAspect="1"/>
          </p:cNvGraphicFramePr>
          <p:nvPr>
            <p:custDataLst>
              <p:tags r:id="rId15"/>
            </p:custDataLst>
          </p:nvPr>
        </p:nvGraphicFramePr>
        <p:xfrm>
          <a:off x="4224020" y="3451860"/>
          <a:ext cx="1510030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" name="" r:id="rId16" imgW="812800" imgH="279400" progId="Equation.DSMT4">
                  <p:embed/>
                </p:oleObj>
              </mc:Choice>
              <mc:Fallback>
                <p:oleObj name="" r:id="rId16" imgW="812800" imgH="279400" progId="Equation.DSMT4">
                  <p:embed/>
                  <p:pic>
                    <p:nvPicPr>
                      <p:cNvPr id="0" name="图片 1024"/>
                      <p:cNvPicPr/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4224020" y="3451860"/>
                        <a:ext cx="1510030" cy="5207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" name="对象 28">
            <a:hlinkClick r:id="" action="ppaction://ole?verb="/>
          </p:cNvPr>
          <p:cNvGraphicFramePr>
            <a:graphicFrameLocks noChangeAspect="1"/>
          </p:cNvGraphicFramePr>
          <p:nvPr>
            <p:custDataLst>
              <p:tags r:id="rId18"/>
            </p:custDataLst>
          </p:nvPr>
        </p:nvGraphicFramePr>
        <p:xfrm>
          <a:off x="6384290" y="1500505"/>
          <a:ext cx="4578985" cy="47371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" name="" r:id="rId19" imgW="2463165" imgH="254000" progId="Equation.DSMT4">
                  <p:embed/>
                </p:oleObj>
              </mc:Choice>
              <mc:Fallback>
                <p:oleObj name="" r:id="rId19" imgW="2463165" imgH="254000" progId="Equation.DSMT4">
                  <p:embed/>
                  <p:pic>
                    <p:nvPicPr>
                      <p:cNvPr id="0" name="图片 1024"/>
                      <p:cNvPicPr/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6384290" y="1500505"/>
                        <a:ext cx="4578985" cy="47371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" name="对象 30">
            <a:hlinkClick r:id="" action="ppaction://ole?verb="/>
          </p:cNvPr>
          <p:cNvGraphicFramePr>
            <a:graphicFrameLocks noChangeAspect="1"/>
          </p:cNvGraphicFramePr>
          <p:nvPr>
            <p:custDataLst>
              <p:tags r:id="rId21"/>
            </p:custDataLst>
          </p:nvPr>
        </p:nvGraphicFramePr>
        <p:xfrm>
          <a:off x="6874510" y="2132648"/>
          <a:ext cx="3021965" cy="52133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" name="" r:id="rId22" imgW="1625600" imgH="279400" progId="Equation.DSMT4">
                  <p:embed/>
                </p:oleObj>
              </mc:Choice>
              <mc:Fallback>
                <p:oleObj name="" r:id="rId22" imgW="1625600" imgH="279400" progId="Equation.DSMT4">
                  <p:embed/>
                  <p:pic>
                    <p:nvPicPr>
                      <p:cNvPr id="0" name="图片 1024"/>
                      <p:cNvPicPr/>
                      <p:nvPr/>
                    </p:nvPicPr>
                    <p:blipFill>
                      <a:blip r:embed="rId23"/>
                      <a:stretch>
                        <a:fillRect/>
                      </a:stretch>
                    </p:blipFill>
                    <p:spPr>
                      <a:xfrm>
                        <a:off x="6874510" y="2132648"/>
                        <a:ext cx="3021965" cy="52133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" name="对象 32">
            <a:hlinkClick r:id="" action="ppaction://ole?verb="/>
          </p:cNvPr>
          <p:cNvGraphicFramePr>
            <a:graphicFrameLocks noChangeAspect="1"/>
          </p:cNvGraphicFramePr>
          <p:nvPr>
            <p:custDataLst>
              <p:tags r:id="rId24"/>
            </p:custDataLst>
          </p:nvPr>
        </p:nvGraphicFramePr>
        <p:xfrm>
          <a:off x="6920230" y="2779713"/>
          <a:ext cx="2974975" cy="52133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" name="" r:id="rId25" imgW="1600200" imgH="279400" progId="Equation.DSMT4">
                  <p:embed/>
                </p:oleObj>
              </mc:Choice>
              <mc:Fallback>
                <p:oleObj name="" r:id="rId25" imgW="1600200" imgH="279400" progId="Equation.DSMT4">
                  <p:embed/>
                  <p:pic>
                    <p:nvPicPr>
                      <p:cNvPr id="0" name="图片 1024"/>
                      <p:cNvPicPr/>
                      <p:nvPr/>
                    </p:nvPicPr>
                    <p:blipFill>
                      <a:blip r:embed="rId26"/>
                      <a:stretch>
                        <a:fillRect/>
                      </a:stretch>
                    </p:blipFill>
                    <p:spPr>
                      <a:xfrm>
                        <a:off x="6920230" y="2779713"/>
                        <a:ext cx="2974975" cy="52133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" name="对象 34">
            <a:hlinkClick r:id="" action="ppaction://ole?verb="/>
          </p:cNvPr>
          <p:cNvGraphicFramePr>
            <a:graphicFrameLocks noChangeAspect="1"/>
          </p:cNvGraphicFramePr>
          <p:nvPr>
            <p:custDataLst>
              <p:tags r:id="rId27"/>
            </p:custDataLst>
          </p:nvPr>
        </p:nvGraphicFramePr>
        <p:xfrm>
          <a:off x="6335713" y="3499803"/>
          <a:ext cx="4699000" cy="52133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" name="" r:id="rId28" imgW="2527300" imgH="279400" progId="Equation.DSMT4">
                  <p:embed/>
                </p:oleObj>
              </mc:Choice>
              <mc:Fallback>
                <p:oleObj name="" r:id="rId28" imgW="2527300" imgH="279400" progId="Equation.DSMT4">
                  <p:embed/>
                  <p:pic>
                    <p:nvPicPr>
                      <p:cNvPr id="0" name="图片 1024"/>
                      <p:cNvPicPr/>
                      <p:nvPr/>
                    </p:nvPicPr>
                    <p:blipFill>
                      <a:blip r:embed="rId29"/>
                      <a:stretch>
                        <a:fillRect/>
                      </a:stretch>
                    </p:blipFill>
                    <p:spPr>
                      <a:xfrm>
                        <a:off x="6335713" y="3499803"/>
                        <a:ext cx="4699000" cy="52133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7" name="对象 36">
            <a:hlinkClick r:id="" action="ppaction://ole?verb="/>
          </p:cNvPr>
          <p:cNvGraphicFramePr>
            <a:graphicFrameLocks noChangeAspect="1"/>
          </p:cNvGraphicFramePr>
          <p:nvPr>
            <p:custDataLst>
              <p:tags r:id="rId30"/>
            </p:custDataLst>
          </p:nvPr>
        </p:nvGraphicFramePr>
        <p:xfrm>
          <a:off x="4247515" y="4232275"/>
          <a:ext cx="1085850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" name="" r:id="rId31" imgW="584200" imgH="279400" progId="Equation.DSMT4">
                  <p:embed/>
                </p:oleObj>
              </mc:Choice>
              <mc:Fallback>
                <p:oleObj name="" r:id="rId31" imgW="584200" imgH="279400" progId="Equation.DSMT4">
                  <p:embed/>
                  <p:pic>
                    <p:nvPicPr>
                      <p:cNvPr id="0" name="图片 1024"/>
                      <p:cNvPicPr/>
                      <p:nvPr/>
                    </p:nvPicPr>
                    <p:blipFill>
                      <a:blip r:embed="rId32"/>
                      <a:stretch>
                        <a:fillRect/>
                      </a:stretch>
                    </p:blipFill>
                    <p:spPr>
                      <a:xfrm>
                        <a:off x="4247515" y="4232275"/>
                        <a:ext cx="1085850" cy="5207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9" name="对象 38">
            <a:hlinkClick r:id="" action="ppaction://ole?verb="/>
          </p:cNvPr>
          <p:cNvGraphicFramePr>
            <a:graphicFrameLocks noChangeAspect="1"/>
          </p:cNvGraphicFramePr>
          <p:nvPr>
            <p:custDataLst>
              <p:tags r:id="rId33"/>
            </p:custDataLst>
          </p:nvPr>
        </p:nvGraphicFramePr>
        <p:xfrm>
          <a:off x="6311583" y="4220210"/>
          <a:ext cx="2809875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" name="" r:id="rId34" imgW="1511300" imgH="279400" progId="Equation.DSMT4">
                  <p:embed/>
                </p:oleObj>
              </mc:Choice>
              <mc:Fallback>
                <p:oleObj name="" r:id="rId34" imgW="1511300" imgH="279400" progId="Equation.DSMT4">
                  <p:embed/>
                  <p:pic>
                    <p:nvPicPr>
                      <p:cNvPr id="0" name="图片 1024"/>
                      <p:cNvPicPr/>
                      <p:nvPr/>
                    </p:nvPicPr>
                    <p:blipFill>
                      <a:blip r:embed="rId35"/>
                      <a:stretch>
                        <a:fillRect/>
                      </a:stretch>
                    </p:blipFill>
                    <p:spPr>
                      <a:xfrm>
                        <a:off x="6311583" y="4220210"/>
                        <a:ext cx="2809875" cy="5207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" name="对象 40">
            <a:hlinkClick r:id="" action="ppaction://ole?verb="/>
          </p:cNvPr>
          <p:cNvGraphicFramePr>
            <a:graphicFrameLocks noChangeAspect="1"/>
          </p:cNvGraphicFramePr>
          <p:nvPr>
            <p:custDataLst>
              <p:tags r:id="rId36"/>
            </p:custDataLst>
          </p:nvPr>
        </p:nvGraphicFramePr>
        <p:xfrm>
          <a:off x="4413568" y="4945380"/>
          <a:ext cx="779145" cy="47371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" name="" r:id="rId37" imgW="419100" imgH="254000" progId="Equation.DSMT4">
                  <p:embed/>
                </p:oleObj>
              </mc:Choice>
              <mc:Fallback>
                <p:oleObj name="" r:id="rId37" imgW="419100" imgH="254000" progId="Equation.DSMT4">
                  <p:embed/>
                  <p:pic>
                    <p:nvPicPr>
                      <p:cNvPr id="0" name="图片 1024"/>
                      <p:cNvPicPr/>
                      <p:nvPr/>
                    </p:nvPicPr>
                    <p:blipFill>
                      <a:blip r:embed="rId38"/>
                      <a:stretch>
                        <a:fillRect/>
                      </a:stretch>
                    </p:blipFill>
                    <p:spPr>
                      <a:xfrm>
                        <a:off x="4413568" y="4945380"/>
                        <a:ext cx="779145" cy="47371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3" name="对象 42">
            <a:hlinkClick r:id="" action="ppaction://ole?verb="/>
          </p:cNvPr>
          <p:cNvGraphicFramePr>
            <a:graphicFrameLocks noChangeAspect="1"/>
          </p:cNvGraphicFramePr>
          <p:nvPr>
            <p:custDataLst>
              <p:tags r:id="rId39"/>
            </p:custDataLst>
          </p:nvPr>
        </p:nvGraphicFramePr>
        <p:xfrm>
          <a:off x="5879783" y="4941570"/>
          <a:ext cx="4557395" cy="47371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" name="" r:id="rId40" imgW="2451100" imgH="254000" progId="Equation.DSMT4">
                  <p:embed/>
                </p:oleObj>
              </mc:Choice>
              <mc:Fallback>
                <p:oleObj name="" r:id="rId40" imgW="2451100" imgH="254000" progId="Equation.DSMT4">
                  <p:embed/>
                  <p:pic>
                    <p:nvPicPr>
                      <p:cNvPr id="0" name="图片 1024"/>
                      <p:cNvPicPr/>
                      <p:nvPr/>
                    </p:nvPicPr>
                    <p:blipFill>
                      <a:blip r:embed="rId41"/>
                      <a:stretch>
                        <a:fillRect/>
                      </a:stretch>
                    </p:blipFill>
                    <p:spPr>
                      <a:xfrm>
                        <a:off x="5879783" y="4941570"/>
                        <a:ext cx="4557395" cy="47371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对象 2">
            <a:hlinkClick r:id="" action="ppaction://ole?verb="/>
          </p:cNvPr>
          <p:cNvGraphicFramePr>
            <a:graphicFrameLocks noChangeAspect="1"/>
          </p:cNvGraphicFramePr>
          <p:nvPr>
            <p:custDataLst>
              <p:tags r:id="rId42"/>
            </p:custDataLst>
          </p:nvPr>
        </p:nvGraphicFramePr>
        <p:xfrm>
          <a:off x="271780" y="6092825"/>
          <a:ext cx="825500" cy="47371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" name="" r:id="rId43" imgW="444500" imgH="254000" progId="Equation.DSMT4">
                  <p:embed/>
                </p:oleObj>
              </mc:Choice>
              <mc:Fallback>
                <p:oleObj name="" r:id="rId43" imgW="444500" imgH="254000" progId="Equation.DSMT4">
                  <p:embed/>
                  <p:pic>
                    <p:nvPicPr>
                      <p:cNvPr id="0" name="图片 1024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271780" y="6092825"/>
                        <a:ext cx="825500" cy="47371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>
            <a:hlinkClick r:id="" action="ppaction://ole?verb="/>
          </p:cNvPr>
          <p:cNvGraphicFramePr>
            <a:graphicFrameLocks noChangeAspect="1"/>
          </p:cNvGraphicFramePr>
          <p:nvPr>
            <p:custDataLst>
              <p:tags r:id="rId44"/>
            </p:custDataLst>
          </p:nvPr>
        </p:nvGraphicFramePr>
        <p:xfrm>
          <a:off x="1271905" y="6045835"/>
          <a:ext cx="1085850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" name="" r:id="rId45" imgW="584200" imgH="279400" progId="Equation.DSMT4">
                  <p:embed/>
                </p:oleObj>
              </mc:Choice>
              <mc:Fallback>
                <p:oleObj name="" r:id="rId45" imgW="584200" imgH="279400" progId="Equation.DSMT4">
                  <p:embed/>
                  <p:pic>
                    <p:nvPicPr>
                      <p:cNvPr id="0" name="图片 1024"/>
                      <p:cNvPicPr/>
                      <p:nvPr/>
                    </p:nvPicPr>
                    <p:blipFill>
                      <a:blip r:embed="rId32"/>
                      <a:stretch>
                        <a:fillRect/>
                      </a:stretch>
                    </p:blipFill>
                    <p:spPr>
                      <a:xfrm>
                        <a:off x="1271905" y="6045835"/>
                        <a:ext cx="1085850" cy="5207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>
            <a:hlinkClick r:id="" action="ppaction://ole?verb="/>
          </p:cNvPr>
          <p:cNvGraphicFramePr>
            <a:graphicFrameLocks noChangeAspect="1"/>
          </p:cNvGraphicFramePr>
          <p:nvPr>
            <p:custDataLst>
              <p:tags r:id="rId46"/>
            </p:custDataLst>
          </p:nvPr>
        </p:nvGraphicFramePr>
        <p:xfrm>
          <a:off x="2567623" y="6092825"/>
          <a:ext cx="779145" cy="47371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" name="" r:id="rId47" imgW="419100" imgH="254000" progId="Equation.DSMT4">
                  <p:embed/>
                </p:oleObj>
              </mc:Choice>
              <mc:Fallback>
                <p:oleObj name="" r:id="rId47" imgW="419100" imgH="254000" progId="Equation.DSMT4">
                  <p:embed/>
                  <p:pic>
                    <p:nvPicPr>
                      <p:cNvPr id="0" name="图片 1024"/>
                      <p:cNvPicPr/>
                      <p:nvPr/>
                    </p:nvPicPr>
                    <p:blipFill>
                      <a:blip r:embed="rId38"/>
                      <a:stretch>
                        <a:fillRect/>
                      </a:stretch>
                    </p:blipFill>
                    <p:spPr>
                      <a:xfrm>
                        <a:off x="2567623" y="6092825"/>
                        <a:ext cx="779145" cy="47371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ags/tag1.xml><?xml version="1.0" encoding="utf-8"?>
<p:tagLst xmlns:p="http://schemas.openxmlformats.org/presentationml/2006/main">
  <p:tag name="TABLE_ENDDRAG_ORIGIN_RECT" val="546*238"/>
  <p:tag name="TABLE_ENDDRAG_RECT" val="216*215*546*238"/>
</p:tagLst>
</file>

<file path=ppt/tags/tag2.xml><?xml version="1.0" encoding="utf-8"?>
<p:tagLst xmlns:p="http://schemas.openxmlformats.org/presentationml/2006/main">
  <p:tag name="KSO_WM_DIAGRAM_VIRTUALLY_FRAME" val="{&quot;height&quot;:277.14929133858266,&quot;left&quot;:126.72559055118109,&quot;top&quot;:87.25070866141732,&quot;width&quot;:186.84732283464564}"/>
</p:tagLst>
</file>

<file path=ppt/tags/tag3.xml><?xml version="1.0" encoding="utf-8"?>
<p:tagLst xmlns:p="http://schemas.openxmlformats.org/presentationml/2006/main">
  <p:tag name="KSO_WM_DIAGRAM_VIRTUALLY_FRAME" val="{&quot;height&quot;:277.14929133858266,&quot;left&quot;:126.72559055118109,&quot;top&quot;:87.25070866141732,&quot;width&quot;:186.84732283464564}"/>
</p:tagLst>
</file>

<file path=ppt/tags/tag4.xml><?xml version="1.0" encoding="utf-8"?>
<p:tagLst xmlns:p="http://schemas.openxmlformats.org/presentationml/2006/main">
  <p:tag name="KSO_WM_DIAGRAM_VIRTUALLY_FRAME" val="{&quot;height&quot;:277.14929133858266,&quot;left&quot;:126.72559055118109,&quot;top&quot;:87.25070866141732,&quot;width&quot;:186.84732283464564}"/>
</p:tagLst>
</file>

<file path=ppt/tags/tag5.xml><?xml version="1.0" encoding="utf-8"?>
<p:tagLst xmlns:p="http://schemas.openxmlformats.org/presentationml/2006/main">
  <p:tag name="KSO_WM_DIAGRAM_VIRTUALLY_FRAME" val="{&quot;height&quot;:277.14929133858266,&quot;left&quot;:126.72559055118109,&quot;top&quot;:87.25070866141732,&quot;width&quot;:186.84732283464564}"/>
</p:tagLst>
</file>

<file path=ppt/tags/tag6.xml><?xml version="1.0" encoding="utf-8"?>
<p:tagLst xmlns:p="http://schemas.openxmlformats.org/presentationml/2006/main">
  <p:tag name="KSO_WM_DIAGRAM_VIRTUALLY_FRAME" val="{&quot;height&quot;:277.14929133858266,&quot;left&quot;:126.72559055118109,&quot;top&quot;:87.25070866141732,&quot;width&quot;:186.84732283464564}"/>
</p:tagLst>
</file>

<file path=ppt/tags/tag7.xml><?xml version="1.0" encoding="utf-8"?>
<p:tagLst xmlns:p="http://schemas.openxmlformats.org/presentationml/2006/main">
  <p:tag name="KSO_WM_DIAGRAM_VIRTUALLY_FRAME" val="{&quot;height&quot;:277.14929133858266,&quot;left&quot;:126.72559055118109,&quot;top&quot;:87.25070866141732,&quot;width&quot;:186.84732283464564}"/>
</p:tagLst>
</file>

<file path=ppt/tags/tag8.xml><?xml version="1.0" encoding="utf-8"?>
<p:tagLst xmlns:p="http://schemas.openxmlformats.org/presentationml/2006/main">
  <p:tag name="KSO_WM_DIAGRAM_VIRTUALLY_FRAME" val="{&quot;height&quot;:277.14929133858266,&quot;left&quot;:126.72559055118109,&quot;top&quot;:87.25070866141732,&quot;width&quot;:186.84732283464564}"/>
</p:tagLst>
</file>

<file path=ppt/tags/tag9.xml><?xml version="1.0" encoding="utf-8"?>
<p:tagLst xmlns:p="http://schemas.openxmlformats.org/presentationml/2006/main">
  <p:tag name="KSO_WM_DIAGRAM_VIRTUALLY_FRAME" val="{&quot;height&quot;:386.19929133858267,&quot;left&quot;:126.72559055118109,&quot;top&quot;:87.25070866141732,&quot;width&quot;:186.8473228346457}"/>
</p:tagLst>
</file>

<file path=ppt/tags/tag10.xml><?xml version="1.0" encoding="utf-8"?>
<p:tagLst xmlns:p="http://schemas.openxmlformats.org/presentationml/2006/main">
  <p:tag name="KSO_WM_DIAGRAM_VIRTUALLY_FRAME" val="{&quot;height&quot;:386.19929133858267,&quot;left&quot;:126.72559055118109,&quot;top&quot;:87.25070866141732,&quot;width&quot;:186.8473228346457}"/>
</p:tagLst>
</file>

<file path=ppt/tags/tag11.xml><?xml version="1.0" encoding="utf-8"?>
<p:tagLst xmlns:p="http://schemas.openxmlformats.org/presentationml/2006/main">
  <p:tag name="KSO_WM_DIAGRAM_VIRTUALLY_FRAME" val="{&quot;height&quot;:396.25,&quot;left&quot;:115.4,&quot;top&quot;:77.2,&quot;width&quot;:198.17291338582672}"/>
</p:tagLst>
</file>

<file path=ppt/tags/tag12.xml><?xml version="1.0" encoding="utf-8"?>
<p:tagLst xmlns:p="http://schemas.openxmlformats.org/presentationml/2006/main">
  <p:tag name="KSO_WM_DIAGRAM_VIRTUALLY_FRAME" val="{&quot;height&quot;:396.25,&quot;left&quot;:115.4,&quot;top&quot;:77.2,&quot;width&quot;:198.17291338582672}"/>
</p:tagLst>
</file>

<file path=ppt/tags/tag13.xml><?xml version="1.0" encoding="utf-8"?>
<p:tagLst xmlns:p="http://schemas.openxmlformats.org/presentationml/2006/main">
  <p:tag name="KSO_WM_DIAGRAM_VIRTUALLY_FRAME" val="{&quot;height&quot;:396.25,&quot;left&quot;:115.4,&quot;top&quot;:77.2,&quot;width&quot;:198.17291338582672}"/>
</p:tagLst>
</file>

<file path=ppt/tags/tag14.xml><?xml version="1.0" encoding="utf-8"?>
<p:tagLst xmlns:p="http://schemas.openxmlformats.org/presentationml/2006/main">
  <p:tag name="KSO_WM_DIAGRAM_VIRTUALLY_FRAME" val="{&quot;height&quot;:396.25,&quot;left&quot;:115.4,&quot;top&quot;:77.2,&quot;width&quot;:198.17291338582672}"/>
</p:tagLst>
</file>

<file path=ppt/tags/tag15.xml><?xml version="1.0" encoding="utf-8"?>
<p:tagLst xmlns:p="http://schemas.openxmlformats.org/presentationml/2006/main">
  <p:tag name="KSO_WM_DIAGRAM_VIRTUALLY_FRAME" val="{&quot;height&quot;:396.25,&quot;left&quot;:115.4,&quot;top&quot;:77.2,&quot;width&quot;:198.17291338582672}"/>
</p:tagLst>
</file>

<file path=ppt/tags/tag16.xml><?xml version="1.0" encoding="utf-8"?>
<p:tagLst xmlns:p="http://schemas.openxmlformats.org/presentationml/2006/main">
  <p:tag name="KSO_WM_DIAGRAM_VIRTUALLY_FRAME" val="{&quot;height&quot;:396.25,&quot;left&quot;:115.4,&quot;top&quot;:77.2,&quot;width&quot;:198.17291338582672}"/>
</p:tagLst>
</file>

<file path=ppt/tags/tag17.xml><?xml version="1.0" encoding="utf-8"?>
<p:tagLst xmlns:p="http://schemas.openxmlformats.org/presentationml/2006/main">
  <p:tag name="KSO_WM_DIAGRAM_VIRTUALLY_FRAME" val="{&quot;height&quot;:396.25,&quot;left&quot;:115.4,&quot;top&quot;:77.2,&quot;width&quot;:198.17291338582672}"/>
</p:tagLst>
</file>

<file path=ppt/tags/tag18.xml><?xml version="1.0" encoding="utf-8"?>
<p:tagLst xmlns:p="http://schemas.openxmlformats.org/presentationml/2006/main">
  <p:tag name="KSO_WM_DIAGRAM_VIRTUALLY_FRAME" val="{&quot;height&quot;:396.25,&quot;left&quot;:115.4,&quot;top&quot;:77.2,&quot;width&quot;:198.17291338582672}"/>
</p:tagLst>
</file>

<file path=ppt/tags/tag19.xml><?xml version="1.0" encoding="utf-8"?>
<p:tagLst xmlns:p="http://schemas.openxmlformats.org/presentationml/2006/main">
  <p:tag name="KSO_WM_DIAGRAM_VIRTUALLY_FRAME" val="{&quot;height&quot;:118.6,&quot;left&quot;:172.45007874015744,&quot;top&quot;:167.92503937007874,&quot;width&quot;:645.4}"/>
</p:tagLst>
</file>

<file path=ppt/tags/tag20.xml><?xml version="1.0" encoding="utf-8"?>
<p:tagLst xmlns:p="http://schemas.openxmlformats.org/presentationml/2006/main">
  <p:tag name="KSO_WM_DIAGRAM_VIRTUALLY_FRAME" val="{&quot;height&quot;:396.25,&quot;left&quot;:115.4,&quot;top&quot;:77.2,&quot;width&quot;:198.17291338582672}"/>
</p:tagLst>
</file>

<file path=ppt/tags/tag21.xml><?xml version="1.0" encoding="utf-8"?>
<p:tagLst xmlns:p="http://schemas.openxmlformats.org/presentationml/2006/main">
  <p:tag name="KSO_WM_DIAGRAM_VIRTUALLY_FRAME" val="{&quot;height&quot;:396.25,&quot;left&quot;:115.4,&quot;top&quot;:77.2,&quot;width&quot;:198.17291338582672}"/>
</p:tagLst>
</file>

<file path=ppt/tags/tag22.xml><?xml version="1.0" encoding="utf-8"?>
<p:tagLst xmlns:p="http://schemas.openxmlformats.org/presentationml/2006/main">
  <p:tag name="KSO_WM_DIAGRAM_VIRTUALLY_FRAME" val="{&quot;height&quot;:396.25,&quot;left&quot;:115.4,&quot;top&quot;:77.2,&quot;width&quot;:198.17291338582672}"/>
</p:tagLst>
</file>

<file path=ppt/tags/tag23.xml><?xml version="1.0" encoding="utf-8"?>
<p:tagLst xmlns:p="http://schemas.openxmlformats.org/presentationml/2006/main">
  <p:tag name="KSO_WM_DIAGRAM_VIRTUALLY_FRAME" val="{&quot;height&quot;:217.92503937007874,&quot;left&quot;:207.82507874015747,&quot;top&quot;:65.9,&quot;width&quot;:623.7249212598425}"/>
</p:tagLst>
</file>

<file path=ppt/tags/tag24.xml><?xml version="1.0" encoding="utf-8"?>
<p:tagLst xmlns:p="http://schemas.openxmlformats.org/presentationml/2006/main">
  <p:tag name="KSO_WM_DIAGRAM_VIRTUALLY_FRAME" val="{&quot;height&quot;:396.25,&quot;left&quot;:115.4,&quot;top&quot;:77.2,&quot;width&quot;:198.17291338582672}"/>
</p:tagLst>
</file>

<file path=ppt/tags/tag25.xml><?xml version="1.0" encoding="utf-8"?>
<p:tagLst xmlns:p="http://schemas.openxmlformats.org/presentationml/2006/main">
  <p:tag name="KSO_WM_DIAGRAM_VIRTUALLY_FRAME" val="{&quot;height&quot;:217.92503937007874,&quot;left&quot;:207.82507874015747,&quot;top&quot;:65.9,&quot;width&quot;:623.7249212598425}"/>
</p:tagLst>
</file>

<file path=ppt/tags/tag26.xml><?xml version="1.0" encoding="utf-8"?>
<p:tagLst xmlns:p="http://schemas.openxmlformats.org/presentationml/2006/main">
  <p:tag name="KSO_WM_DIAGRAM_VIRTUALLY_FRAME" val="{&quot;height&quot;:396.25,&quot;left&quot;:115.4,&quot;top&quot;:77.2,&quot;width&quot;:198.17291338582672}"/>
</p:tagLst>
</file>

<file path=ppt/tags/tag27.xml><?xml version="1.0" encoding="utf-8"?>
<p:tagLst xmlns:p="http://schemas.openxmlformats.org/presentationml/2006/main">
  <p:tag name="KSO_WM_DIAGRAM_VIRTUALLY_FRAME" val="{&quot;height&quot;:217.92503937007874,&quot;left&quot;:207.82507874015747,&quot;top&quot;:65.9,&quot;width&quot;:623.7249212598425}"/>
</p:tagLst>
</file>

<file path=ppt/tags/tag28.xml><?xml version="1.0" encoding="utf-8"?>
<p:tagLst xmlns:p="http://schemas.openxmlformats.org/presentationml/2006/main">
  <p:tag name="KSO_WM_DIAGRAM_VIRTUALLY_FRAME" val="{&quot;height&quot;:396.25,&quot;left&quot;:115.4,&quot;top&quot;:77.2,&quot;width&quot;:198.17291338582672}"/>
</p:tagLst>
</file>

<file path=ppt/tags/tag29.xml><?xml version="1.0" encoding="utf-8"?>
<p:tagLst xmlns:p="http://schemas.openxmlformats.org/presentationml/2006/main">
  <p:tag name="KSO_WM_DIAGRAM_VIRTUALLY_FRAME" val="{&quot;height&quot;:217.92503937007874,&quot;left&quot;:207.82507874015747,&quot;top&quot;:65.9,&quot;width&quot;:623.7249212598425}"/>
</p:tagLst>
</file>

<file path=ppt/tags/tag30.xml><?xml version="1.0" encoding="utf-8"?>
<p:tagLst xmlns:p="http://schemas.openxmlformats.org/presentationml/2006/main">
  <p:tag name="KSO_WM_DIAGRAM_VIRTUALLY_FRAME" val="{&quot;height&quot;:217.92503937007874,&quot;left&quot;:207.82507874015747,&quot;top&quot;:65.9,&quot;width&quot;:623.7249212598425}"/>
</p:tagLst>
</file>

<file path=ppt/tags/tag31.xml><?xml version="1.0" encoding="utf-8"?>
<p:tagLst xmlns:p="http://schemas.openxmlformats.org/presentationml/2006/main">
  <p:tag name="KSO_WM_DIAGRAM_VIRTUALLY_FRAME" val="{&quot;height&quot;:217.92503937007874,&quot;left&quot;:207.82507874015747,&quot;top&quot;:65.9,&quot;width&quot;:623.7249212598425}"/>
</p:tagLst>
</file>

<file path=ppt/tags/tag32.xml><?xml version="1.0" encoding="utf-8"?>
<p:tagLst xmlns:p="http://schemas.openxmlformats.org/presentationml/2006/main">
  <p:tag name="KSO_WM_DIAGRAM_VIRTUALLY_FRAME" val="{&quot;height&quot;:396.25,&quot;left&quot;:115.4,&quot;top&quot;:77.2,&quot;width&quot;:198.17291338582672}"/>
</p:tagLst>
</file>

<file path=ppt/tags/tag33.xml><?xml version="1.0" encoding="utf-8"?>
<p:tagLst xmlns:p="http://schemas.openxmlformats.org/presentationml/2006/main">
  <p:tag name="KSO_WM_DIAGRAM_VIRTUALLY_FRAME" val="{&quot;height&quot;:396.25,&quot;left&quot;:115.4,&quot;top&quot;:77.2,&quot;width&quot;:198.17291338582672}"/>
</p:tagLst>
</file>

<file path=ppt/tags/tag34.xml><?xml version="1.0" encoding="utf-8"?>
<p:tagLst xmlns:p="http://schemas.openxmlformats.org/presentationml/2006/main">
  <p:tag name="KSO_WM_DIAGRAM_VIRTUALLY_FRAME" val="{&quot;height&quot;:396.25,&quot;left&quot;:115.4,&quot;top&quot;:77.2,&quot;width&quot;:198.17291338582672}"/>
</p:tagLst>
</file>

<file path=ppt/tags/tag35.xml><?xml version="1.0" encoding="utf-8"?>
<p:tagLst xmlns:p="http://schemas.openxmlformats.org/presentationml/2006/main">
  <p:tag name="KSO_WM_DIAGRAM_VIRTUALLY_FRAME" val="{&quot;height&quot;:217.92503937007874,&quot;left&quot;:207.82507874015747,&quot;top&quot;:65.9,&quot;width&quot;:623.7249212598425}"/>
</p:tagLst>
</file>

<file path=ppt/tags/tag36.xml><?xml version="1.0" encoding="utf-8"?>
<p:tagLst xmlns:p="http://schemas.openxmlformats.org/presentationml/2006/main">
  <p:tag name="KSO_WM_DIAGRAM_VIRTUALLY_FRAME" val="{&quot;height&quot;:396.25,&quot;left&quot;:115.4,&quot;top&quot;:77.2,&quot;width&quot;:198.17291338582672}"/>
</p:tagLst>
</file>

<file path=ppt/tags/tag37.xml><?xml version="1.0" encoding="utf-8"?>
<p:tagLst xmlns:p="http://schemas.openxmlformats.org/presentationml/2006/main">
  <p:tag name="KSO_WM_DIAGRAM_VIRTUALLY_FRAME" val="{&quot;height&quot;:217.92503937007874,&quot;left&quot;:207.82507874015747,&quot;top&quot;:65.9,&quot;width&quot;:623.7249212598425}"/>
</p:tagLst>
</file>

<file path=ppt/tags/tag38.xml><?xml version="1.0" encoding="utf-8"?>
<p:tagLst xmlns:p="http://schemas.openxmlformats.org/presentationml/2006/main">
  <p:tag name="KSO_WM_DIAGRAM_VIRTUALLY_FRAME" val="{&quot;height&quot;:396.25,&quot;left&quot;:115.4,&quot;top&quot;:77.2,&quot;width&quot;:198.17291338582672}"/>
</p:tagLst>
</file>

<file path=ppt/tags/tag39.xml><?xml version="1.0" encoding="utf-8"?>
<p:tagLst xmlns:p="http://schemas.openxmlformats.org/presentationml/2006/main">
  <p:tag name="KSO_WM_DIAGRAM_VIRTUALLY_FRAME" val="{&quot;height&quot;:396.25,&quot;left&quot;:115.4,&quot;top&quot;:77.2,&quot;width&quot;:198.17291338582672}"/>
</p:tagLst>
</file>

<file path=ppt/tags/tag40.xml><?xml version="1.0" encoding="utf-8"?>
<p:tagLst xmlns:p="http://schemas.openxmlformats.org/presentationml/2006/main">
  <p:tag name="KSO_WM_DIAGRAM_VIRTUALLY_FRAME" val="{&quot;height&quot;:217.92503937007874,&quot;left&quot;:207.82507874015747,&quot;top&quot;:65.9,&quot;width&quot;:623.7249212598425}"/>
</p:tagLst>
</file>

<file path=ppt/tags/tag41.xml><?xml version="1.0" encoding="utf-8"?>
<p:tagLst xmlns:p="http://schemas.openxmlformats.org/presentationml/2006/main">
  <p:tag name="KSO_WM_DIAGRAM_VIRTUALLY_FRAME" val="{&quot;height&quot;:217.92503937007874,&quot;left&quot;:207.82507874015747,&quot;top&quot;:65.9,&quot;width&quot;:623.7249212598425}"/>
</p:tagLst>
</file>

<file path=ppt/tags/tag42.xml><?xml version="1.0" encoding="utf-8"?>
<p:tagLst xmlns:p="http://schemas.openxmlformats.org/presentationml/2006/main">
  <p:tag name="KSO_WM_DIAGRAM_VIRTUALLY_FRAME" val="{&quot;height&quot;:396.25,&quot;left&quot;:115.4,&quot;top&quot;:77.2,&quot;width&quot;:198.17291338582672}"/>
</p:tagLst>
</file>

<file path=ppt/tags/tag43.xml><?xml version="1.0" encoding="utf-8"?>
<p:tagLst xmlns:p="http://schemas.openxmlformats.org/presentationml/2006/main">
  <p:tag name="KSO_WM_DIAGRAM_VIRTUALLY_FRAME" val="{&quot;height&quot;:396.25,&quot;left&quot;:115.4,&quot;top&quot;:77.2,&quot;width&quot;:198.17291338582672}"/>
</p:tagLst>
</file>

<file path=ppt/tags/tag44.xml><?xml version="1.0" encoding="utf-8"?>
<p:tagLst xmlns:p="http://schemas.openxmlformats.org/presentationml/2006/main">
  <p:tag name="KSO_WM_DIAGRAM_VIRTUALLY_FRAME" val="{&quot;height&quot;:396.25,&quot;left&quot;:115.4,&quot;top&quot;:77.2,&quot;width&quot;:198.17291338582672}"/>
</p:tagLst>
</file>

<file path=ppt/tags/tag45.xml><?xml version="1.0" encoding="utf-8"?>
<p:tagLst xmlns:p="http://schemas.openxmlformats.org/presentationml/2006/main">
  <p:tag name="KSO_WM_DIAGRAM_VIRTUALLY_FRAME" val="{&quot;height&quot;:217.92503937007874,&quot;left&quot;:207.82507874015747,&quot;top&quot;:65.9,&quot;width&quot;:623.7249212598425}"/>
</p:tagLst>
</file>

<file path=ppt/tags/tag46.xml><?xml version="1.0" encoding="utf-8"?>
<p:tagLst xmlns:p="http://schemas.openxmlformats.org/presentationml/2006/main">
  <p:tag name="KSO_WM_DIAGRAM_VIRTUALLY_FRAME" val="{&quot;height&quot;:396.25,&quot;left&quot;:115.4,&quot;top&quot;:77.2,&quot;width&quot;:198.17291338582672}"/>
</p:tagLst>
</file>

<file path=ppt/tags/tag47.xml><?xml version="1.0" encoding="utf-8"?>
<p:tagLst xmlns:p="http://schemas.openxmlformats.org/presentationml/2006/main">
  <p:tag name="KSO_WM_DIAGRAM_VIRTUALLY_FRAME" val="{&quot;height&quot;:396.25,&quot;left&quot;:115.4,&quot;top&quot;:77.2,&quot;width&quot;:198.17291338582672}"/>
</p:tagLst>
</file>

<file path=ppt/tags/tag48.xml><?xml version="1.0" encoding="utf-8"?>
<p:tagLst xmlns:p="http://schemas.openxmlformats.org/presentationml/2006/main">
  <p:tag name="KSO_WM_DIAGRAM_VIRTUALLY_FRAME" val="{&quot;height&quot;:396.25,&quot;left&quot;:115.4,&quot;top&quot;:77.2,&quot;width&quot;:198.17291338582672}"/>
</p:tagLst>
</file>

<file path=ppt/tags/tag49.xml><?xml version="1.0" encoding="utf-8"?>
<p:tagLst xmlns:p="http://schemas.openxmlformats.org/presentationml/2006/main">
  <p:tag name="KSO_WM_DIAGRAM_VIRTUALLY_FRAME" val="{&quot;height&quot;:217.92503937007874,&quot;left&quot;:207.82507874015747,&quot;top&quot;:65.9,&quot;width&quot;:623.7249212598425}"/>
</p:tagLst>
</file>

<file path=ppt/tags/tag50.xml><?xml version="1.0" encoding="utf-8"?>
<p:tagLst xmlns:p="http://schemas.openxmlformats.org/presentationml/2006/main">
  <p:tag name="KSO_WM_DIAGRAM_VIRTUALLY_FRAME" val="{&quot;height&quot;:217.92503937007874,&quot;left&quot;:207.82507874015747,&quot;top&quot;:65.9,&quot;width&quot;:623.7249212598425}"/>
</p:tagLst>
</file>

<file path=ppt/tags/tag51.xml><?xml version="1.0" encoding="utf-8"?>
<p:tagLst xmlns:p="http://schemas.openxmlformats.org/presentationml/2006/main">
  <p:tag name="KSO_WM_DIAGRAM_VIRTUALLY_FRAME" val="{&quot;height&quot;:217.92503937007874,&quot;left&quot;:207.82507874015747,&quot;top&quot;:65.9,&quot;width&quot;:623.7249212598425}"/>
</p:tagLst>
</file>

<file path=ppt/tags/tag52.xml><?xml version="1.0" encoding="utf-8"?>
<p:tagLst xmlns:p="http://schemas.openxmlformats.org/presentationml/2006/main">
  <p:tag name="KSO_WM_DIAGRAM_VIRTUALLY_FRAME" val="{&quot;height&quot;:396.25,&quot;left&quot;:115.4,&quot;top&quot;:77.2,&quot;width&quot;:198.17291338582672}"/>
</p:tagLst>
</file>

<file path=ppt/tags/tag53.xml><?xml version="1.0" encoding="utf-8"?>
<p:tagLst xmlns:p="http://schemas.openxmlformats.org/presentationml/2006/main">
  <p:tag name="KSO_WM_DIAGRAM_VIRTUALLY_FRAME" val="{&quot;height&quot;:396.25,&quot;left&quot;:115.4,&quot;top&quot;:77.2,&quot;width&quot;:198.17291338582672}"/>
</p:tagLst>
</file>

<file path=ppt/tags/tag54.xml><?xml version="1.0" encoding="utf-8"?>
<p:tagLst xmlns:p="http://schemas.openxmlformats.org/presentationml/2006/main">
  <p:tag name="KSO_WM_DIAGRAM_VIRTUALLY_FRAME" val="{&quot;height&quot;:396.25,&quot;left&quot;:115.4,&quot;top&quot;:77.2,&quot;width&quot;:198.17291338582672}"/>
</p:tagLst>
</file>

<file path=ppt/tags/tag55.xml><?xml version="1.0" encoding="utf-8"?>
<p:tagLst xmlns:p="http://schemas.openxmlformats.org/presentationml/2006/main">
  <p:tag name="KSO_WM_DIAGRAM_VIRTUALLY_FRAME" val="{&quot;height&quot;:396.25,&quot;left&quot;:115.4,&quot;top&quot;:77.2,&quot;width&quot;:198.17291338582672}"/>
</p:tagLst>
</file>

<file path=ppt/tags/tag56.xml><?xml version="1.0" encoding="utf-8"?>
<p:tagLst xmlns:p="http://schemas.openxmlformats.org/presentationml/2006/main">
  <p:tag name="KSO_WM_DIAGRAM_VIRTUALLY_FRAME" val="{&quot;height&quot;:217.92503937007874,&quot;left&quot;:207.82507874015747,&quot;top&quot;:65.9,&quot;width&quot;:623.7249212598425}"/>
</p:tagLst>
</file>

<file path=ppt/tags/tag57.xml><?xml version="1.0" encoding="utf-8"?>
<p:tagLst xmlns:p="http://schemas.openxmlformats.org/presentationml/2006/main">
  <p:tag name="KSO_WM_DIAGRAM_VIRTUALLY_FRAME" val="{&quot;height&quot;:396.25,&quot;left&quot;:115.4,&quot;top&quot;:77.2,&quot;width&quot;:198.17291338582672}"/>
</p:tagLst>
</file>

<file path=ppt/tags/tag58.xml><?xml version="1.0" encoding="utf-8"?>
<p:tagLst xmlns:p="http://schemas.openxmlformats.org/presentationml/2006/main">
  <p:tag name="KSO_WM_DIAGRAM_VIRTUALLY_FRAME" val="{&quot;height&quot;:217.92503937007874,&quot;left&quot;:207.82507874015747,&quot;top&quot;:65.9,&quot;width&quot;:623.7249212598425}"/>
</p:tagLst>
</file>

<file path=ppt/tags/tag59.xml><?xml version="1.0" encoding="utf-8"?>
<p:tagLst xmlns:p="http://schemas.openxmlformats.org/presentationml/2006/main">
  <p:tag name="KSO_WM_DIAGRAM_VIRTUALLY_FRAME" val="{&quot;height&quot;:217.92503937007874,&quot;left&quot;:207.82507874015747,&quot;top&quot;:65.9,&quot;width&quot;:623.7249212598425}"/>
</p:tagLst>
</file>

<file path=ppt/tags/tag60.xml><?xml version="1.0" encoding="utf-8"?>
<p:tagLst xmlns:p="http://schemas.openxmlformats.org/presentationml/2006/main">
  <p:tag name="KSO_WM_DIAGRAM_VIRTUALLY_FRAME" val="{&quot;height&quot;:217.92503937007874,&quot;left&quot;:207.82507874015747,&quot;top&quot;:65.9,&quot;width&quot;:623.7249212598425}"/>
</p:tagLst>
</file>

<file path=ppt/tags/tag61.xml><?xml version="1.0" encoding="utf-8"?>
<p:tagLst xmlns:p="http://schemas.openxmlformats.org/presentationml/2006/main">
  <p:tag name="KSO_WM_DIAGRAM_VIRTUALLY_FRAME" val="{&quot;height&quot;:396.25,&quot;left&quot;:115.4,&quot;top&quot;:77.2,&quot;width&quot;:198.17291338582672}"/>
</p:tagLst>
</file>

<file path=ppt/tags/tag62.xml><?xml version="1.0" encoding="utf-8"?>
<p:tagLst xmlns:p="http://schemas.openxmlformats.org/presentationml/2006/main">
  <p:tag name="KSO_WM_DIAGRAM_VIRTUALLY_FRAME" val="{&quot;height&quot;:396.25,&quot;left&quot;:115.4,&quot;top&quot;:77.2,&quot;width&quot;:198.17291338582672}"/>
</p:tagLst>
</file>

<file path=ppt/tags/tag63.xml><?xml version="1.0" encoding="utf-8"?>
<p:tagLst xmlns:p="http://schemas.openxmlformats.org/presentationml/2006/main">
  <p:tag name="KSO_WM_DIAGRAM_VIRTUALLY_FRAME" val="{&quot;height&quot;:217.92503937007874,&quot;left&quot;:207.82507874015747,&quot;top&quot;:65.9,&quot;width&quot;:623.7249212598425}"/>
</p:tagLst>
</file>

<file path=ppt/tags/tag64.xml><?xml version="1.0" encoding="utf-8"?>
<p:tagLst xmlns:p="http://schemas.openxmlformats.org/presentationml/2006/main">
  <p:tag name="KSO_WM_DIAGRAM_VIRTUALLY_FRAME" val="{&quot;height&quot;:217.92503937007874,&quot;left&quot;:207.82507874015747,&quot;top&quot;:65.9,&quot;width&quot;:623.7249212598425}"/>
</p:tagLst>
</file>

<file path=ppt/tags/tag65.xml><?xml version="1.0" encoding="utf-8"?>
<p:tagLst xmlns:p="http://schemas.openxmlformats.org/presentationml/2006/main">
  <p:tag name="KSO_WM_DIAGRAM_VIRTUALLY_FRAME" val="{&quot;height&quot;:217.92503937007874,&quot;left&quot;:207.82507874015747,&quot;top&quot;:65.9,&quot;width&quot;:623.7249212598425}"/>
</p:tagLst>
</file>

<file path=ppt/tags/tag66.xml><?xml version="1.0" encoding="utf-8"?>
<p:tagLst xmlns:p="http://schemas.openxmlformats.org/presentationml/2006/main">
  <p:tag name="KSO_WM_DIAGRAM_VIRTUALLY_FRAME" val="{&quot;height&quot;:217.92503937007874,&quot;left&quot;:207.82507874015747,&quot;top&quot;:65.9,&quot;width&quot;:623.7249212598425}"/>
</p:tagLst>
</file>

<file path=ppt/tags/tag67.xml><?xml version="1.0" encoding="utf-8"?>
<p:tagLst xmlns:p="http://schemas.openxmlformats.org/presentationml/2006/main">
  <p:tag name="KSO_WM_DIAGRAM_VIRTUALLY_FRAME" val="{&quot;height&quot;:396.25,&quot;left&quot;:115.4,&quot;top&quot;:77.2,&quot;width&quot;:198.17291338582672}"/>
</p:tagLst>
</file>

<file path=ppt/tags/tag68.xml><?xml version="1.0" encoding="utf-8"?>
<p:tagLst xmlns:p="http://schemas.openxmlformats.org/presentationml/2006/main">
  <p:tag name="KSO_WM_DIAGRAM_VIRTUALLY_FRAME" val="{&quot;height&quot;:217.92503937007874,&quot;left&quot;:207.82507874015747,&quot;top&quot;:65.9,&quot;width&quot;:623.7249212598425}"/>
</p:tagLst>
</file>

<file path=ppt/tags/tag69.xml><?xml version="1.0" encoding="utf-8"?>
<p:tagLst xmlns:p="http://schemas.openxmlformats.org/presentationml/2006/main">
  <p:tag name="KSO_WM_DIAGRAM_VIRTUALLY_FRAME" val="{&quot;height&quot;:217.92503937007874,&quot;left&quot;:207.82507874015747,&quot;top&quot;:65.9,&quot;width&quot;:623.7249212598425}"/>
</p:tagLst>
</file>

<file path=ppt/tags/tag70.xml><?xml version="1.0" encoding="utf-8"?>
<p:tagLst xmlns:p="http://schemas.openxmlformats.org/presentationml/2006/main">
  <p:tag name="KSO_WM_DIAGRAM_VIRTUALLY_FRAME" val="{&quot;height&quot;:217.92503937007874,&quot;left&quot;:207.82507874015747,&quot;top&quot;:65.9,&quot;width&quot;:623.7249212598425}"/>
</p:tagLst>
</file>

<file path=ppt/tags/tag71.xml><?xml version="1.0" encoding="utf-8"?>
<p:tagLst xmlns:p="http://schemas.openxmlformats.org/presentationml/2006/main">
  <p:tag name="KSO_WM_DIAGRAM_VIRTUALLY_FRAME" val="{&quot;height&quot;:217.92503937007874,&quot;left&quot;:207.82507874015747,&quot;top&quot;:65.9,&quot;width&quot;:623.7249212598425}"/>
</p:tagLst>
</file>

<file path=ppt/tags/tag72.xml><?xml version="1.0" encoding="utf-8"?>
<p:tagLst xmlns:p="http://schemas.openxmlformats.org/presentationml/2006/main">
  <p:tag name="KSO_WM_DIAGRAM_VIRTUALLY_FRAME" val="{&quot;height&quot;:217.92503937007874,&quot;left&quot;:207.82507874015747,&quot;top&quot;:65.9,&quot;width&quot;:623.7249212598425}"/>
</p:tagLst>
</file>

<file path=ppt/tags/tag73.xml><?xml version="1.0" encoding="utf-8"?>
<p:tagLst xmlns:p="http://schemas.openxmlformats.org/presentationml/2006/main">
  <p:tag name="KSO_WM_DIAGRAM_VIRTUALLY_FRAME" val="{&quot;height&quot;:217.92503937007874,&quot;left&quot;:207.82507874015747,&quot;top&quot;:65.9,&quot;width&quot;:623.7249212598425}"/>
</p:tagLst>
</file>

<file path=ppt/tags/tag74.xml><?xml version="1.0" encoding="utf-8"?>
<p:tagLst xmlns:p="http://schemas.openxmlformats.org/presentationml/2006/main">
  <p:tag name="KSO_WM_DIAGRAM_VIRTUALLY_FRAME" val="{&quot;height&quot;:396.25,&quot;left&quot;:115.4,&quot;top&quot;:77.2,&quot;width&quot;:198.17291338582672}"/>
</p:tagLst>
</file>

<file path=ppt/tags/tag75.xml><?xml version="1.0" encoding="utf-8"?>
<p:tagLst xmlns:p="http://schemas.openxmlformats.org/presentationml/2006/main">
  <p:tag name="KSO_WM_DIAGRAM_VIRTUALLY_FRAME" val="{&quot;height&quot;:217.92503937007874,&quot;left&quot;:207.82507874015747,&quot;top&quot;:65.9,&quot;width&quot;:623.7249212598425}"/>
</p:tagLst>
</file>

<file path=ppt/tags/tag76.xml><?xml version="1.0" encoding="utf-8"?>
<p:tagLst xmlns:p="http://schemas.openxmlformats.org/presentationml/2006/main">
  <p:tag name="KSO_WM_DIAGRAM_VIRTUALLY_FRAME" val="{&quot;height&quot;:217.92503937007874,&quot;left&quot;:207.82507874015747,&quot;top&quot;:65.9,&quot;width&quot;:623.7249212598425}"/>
</p:tagLst>
</file>

<file path=ppt/tags/tag77.xml><?xml version="1.0" encoding="utf-8"?>
<p:tagLst xmlns:p="http://schemas.openxmlformats.org/presentationml/2006/main">
  <p:tag name="KSO_WM_DIAGRAM_VIRTUALLY_FRAME" val="{&quot;height&quot;:217.92503937007874,&quot;left&quot;:207.82507874015747,&quot;top&quot;:65.9,&quot;width&quot;:623.7249212598425}"/>
</p:tagLst>
</file>

<file path=ppt/tags/tag78.xml><?xml version="1.0" encoding="utf-8"?>
<p:tagLst xmlns:p="http://schemas.openxmlformats.org/presentationml/2006/main">
  <p:tag name="KSO_WM_DIAGRAM_VIRTUALLY_FRAME" val="{&quot;height&quot;:217.92503937007874,&quot;left&quot;:207.82507874015747,&quot;top&quot;:65.9,&quot;width&quot;:623.7249212598425}"/>
</p:tagLst>
</file>

<file path=ppt/tags/tag79.xml><?xml version="1.0" encoding="utf-8"?>
<p:tagLst xmlns:p="http://schemas.openxmlformats.org/presentationml/2006/main">
  <p:tag name="KSO_WM_DIAGRAM_VIRTUALLY_FRAME" val="{&quot;height&quot;:217.92503937007874,&quot;left&quot;:207.82507874015747,&quot;top&quot;:65.9,&quot;width&quot;:623.7249212598425}"/>
</p:tagLst>
</file>

<file path=ppt/tags/tag80.xml><?xml version="1.0" encoding="utf-8"?>
<p:tagLst xmlns:p="http://schemas.openxmlformats.org/presentationml/2006/main">
  <p:tag name="KSO_WM_DIAGRAM_VIRTUALLY_FRAME" val="{&quot;height&quot;:217.92503937007874,&quot;left&quot;:207.82507874015747,&quot;top&quot;:65.9,&quot;width&quot;:623.7249212598425}"/>
</p:tagLst>
</file>

<file path=ppt/tags/tag81.xml><?xml version="1.0" encoding="utf-8"?>
<p:tagLst xmlns:p="http://schemas.openxmlformats.org/presentationml/2006/main">
  <p:tag name="KSO_WM_DIAGRAM_VIRTUALLY_FRAME" val="{&quot;height&quot;:217.92503937007874,&quot;left&quot;:207.82507874015747,&quot;top&quot;:65.9,&quot;width&quot;:623.7249212598425}"/>
</p:tagLst>
</file>

<file path=ppt/tags/tag82.xml><?xml version="1.0" encoding="utf-8"?>
<p:tagLst xmlns:p="http://schemas.openxmlformats.org/presentationml/2006/main">
  <p:tag name="KSO_WM_DIAGRAM_VIRTUALLY_FRAME" val="{&quot;height&quot;:217.92503937007874,&quot;left&quot;:207.82507874015747,&quot;top&quot;:65.9,&quot;width&quot;:623.7249212598425}"/>
</p:tagLst>
</file>

<file path=ppt/tags/tag83.xml><?xml version="1.0" encoding="utf-8"?>
<p:tagLst xmlns:p="http://schemas.openxmlformats.org/presentationml/2006/main">
  <p:tag name="KSO_WM_DIAGRAM_VIRTUALLY_FRAME" val="{&quot;height&quot;:217.92503937007874,&quot;left&quot;:207.82507874015747,&quot;top&quot;:65.9,&quot;width&quot;:623.7249212598425}"/>
</p:tagLst>
</file>

<file path=ppt/tags/tag84.xml><?xml version="1.0" encoding="utf-8"?>
<p:tagLst xmlns:p="http://schemas.openxmlformats.org/presentationml/2006/main">
  <p:tag name="KSO_WM_DIAGRAM_VIRTUALLY_FRAME" val="{&quot;height&quot;:217.92503937007874,&quot;left&quot;:207.82507874015747,&quot;top&quot;:65.9,&quot;width&quot;:623.7249212598425}"/>
</p:tagLst>
</file>

<file path=ppt/tags/tag85.xml><?xml version="1.0" encoding="utf-8"?>
<p:tagLst xmlns:p="http://schemas.openxmlformats.org/presentationml/2006/main">
  <p:tag name="KSO_WM_DIAGRAM_VIRTUALLY_FRAME" val="{&quot;height&quot;:217.92503937007874,&quot;left&quot;:207.82507874015747,&quot;top&quot;:65.9,&quot;width&quot;:623.7249212598425}"/>
</p:tagLst>
</file>

<file path=ppt/tags/tag86.xml><?xml version="1.0" encoding="utf-8"?>
<p:tagLst xmlns:p="http://schemas.openxmlformats.org/presentationml/2006/main">
  <p:tag name="KSO_WM_DIAGRAM_VIRTUALLY_FRAME" val="{&quot;height&quot;:217.92503937007874,&quot;left&quot;:207.82507874015747,&quot;top&quot;:65.9,&quot;width&quot;:623.7249212598425}"/>
</p:tagLst>
</file>

<file path=ppt/tags/tag87.xml><?xml version="1.0" encoding="utf-8"?>
<p:tagLst xmlns:p="http://schemas.openxmlformats.org/presentationml/2006/main">
  <p:tag name="KSO_WM_DIAGRAM_VIRTUALLY_FRAME" val="{&quot;height&quot;:396.25,&quot;left&quot;:115.4,&quot;top&quot;:77.2,&quot;width&quot;:198.17291338582672}"/>
</p:tagLst>
</file>

<file path=ppt/tags/tag88.xml><?xml version="1.0" encoding="utf-8"?>
<p:tagLst xmlns:p="http://schemas.openxmlformats.org/presentationml/2006/main">
  <p:tag name="KSO_WM_DIAGRAM_VIRTUALLY_FRAME" val="{&quot;height&quot;:217.92503937007874,&quot;left&quot;:207.82507874015747,&quot;top&quot;:65.9,&quot;width&quot;:623.7249212598425}"/>
</p:tagLst>
</file>

<file path=ppt/tags/tag89.xml><?xml version="1.0" encoding="utf-8"?>
<p:tagLst xmlns:p="http://schemas.openxmlformats.org/presentationml/2006/main">
  <p:tag name="KSO_WM_DIAGRAM_VIRTUALLY_FRAME" val="{&quot;height&quot;:217.92503937007874,&quot;left&quot;:207.82507874015747,&quot;top&quot;:65.9,&quot;width&quot;:623.7249212598425}"/>
</p:tagLst>
</file>

<file path=ppt/tags/tag90.xml><?xml version="1.0" encoding="utf-8"?>
<p:tagLst xmlns:p="http://schemas.openxmlformats.org/presentationml/2006/main">
  <p:tag name="KSO_WM_DIAGRAM_VIRTUALLY_FRAME" val="{&quot;height&quot;:217.92503937007874,&quot;left&quot;:207.82507874015747,&quot;top&quot;:65.9,&quot;width&quot;:623.7249212598425}"/>
</p:tagLst>
</file>

<file path=ppt/tags/tag91.xml><?xml version="1.0" encoding="utf-8"?>
<p:tagLst xmlns:p="http://schemas.openxmlformats.org/presentationml/2006/main">
  <p:tag name="KSO_WM_DIAGRAM_VIRTUALLY_FRAME" val="{&quot;height&quot;:217.92503937007874,&quot;left&quot;:207.82507874015747,&quot;top&quot;:65.9,&quot;width&quot;:623.7249212598425}"/>
</p:tagLst>
</file>

<file path=ppt/tags/tag92.xml><?xml version="1.0" encoding="utf-8"?>
<p:tagLst xmlns:p="http://schemas.openxmlformats.org/presentationml/2006/main">
  <p:tag name="KSO_WM_DIAGRAM_VIRTUALLY_FRAME" val="{&quot;height&quot;:217.92503937007874,&quot;left&quot;:207.82507874015747,&quot;top&quot;:65.9,&quot;width&quot;:623.7249212598425}"/>
</p:tagLst>
</file>

<file path=ppt/tags/tag93.xml><?xml version="1.0" encoding="utf-8"?>
<p:tagLst xmlns:p="http://schemas.openxmlformats.org/presentationml/2006/main">
  <p:tag name="KSO_WM_DIAGRAM_VIRTUALLY_FRAME" val="{&quot;height&quot;:217.92503937007874,&quot;left&quot;:207.82507874015747,&quot;top&quot;:65.9,&quot;width&quot;:623.7249212598425}"/>
</p:tagLst>
</file>

<file path=ppt/tags/tag94.xml><?xml version="1.0" encoding="utf-8"?>
<p:tagLst xmlns:p="http://schemas.openxmlformats.org/presentationml/2006/main">
  <p:tag name="KSO_WM_DIAGRAM_VIRTUALLY_FRAME" val="{&quot;height&quot;:217.92503937007874,&quot;left&quot;:207.82507874015747,&quot;top&quot;:65.9,&quot;width&quot;:623.7249212598425}"/>
</p:tagLst>
</file>

<file path=ppt/tags/tag95.xml><?xml version="1.0" encoding="utf-8"?>
<p:tagLst xmlns:p="http://schemas.openxmlformats.org/presentationml/2006/main">
  <p:tag name="KSO_WM_DIAGRAM_VIRTUALLY_FRAME" val="{&quot;height&quot;:217.92503937007874,&quot;left&quot;:207.82507874015747,&quot;top&quot;:65.9,&quot;width&quot;:623.7249212598425}"/>
</p:tagLst>
</file>

<file path=ppt/tags/tag96.xml><?xml version="1.0" encoding="utf-8"?>
<p:tagLst xmlns:p="http://schemas.openxmlformats.org/presentationml/2006/main">
  <p:tag name="KSO_WM_DIAGRAM_VIRTUALLY_FRAME" val="{&quot;height&quot;:217.92503937007874,&quot;left&quot;:207.82507874015747,&quot;top&quot;:65.9,&quot;width&quot;:623.7249212598425}"/>
</p:tagLst>
</file>

<file path=ppt/tags/tag97.xml><?xml version="1.0" encoding="utf-8"?>
<p:tagLst xmlns:p="http://schemas.openxmlformats.org/presentationml/2006/main">
  <p:tag name="KSO_WM_DIAGRAM_VIRTUALLY_FRAME" val="{&quot;height&quot;:217.92503937007874,&quot;left&quot;:207.82507874015747,&quot;top&quot;:65.9,&quot;width&quot;:623.7249212598425}"/>
</p:tagLst>
</file>

<file path=ppt/tags/tag98.xml><?xml version="1.0" encoding="utf-8"?>
<p:tagLst xmlns:p="http://schemas.openxmlformats.org/presentationml/2006/main">
  <p:tag name="KSO_WM_DIAGRAM_VIRTUALLY_FRAME" val="{&quot;height&quot;:217.92503937007874,&quot;left&quot;:207.82507874015747,&quot;top&quot;:65.9,&quot;width&quot;:623.7249212598425}"/>
</p:tagLst>
</file>

<file path=ppt/tags/tag99.xml><?xml version="1.0" encoding="utf-8"?>
<p:tagLst xmlns:p="http://schemas.openxmlformats.org/presentationml/2006/main">
  <p:tag name="KSO_WM_DIAGRAM_VIRTUALLY_FRAME" val="{&quot;height&quot;:217.92503937007874,&quot;left&quot;:207.82507874015747,&quot;top&quot;:65.9,&quot;width&quot;:623.7249212598425}"/>
</p:tagLst>
</file>

<file path=ppt/tags/tag100.xml><?xml version="1.0" encoding="utf-8"?>
<p:tagLst xmlns:p="http://schemas.openxmlformats.org/presentationml/2006/main">
  <p:tag name="KSO_WM_DIAGRAM_VIRTUALLY_FRAME" val="{&quot;height&quot;:217.92503937007874,&quot;left&quot;:207.82507874015747,&quot;top&quot;:65.9,&quot;width&quot;:623.7249212598425}"/>
</p:tagLst>
</file>

<file path=ppt/tags/tag101.xml><?xml version="1.0" encoding="utf-8"?>
<p:tagLst xmlns:p="http://schemas.openxmlformats.org/presentationml/2006/main">
  <p:tag name="KSO_WM_DIAGRAM_VIRTUALLY_FRAME" val="{&quot;height&quot;:217.92503937007874,&quot;left&quot;:207.82507874015747,&quot;top&quot;:65.9,&quot;width&quot;:623.7249212598425}"/>
</p:tagLst>
</file>

<file path=ppt/tags/tag102.xml><?xml version="1.0" encoding="utf-8"?>
<p:tagLst xmlns:p="http://schemas.openxmlformats.org/presentationml/2006/main">
  <p:tag name="KSO_WM_DIAGRAM_VIRTUALLY_FRAME" val="{&quot;height&quot;:396.25,&quot;left&quot;:115.4,&quot;top&quot;:77.2,&quot;width&quot;:198.17291338582672}"/>
</p:tagLst>
</file>

<file path=ppt/tags/tag103.xml><?xml version="1.0" encoding="utf-8"?>
<p:tagLst xmlns:p="http://schemas.openxmlformats.org/presentationml/2006/main">
  <p:tag name="KSO_WM_DIAGRAM_VIRTUALLY_FRAME" val="{&quot;height&quot;:217.92503937007874,&quot;left&quot;:207.82507874015747,&quot;top&quot;:65.9,&quot;width&quot;:623.7249212598425}"/>
</p:tagLst>
</file>

<file path=ppt/tags/tag104.xml><?xml version="1.0" encoding="utf-8"?>
<p:tagLst xmlns:p="http://schemas.openxmlformats.org/presentationml/2006/main">
  <p:tag name="KSO_WM_DIAGRAM_VIRTUALLY_FRAME" val="{&quot;height&quot;:217.92503937007874,&quot;left&quot;:207.82507874015747,&quot;top&quot;:65.9,&quot;width&quot;:623.7249212598425}"/>
</p:tagLst>
</file>

<file path=ppt/tags/tag105.xml><?xml version="1.0" encoding="utf-8"?>
<p:tagLst xmlns:p="http://schemas.openxmlformats.org/presentationml/2006/main">
  <p:tag name="KSO_WM_DIAGRAM_VIRTUALLY_FRAME" val="{&quot;height&quot;:217.92503937007874,&quot;left&quot;:207.82507874015747,&quot;top&quot;:65.9,&quot;width&quot;:623.7249212598425}"/>
</p:tagLst>
</file>

<file path=ppt/tags/tag106.xml><?xml version="1.0" encoding="utf-8"?>
<p:tagLst xmlns:p="http://schemas.openxmlformats.org/presentationml/2006/main">
  <p:tag name="KSO_WM_DIAGRAM_VIRTUALLY_FRAME" val="{&quot;height&quot;:217.92503937007874,&quot;left&quot;:207.82507874015747,&quot;top&quot;:65.9,&quot;width&quot;:623.7249212598425}"/>
</p:tagLst>
</file>

<file path=ppt/tags/tag107.xml><?xml version="1.0" encoding="utf-8"?>
<p:tagLst xmlns:p="http://schemas.openxmlformats.org/presentationml/2006/main">
  <p:tag name="KSO_WM_DIAGRAM_VIRTUALLY_FRAME" val="{&quot;height&quot;:217.92503937007874,&quot;left&quot;:207.82507874015747,&quot;top&quot;:65.9,&quot;width&quot;:623.7249212598425}"/>
</p:tagLst>
</file>

<file path=ppt/tags/tag108.xml><?xml version="1.0" encoding="utf-8"?>
<p:tagLst xmlns:p="http://schemas.openxmlformats.org/presentationml/2006/main">
  <p:tag name="KSO_WM_DIAGRAM_VIRTUALLY_FRAME" val="{&quot;height&quot;:217.92503937007874,&quot;left&quot;:207.82507874015747,&quot;top&quot;:65.9,&quot;width&quot;:623.7249212598425}"/>
</p:tagLst>
</file>

<file path=ppt/tags/tag109.xml><?xml version="1.0" encoding="utf-8"?>
<p:tagLst xmlns:p="http://schemas.openxmlformats.org/presentationml/2006/main">
  <p:tag name="KSO_WM_DIAGRAM_VIRTUALLY_FRAME" val="{&quot;height&quot;:217.92503937007874,&quot;left&quot;:207.82507874015747,&quot;top&quot;:65.9,&quot;width&quot;:623.7249212598425}"/>
</p:tagLst>
</file>

<file path=ppt/tags/tag110.xml><?xml version="1.0" encoding="utf-8"?>
<p:tagLst xmlns:p="http://schemas.openxmlformats.org/presentationml/2006/main">
  <p:tag name="KSO_WM_DIAGRAM_VIRTUALLY_FRAME" val="{&quot;height&quot;:217.92503937007874,&quot;left&quot;:207.82507874015747,&quot;top&quot;:65.9,&quot;width&quot;:623.7249212598425}"/>
</p:tagLst>
</file>

<file path=ppt/tags/tag111.xml><?xml version="1.0" encoding="utf-8"?>
<p:tagLst xmlns:p="http://schemas.openxmlformats.org/presentationml/2006/main">
  <p:tag name="KSO_WM_DIAGRAM_VIRTUALLY_FRAME" val="{&quot;height&quot;:217.92503937007874,&quot;left&quot;:207.82507874015747,&quot;top&quot;:65.9,&quot;width&quot;:623.7249212598425}"/>
</p:tagLst>
</file>

<file path=ppt/tags/tag112.xml><?xml version="1.0" encoding="utf-8"?>
<p:tagLst xmlns:p="http://schemas.openxmlformats.org/presentationml/2006/main">
  <p:tag name="KSO_WM_DIAGRAM_VIRTUALLY_FRAME" val="{&quot;height&quot;:217.92503937007874,&quot;left&quot;:207.82507874015747,&quot;top&quot;:65.9,&quot;width&quot;:623.7249212598425}"/>
</p:tagLst>
</file>

<file path=ppt/tags/tag113.xml><?xml version="1.0" encoding="utf-8"?>
<p:tagLst xmlns:p="http://schemas.openxmlformats.org/presentationml/2006/main">
  <p:tag name="KSO_WM_DIAGRAM_VIRTUALLY_FRAME" val="{&quot;height&quot;:217.92503937007874,&quot;left&quot;:207.82507874015747,&quot;top&quot;:65.9,&quot;width&quot;:623.7249212598425}"/>
</p:tagLst>
</file>

<file path=ppt/tags/tag114.xml><?xml version="1.0" encoding="utf-8"?>
<p:tagLst xmlns:p="http://schemas.openxmlformats.org/presentationml/2006/main">
  <p:tag name="KSO_WM_DIAGRAM_VIRTUALLY_FRAME" val="{&quot;height&quot;:217.92503937007874,&quot;left&quot;:207.82507874015747,&quot;top&quot;:65.9,&quot;width&quot;:623.7249212598425}"/>
</p:tagLst>
</file>

<file path=ppt/tags/tag115.xml><?xml version="1.0" encoding="utf-8"?>
<p:tagLst xmlns:p="http://schemas.openxmlformats.org/presentationml/2006/main">
  <p:tag name="KSO_WM_DIAGRAM_VIRTUALLY_FRAME" val="{&quot;height&quot;:217.92503937007874,&quot;left&quot;:207.82507874015747,&quot;top&quot;:65.9,&quot;width&quot;:623.7249212598425}"/>
</p:tagLst>
</file>

<file path=ppt/tags/tag116.xml><?xml version="1.0" encoding="utf-8"?>
<p:tagLst xmlns:p="http://schemas.openxmlformats.org/presentationml/2006/main">
  <p:tag name="KSO_WM_DIAGRAM_VIRTUALLY_FRAME" val="{&quot;height&quot;:217.92503937007874,&quot;left&quot;:207.82507874015747,&quot;top&quot;:65.9,&quot;width&quot;:623.7249212598425}"/>
</p:tagLst>
</file>

<file path=ppt/tags/tag117.xml><?xml version="1.0" encoding="utf-8"?>
<p:tagLst xmlns:p="http://schemas.openxmlformats.org/presentationml/2006/main">
  <p:tag name="KSO_WM_DIAGRAM_VIRTUALLY_FRAME" val="{&quot;height&quot;:217.92503937007874,&quot;left&quot;:207.82507874015747,&quot;top&quot;:65.9,&quot;width&quot;:623.7249212598425}"/>
</p:tagLst>
</file>

<file path=ppt/tags/tag118.xml><?xml version="1.0" encoding="utf-8"?>
<p:tagLst xmlns:p="http://schemas.openxmlformats.org/presentationml/2006/main">
  <p:tag name="KSO_WM_DIAGRAM_VIRTUALLY_FRAME" val="{&quot;height&quot;:217.92503937007874,&quot;left&quot;:207.82507874015747,&quot;top&quot;:65.9,&quot;width&quot;:623.7249212598425}"/>
</p:tagLst>
</file>

<file path=ppt/tags/tag119.xml><?xml version="1.0" encoding="utf-8"?>
<p:tagLst xmlns:p="http://schemas.openxmlformats.org/presentationml/2006/main">
  <p:tag name="KSO_WM_DIAGRAM_VIRTUALLY_FRAME" val="{&quot;height&quot;:396.25,&quot;left&quot;:115.4,&quot;top&quot;:77.2,&quot;width&quot;:198.17291338582672}"/>
</p:tagLst>
</file>

<file path=ppt/tags/tag120.xml><?xml version="1.0" encoding="utf-8"?>
<p:tagLst xmlns:p="http://schemas.openxmlformats.org/presentationml/2006/main">
  <p:tag name="KSO_WM_DIAGRAM_VIRTUALLY_FRAME" val="{&quot;height&quot;:217.92503937007874,&quot;left&quot;:207.82507874015747,&quot;top&quot;:65.9,&quot;width&quot;:623.7249212598425}"/>
</p:tagLst>
</file>

<file path=ppt/tags/tag121.xml><?xml version="1.0" encoding="utf-8"?>
<p:tagLst xmlns:p="http://schemas.openxmlformats.org/presentationml/2006/main">
  <p:tag name="KSO_WM_DIAGRAM_VIRTUALLY_FRAME" val="{&quot;height&quot;:217.92503937007874,&quot;left&quot;:207.82507874015747,&quot;top&quot;:65.9,&quot;width&quot;:623.7249212598425}"/>
</p:tagLst>
</file>

<file path=ppt/tags/tag122.xml><?xml version="1.0" encoding="utf-8"?>
<p:tagLst xmlns:p="http://schemas.openxmlformats.org/presentationml/2006/main">
  <p:tag name="KSO_WM_DIAGRAM_VIRTUALLY_FRAME" val="{&quot;height&quot;:217.92503937007874,&quot;left&quot;:207.82507874015747,&quot;top&quot;:65.9,&quot;width&quot;:623.7249212598425}"/>
</p:tagLst>
</file>

<file path=ppt/tags/tag123.xml><?xml version="1.0" encoding="utf-8"?>
<p:tagLst xmlns:p="http://schemas.openxmlformats.org/presentationml/2006/main">
  <p:tag name="KSO_WM_DIAGRAM_VIRTUALLY_FRAME" val="{&quot;height&quot;:217.92503937007874,&quot;left&quot;:207.82507874015747,&quot;top&quot;:65.9,&quot;width&quot;:623.7249212598425}"/>
</p:tagLst>
</file>

<file path=ppt/tags/tag124.xml><?xml version="1.0" encoding="utf-8"?>
<p:tagLst xmlns:p="http://schemas.openxmlformats.org/presentationml/2006/main">
  <p:tag name="KSO_WM_DIAGRAM_VIRTUALLY_FRAME" val="{&quot;height&quot;:217.92503937007874,&quot;left&quot;:207.82507874015747,&quot;top&quot;:65.9,&quot;width&quot;:623.7249212598425}"/>
</p:tagLst>
</file>

<file path=ppt/tags/tag125.xml><?xml version="1.0" encoding="utf-8"?>
<p:tagLst xmlns:p="http://schemas.openxmlformats.org/presentationml/2006/main">
  <p:tag name="KSO_WM_DIAGRAM_VIRTUALLY_FRAME" val="{&quot;height&quot;:217.92503937007874,&quot;left&quot;:207.82507874015747,&quot;top&quot;:65.9,&quot;width&quot;:623.7249212598425}"/>
</p:tagLst>
</file>

<file path=ppt/tags/tag126.xml><?xml version="1.0" encoding="utf-8"?>
<p:tagLst xmlns:p="http://schemas.openxmlformats.org/presentationml/2006/main">
  <p:tag name="KSO_WM_DIAGRAM_VIRTUALLY_FRAME" val="{&quot;height&quot;:217.92503937007874,&quot;left&quot;:207.82507874015747,&quot;top&quot;:65.9,&quot;width&quot;:623.7249212598425}"/>
</p:tagLst>
</file>

<file path=ppt/tags/tag127.xml><?xml version="1.0" encoding="utf-8"?>
<p:tagLst xmlns:p="http://schemas.openxmlformats.org/presentationml/2006/main">
  <p:tag name="KSO_WM_DIAGRAM_VIRTUALLY_FRAME" val="{&quot;height&quot;:217.92503937007874,&quot;left&quot;:207.82507874015747,&quot;top&quot;:65.9,&quot;width&quot;:623.7249212598425}"/>
</p:tagLst>
</file>

<file path=ppt/tags/tag128.xml><?xml version="1.0" encoding="utf-8"?>
<p:tagLst xmlns:p="http://schemas.openxmlformats.org/presentationml/2006/main">
  <p:tag name="KSO_WM_DIAGRAM_VIRTUALLY_FRAME" val="{&quot;height&quot;:217.92503937007874,&quot;left&quot;:207.82507874015747,&quot;top&quot;:65.9,&quot;width&quot;:623.7249212598425}"/>
</p:tagLst>
</file>

<file path=ppt/tags/tag129.xml><?xml version="1.0" encoding="utf-8"?>
<p:tagLst xmlns:p="http://schemas.openxmlformats.org/presentationml/2006/main">
  <p:tag name="KSO_WM_DIAGRAM_VIRTUALLY_FRAME" val="{&quot;height&quot;:217.92503937007874,&quot;left&quot;:207.82507874015747,&quot;top&quot;:65.9,&quot;width&quot;:623.7249212598425}"/>
</p:tagLst>
</file>

<file path=ppt/tags/tag130.xml><?xml version="1.0" encoding="utf-8"?>
<p:tagLst xmlns:p="http://schemas.openxmlformats.org/presentationml/2006/main">
  <p:tag name="KSO_WM_DIAGRAM_VIRTUALLY_FRAME" val="{&quot;height&quot;:217.92503937007874,&quot;left&quot;:207.82507874015747,&quot;top&quot;:65.9,&quot;width&quot;:623.7249212598425}"/>
</p:tagLst>
</file>

<file path=ppt/tags/tag131.xml><?xml version="1.0" encoding="utf-8"?>
<p:tagLst xmlns:p="http://schemas.openxmlformats.org/presentationml/2006/main">
  <p:tag name="KSO_WM_DIAGRAM_VIRTUALLY_FRAME" val="{&quot;height&quot;:217.92503937007874,&quot;left&quot;:207.82507874015747,&quot;top&quot;:65.9,&quot;width&quot;:623.7249212598425}"/>
</p:tagLst>
</file>

<file path=ppt/tags/tag132.xml><?xml version="1.0" encoding="utf-8"?>
<p:tagLst xmlns:p="http://schemas.openxmlformats.org/presentationml/2006/main">
  <p:tag name="KSO_WM_DIAGRAM_VIRTUALLY_FRAME" val="{&quot;height&quot;:217.92503937007874,&quot;left&quot;:207.82507874015747,&quot;top&quot;:65.9,&quot;width&quot;:623.7249212598425}"/>
</p:tagLst>
</file>

<file path=ppt/tags/tag133.xml><?xml version="1.0" encoding="utf-8"?>
<p:tagLst xmlns:p="http://schemas.openxmlformats.org/presentationml/2006/main">
  <p:tag name="KSO_WM_DIAGRAM_VIRTUALLY_FRAME" val="{&quot;height&quot;:217.92503937007874,&quot;left&quot;:207.82507874015747,&quot;top&quot;:65.9,&quot;width&quot;:623.7249212598425}"/>
</p:tagLst>
</file>

<file path=ppt/tags/tag134.xml><?xml version="1.0" encoding="utf-8"?>
<p:tagLst xmlns:p="http://schemas.openxmlformats.org/presentationml/2006/main">
  <p:tag name="KSO_WM_DIAGRAM_VIRTUALLY_FRAME" val="{&quot;height&quot;:217.92503937007874,&quot;left&quot;:207.82507874015747,&quot;top&quot;:65.9,&quot;width&quot;:623.7249212598425}"/>
</p:tagLst>
</file>

<file path=ppt/tags/tag135.xml><?xml version="1.0" encoding="utf-8"?>
<p:tagLst xmlns:p="http://schemas.openxmlformats.org/presentationml/2006/main">
  <p:tag name="KSO_WM_DIAGRAM_VIRTUALLY_FRAME" val="{&quot;height&quot;:217.92503937007874,&quot;left&quot;:207.82507874015747,&quot;top&quot;:65.9,&quot;width&quot;:623.7249212598425}"/>
</p:tagLst>
</file>

<file path=ppt/tags/tag136.xml><?xml version="1.0" encoding="utf-8"?>
<p:tagLst xmlns:p="http://schemas.openxmlformats.org/presentationml/2006/main">
  <p:tag name="commondata" val="eyJoZGlkIjoiZGI3MTk2NWMwMmQzMDkyYjE4OTQ1YjUxMGMxZDBhNzAifQ=="/>
</p:tagLst>
</file>

<file path=ppt/theme/theme1.xml><?xml version="1.0" encoding="utf-8"?>
<a:theme xmlns:a="http://schemas.openxmlformats.org/drawingml/2006/main" name="Blends">
  <a:themeElements>
    <a:clrScheme name="Blends 2">
      <a:dk1>
        <a:srgbClr val="000000"/>
      </a:dk1>
      <a:lt1>
        <a:srgbClr val="FFFFFF"/>
      </a:lt1>
      <a:dk2>
        <a:srgbClr val="333399"/>
      </a:dk2>
      <a:lt2>
        <a:srgbClr val="1C1C1C"/>
      </a:lt2>
      <a:accent1>
        <a:srgbClr val="00E4A8"/>
      </a:accent1>
      <a:accent2>
        <a:srgbClr val="FFCF01"/>
      </a:accent2>
      <a:accent3>
        <a:srgbClr val="FFFFFF"/>
      </a:accent3>
      <a:accent4>
        <a:srgbClr val="000000"/>
      </a:accent4>
      <a:accent5>
        <a:srgbClr val="AAEFD1"/>
      </a:accent5>
      <a:accent6>
        <a:srgbClr val="E7BB01"/>
      </a:accent6>
      <a:hlink>
        <a:srgbClr val="FF0000"/>
      </a:hlink>
      <a:folHlink>
        <a:srgbClr val="3333CC"/>
      </a:folHlink>
    </a:clrScheme>
    <a:fontScheme name="Blends">
      <a:majorFont>
        <a:latin typeface="Times New Roman"/>
        <a:ea typeface="隶书"/>
        <a:cs typeface=""/>
      </a:majorFont>
      <a:minorFont>
        <a:latin typeface="Times New Roman"/>
        <a:ea typeface="楷体_GB2312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rgbClr val="000000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just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6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楷体_GB2312" pitchFamily="49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rgbClr val="000000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just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6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楷体_GB2312" pitchFamily="49" charset="-122"/>
          </a:defRPr>
        </a:defPPr>
      </a:lstStyle>
    </a:lnDef>
  </a:objectDefaults>
  <a:extraClrSchemeLst>
    <a:extraClrScheme>
      <a:clrScheme name="Blends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2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3">
        <a:dk1>
          <a:srgbClr val="000000"/>
        </a:dk1>
        <a:lt1>
          <a:srgbClr val="FFFFFF"/>
        </a:lt1>
        <a:dk2>
          <a:srgbClr val="000000"/>
        </a:dk2>
        <a:lt2>
          <a:srgbClr val="5F5F5F"/>
        </a:lt2>
        <a:accent1>
          <a:srgbClr val="EAEAEA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F3F3F3"/>
        </a:accent5>
        <a:accent6>
          <a:srgbClr val="737373"/>
        </a:accent6>
        <a:hlink>
          <a:srgbClr val="4D4D4D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4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7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0</TotalTime>
  <Words>8392</Words>
  <Application>WPS 演示</Application>
  <PresentationFormat>宽屏</PresentationFormat>
  <Paragraphs>1017</Paragraphs>
  <Slides>88</Slides>
  <Notes>34</Notes>
  <HiddenSlides>0</HiddenSlides>
  <MMClips>0</MMClips>
  <ScaleCrop>false</ScaleCrop>
  <HeadingPairs>
    <vt:vector size="8" baseType="variant">
      <vt:variant>
        <vt:lpstr>已用的字体</vt:lpstr>
      </vt:variant>
      <vt:variant>
        <vt:i4>32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188</vt:i4>
      </vt:variant>
      <vt:variant>
        <vt:lpstr>幻灯片标题</vt:lpstr>
      </vt:variant>
      <vt:variant>
        <vt:i4>88</vt:i4>
      </vt:variant>
    </vt:vector>
  </HeadingPairs>
  <TitlesOfParts>
    <vt:vector size="309" baseType="lpstr">
      <vt:lpstr>Arial</vt:lpstr>
      <vt:lpstr>宋体</vt:lpstr>
      <vt:lpstr>Wingdings</vt:lpstr>
      <vt:lpstr>Times New Roman</vt:lpstr>
      <vt:lpstr>楷体_GB2312</vt:lpstr>
      <vt:lpstr>新宋体</vt:lpstr>
      <vt:lpstr>Tahoma</vt:lpstr>
      <vt:lpstr>隶书</vt:lpstr>
      <vt:lpstr>微软雅黑</vt:lpstr>
      <vt:lpstr>Arial Unicode MS</vt:lpstr>
      <vt:lpstr>Garamond</vt:lpstr>
      <vt:lpstr>黑体</vt:lpstr>
      <vt:lpstr>Monotype Sorts</vt:lpstr>
      <vt:lpstr>Wingdings</vt:lpstr>
      <vt:lpstr>Symbol</vt:lpstr>
      <vt:lpstr>楷体_GB2312</vt:lpstr>
      <vt:lpstr>Cambria Math</vt:lpstr>
      <vt:lpstr>华文行楷</vt:lpstr>
      <vt:lpstr>华文中宋</vt:lpstr>
      <vt:lpstr>Cambria Math</vt:lpstr>
      <vt:lpstr>Times New Roman</vt:lpstr>
      <vt:lpstr>KSOF3FB35F8F</vt:lpstr>
      <vt:lpstr>Segoe Print</vt:lpstr>
      <vt:lpstr>KSOF3FC17710</vt:lpstr>
      <vt:lpstr>KSOF3FA5480E</vt:lpstr>
      <vt:lpstr>KSOF3FCF8E91</vt:lpstr>
      <vt:lpstr>Monotype Sorts</vt:lpstr>
      <vt:lpstr>Symbol</vt:lpstr>
      <vt:lpstr>楷体_GB2312</vt:lpstr>
      <vt:lpstr>方正楷体_GB2312</vt:lpstr>
      <vt:lpstr>Toots Regular</vt:lpstr>
      <vt:lpstr>KSOFD1D2A08D</vt:lpstr>
      <vt:lpstr>Blends</vt:lpstr>
      <vt:lpstr>Equation.3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Visio.Drawing.6</vt:lpstr>
      <vt:lpstr>Equation.DSMT4</vt:lpstr>
      <vt:lpstr>Visio.Drawing.6</vt:lpstr>
      <vt:lpstr>Equation.3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Equation.3</vt:lpstr>
      <vt:lpstr>Equation.3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Equation.3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第2章 信源与信息熵</vt:lpstr>
      <vt:lpstr>回顾</vt:lpstr>
      <vt:lpstr>主要内容</vt:lpstr>
      <vt:lpstr>主要内容</vt:lpstr>
      <vt:lpstr>PowerPoint 演示文稿</vt:lpstr>
      <vt:lpstr>2.1信源的分类及数学模型</vt:lpstr>
      <vt:lpstr>2.1信源的分类及数学模型</vt:lpstr>
      <vt:lpstr>PowerPoint 演示文稿</vt:lpstr>
      <vt:lpstr>PowerPoint 演示文稿</vt:lpstr>
      <vt:lpstr>2.1信源的分类及数学模型</vt:lpstr>
      <vt:lpstr>2.1信源的分类及数学模型</vt:lpstr>
      <vt:lpstr>2.1信源的分类及数学模型</vt:lpstr>
      <vt:lpstr>2.1信源的分类及数学模型</vt:lpstr>
      <vt:lpstr>2.1信源的分类及数学模型</vt:lpstr>
      <vt:lpstr>PowerPoint 演示文稿</vt:lpstr>
      <vt:lpstr>PowerPoint 演示文稿</vt:lpstr>
      <vt:lpstr>PowerPoint 演示文稿</vt:lpstr>
      <vt:lpstr>PowerPoint 演示文稿</vt:lpstr>
      <vt:lpstr>2.1信源的分类及数学模型</vt:lpstr>
      <vt:lpstr>2.1信源的分类及数学模型</vt:lpstr>
      <vt:lpstr>2.1信源的分类及数学模型</vt:lpstr>
      <vt:lpstr>2.1信源的分类及数学模型</vt:lpstr>
      <vt:lpstr>2.1信源的分类及数学模型</vt:lpstr>
      <vt:lpstr>PowerPoint 演示文稿</vt:lpstr>
      <vt:lpstr>PowerPoint 演示文稿</vt:lpstr>
      <vt:lpstr>2.1信源的分类及数学模型</vt:lpstr>
      <vt:lpstr>2.1信源的分类及数学模型</vt:lpstr>
      <vt:lpstr>2.1信源的分类及数学模型</vt:lpstr>
      <vt:lpstr>2.1信源的分类及数学模型</vt:lpstr>
      <vt:lpstr>2.1信源的分类及数学模型</vt:lpstr>
      <vt:lpstr>主要内容</vt:lpstr>
      <vt:lpstr>2.2 信源的信息熵</vt:lpstr>
      <vt:lpstr>2.2 信源的信息熵</vt:lpstr>
      <vt:lpstr>2.2 信源的信息熵</vt:lpstr>
      <vt:lpstr>2.2 信源的信息熵</vt:lpstr>
      <vt:lpstr>PowerPoint 演示文稿</vt:lpstr>
      <vt:lpstr>PowerPoint 演示文稿</vt:lpstr>
      <vt:lpstr>PowerPoint 演示文稿</vt:lpstr>
      <vt:lpstr>2.2 信源的信息熵</vt:lpstr>
      <vt:lpstr>2.2 信源的信息熵</vt:lpstr>
      <vt:lpstr>2.2 信源的信息熵</vt:lpstr>
      <vt:lpstr>PowerPoint 演示文稿</vt:lpstr>
      <vt:lpstr>2.2 信源的信息熵</vt:lpstr>
      <vt:lpstr>PowerPoint 演示文稿</vt:lpstr>
      <vt:lpstr>2.2 信源的信息熵</vt:lpstr>
      <vt:lpstr>2.2 信源的信息熵</vt:lpstr>
      <vt:lpstr>2.2 信源的信息熵</vt:lpstr>
      <vt:lpstr>2.2 信源的信息熵</vt:lpstr>
      <vt:lpstr>2.2 信源的信息熵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2.2 信源的信息熵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主要内容</vt:lpstr>
      <vt:lpstr>主要内容</vt:lpstr>
      <vt:lpstr>2.3 熵的基本性质</vt:lpstr>
      <vt:lpstr>2.3 熵的基本性质</vt:lpstr>
      <vt:lpstr>2.3 熵的基本性质</vt:lpstr>
      <vt:lpstr>2.3 熵的基本性质</vt:lpstr>
      <vt:lpstr>2.3 熵的基本性质</vt:lpstr>
      <vt:lpstr>2.3 熵的基本性质</vt:lpstr>
      <vt:lpstr>2.3 熵的基本性质</vt:lpstr>
      <vt:lpstr>2.3 熵的基本性质</vt:lpstr>
      <vt:lpstr>2.3 熵的基本性质</vt:lpstr>
      <vt:lpstr>2.2 熵的基本性质</vt:lpstr>
      <vt:lpstr>2.3 熵的基本性质</vt:lpstr>
      <vt:lpstr>2.3 熵的基本性质</vt:lpstr>
      <vt:lpstr>2.3 熵的基本性质</vt:lpstr>
      <vt:lpstr>2.3 熵的基本性质</vt:lpstr>
      <vt:lpstr>2.3 熵的基本性质</vt:lpstr>
      <vt:lpstr>2.3 熵的基本性质</vt:lpstr>
      <vt:lpstr>2.3 熵的基本性质</vt:lpstr>
      <vt:lpstr>2.3 熵的基本性质</vt:lpstr>
      <vt:lpstr>2.3 熵的基本性质</vt:lpstr>
      <vt:lpstr>2.3 熵的基本性质</vt:lpstr>
    </vt:vector>
  </TitlesOfParts>
  <Company>rsgs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信息论与编码</dc:title>
  <dc:creator>徐伟业</dc:creator>
  <dc:subject>1.1绪论</dc:subject>
  <cp:lastModifiedBy>行者无疆</cp:lastModifiedBy>
  <cp:revision>1817</cp:revision>
  <dcterms:created xsi:type="dcterms:W3CDTF">2003-02-17T09:37:00Z</dcterms:created>
  <dcterms:modified xsi:type="dcterms:W3CDTF">2026-09-07T07:19:15Z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F2D0A96943524E609A7EDCDE92475B3C_12</vt:lpwstr>
  </property>
  <property fmtid="{D5CDD505-2E9C-101B-9397-08002B2CF9AE}" pid="3" name="KSOProductBuildVer">
    <vt:lpwstr>2052-12.1.0.28505</vt:lpwstr>
  </property>
</Properties>
</file>